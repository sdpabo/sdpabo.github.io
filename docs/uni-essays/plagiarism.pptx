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3" r:id="rId9"/>
    <p:sldId id="260" r:id="rId10"/>
    <p:sldId id="261" r:id="rId11"/>
    <p:sldId id="264" r:id="rId12"/>
    <p:sldId id="265" r:id="rId13"/>
    <p:sldId id="266" r:id="rId14"/>
    <p:sldId id="267" r:id="rId15"/>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2C29F4-6166-46AF-82A7-02ECA48D862B}" v="725" dt="2022-09-22T08:06:39.857"/>
    <p1510:client id="{B116C39A-2AD3-4E2B-8547-E324DE069CF5}" v="2" vWet="3" dt="2022-09-22T06:07:15.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C61F9D-49E4-4D77-B942-AA9C3AE70571}"/>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p>
        </p:txBody>
      </p:sp>
      <p:sp>
        <p:nvSpPr>
          <p:cNvPr id="3" name="Підзаголовок 2">
            <a:extLst>
              <a:ext uri="{FF2B5EF4-FFF2-40B4-BE49-F238E27FC236}">
                <a16:creationId xmlns:a16="http://schemas.microsoft.com/office/drawing/2014/main" id="{5C44413F-6E49-4A19-82B5-E00C6C000A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p>
        </p:txBody>
      </p:sp>
      <p:sp>
        <p:nvSpPr>
          <p:cNvPr id="4" name="Місце для дати 3">
            <a:extLst>
              <a:ext uri="{FF2B5EF4-FFF2-40B4-BE49-F238E27FC236}">
                <a16:creationId xmlns:a16="http://schemas.microsoft.com/office/drawing/2014/main" id="{E9E42F87-F7AA-4B17-B574-00CBD5AF974C}"/>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5" name="Місце для нижнього колонтитула 4">
            <a:extLst>
              <a:ext uri="{FF2B5EF4-FFF2-40B4-BE49-F238E27FC236}">
                <a16:creationId xmlns:a16="http://schemas.microsoft.com/office/drawing/2014/main" id="{8971C4AB-5F0F-45BF-B24F-EA76D54ED04E}"/>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C7C5C08E-CBF2-4025-A152-11BE0312B97A}"/>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1442874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8FD09E-7CDD-4D15-B8C1-A200A7442F9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D026B910-9137-41A1-93F1-8E48C3646CF1}"/>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859CF850-8543-4655-A891-5D70285B334D}"/>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5" name="Місце для нижнього колонтитула 4">
            <a:extLst>
              <a:ext uri="{FF2B5EF4-FFF2-40B4-BE49-F238E27FC236}">
                <a16:creationId xmlns:a16="http://schemas.microsoft.com/office/drawing/2014/main" id="{522E6D75-DCA9-449C-AB11-840EAFE3DE09}"/>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A4692765-CE8B-4725-AF15-9FAAE734F75F}"/>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1033966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CAF959-3917-4AE0-A88E-D84F45277A3B}"/>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91E2FDCD-899F-4504-B303-E6A0DB9AD4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69C03AB1-9972-484F-A5A4-8F8B42B38662}"/>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5" name="Місце для нижнього колонтитула 4">
            <a:extLst>
              <a:ext uri="{FF2B5EF4-FFF2-40B4-BE49-F238E27FC236}">
                <a16:creationId xmlns:a16="http://schemas.microsoft.com/office/drawing/2014/main" id="{43EE5E37-DBD4-4719-8230-9EF2B8C582BA}"/>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2E79D0AA-966B-466D-A51C-27137C020DCC}"/>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35065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41BED6-89DB-41FC-9C2A-8ADD0972B57D}"/>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CE710070-C627-4407-938A-F8411200C678}"/>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вмісту 3">
            <a:extLst>
              <a:ext uri="{FF2B5EF4-FFF2-40B4-BE49-F238E27FC236}">
                <a16:creationId xmlns:a16="http://schemas.microsoft.com/office/drawing/2014/main" id="{8CAC24AB-1A4D-46C2-894C-76BFABF12A04}"/>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дати 4">
            <a:extLst>
              <a:ext uri="{FF2B5EF4-FFF2-40B4-BE49-F238E27FC236}">
                <a16:creationId xmlns:a16="http://schemas.microsoft.com/office/drawing/2014/main" id="{020E01D3-AD3F-4BB2-A1C1-E0D9929667B1}"/>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6" name="Місце для нижнього колонтитула 5">
            <a:extLst>
              <a:ext uri="{FF2B5EF4-FFF2-40B4-BE49-F238E27FC236}">
                <a16:creationId xmlns:a16="http://schemas.microsoft.com/office/drawing/2014/main" id="{66527BA8-4520-438F-9E27-0505089BD56F}"/>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283CFC6A-7564-419D-AA07-0514FD2067F8}"/>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3340712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BDCE20-4018-44C4-A498-7FB8783FEABC}"/>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F8248C9E-F133-43E4-B1F1-3ECD0A0159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58B160D1-E2B5-4860-A39E-483D2E4BA9F5}"/>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тексту 4">
            <a:extLst>
              <a:ext uri="{FF2B5EF4-FFF2-40B4-BE49-F238E27FC236}">
                <a16:creationId xmlns:a16="http://schemas.microsoft.com/office/drawing/2014/main" id="{0FABE27A-72BC-4070-A80E-B507B30602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715F5597-DAE6-44D2-9261-DA066D716389}"/>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7" name="Місце для дати 6">
            <a:extLst>
              <a:ext uri="{FF2B5EF4-FFF2-40B4-BE49-F238E27FC236}">
                <a16:creationId xmlns:a16="http://schemas.microsoft.com/office/drawing/2014/main" id="{E2A12814-E14D-4644-B1F1-6C56B9EA54D3}"/>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8" name="Місце для нижнього колонтитула 7">
            <a:extLst>
              <a:ext uri="{FF2B5EF4-FFF2-40B4-BE49-F238E27FC236}">
                <a16:creationId xmlns:a16="http://schemas.microsoft.com/office/drawing/2014/main" id="{D9B2A22E-7AB0-43F0-A18D-B96164656899}"/>
              </a:ext>
            </a:extLst>
          </p:cNvPr>
          <p:cNvSpPr>
            <a:spLocks noGrp="1"/>
          </p:cNvSpPr>
          <p:nvPr>
            <p:ph type="ftr" sz="quarter" idx="11"/>
          </p:nvPr>
        </p:nvSpPr>
        <p:spPr/>
        <p:txBody>
          <a:bodyPr/>
          <a:lstStyle/>
          <a:p>
            <a:endParaRPr lang="uk-UA"/>
          </a:p>
        </p:txBody>
      </p:sp>
      <p:sp>
        <p:nvSpPr>
          <p:cNvPr id="9" name="Місце для номера слайда 8">
            <a:extLst>
              <a:ext uri="{FF2B5EF4-FFF2-40B4-BE49-F238E27FC236}">
                <a16:creationId xmlns:a16="http://schemas.microsoft.com/office/drawing/2014/main" id="{738CE8F2-EC5A-4611-BA66-52CA148397C3}"/>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2698813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180A26-32A6-4FC2-B346-0AD5D8647A40}"/>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дати 2">
            <a:extLst>
              <a:ext uri="{FF2B5EF4-FFF2-40B4-BE49-F238E27FC236}">
                <a16:creationId xmlns:a16="http://schemas.microsoft.com/office/drawing/2014/main" id="{858F4A54-8DE2-4AEF-A3EC-39137045C5B8}"/>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4" name="Місце для нижнього колонтитула 3">
            <a:extLst>
              <a:ext uri="{FF2B5EF4-FFF2-40B4-BE49-F238E27FC236}">
                <a16:creationId xmlns:a16="http://schemas.microsoft.com/office/drawing/2014/main" id="{B27374A9-104E-442E-BD90-1239E4BE88BD}"/>
              </a:ext>
            </a:extLst>
          </p:cNvPr>
          <p:cNvSpPr>
            <a:spLocks noGrp="1"/>
          </p:cNvSpPr>
          <p:nvPr>
            <p:ph type="ftr" sz="quarter" idx="11"/>
          </p:nvPr>
        </p:nvSpPr>
        <p:spPr/>
        <p:txBody>
          <a:bodyPr/>
          <a:lstStyle/>
          <a:p>
            <a:endParaRPr lang="uk-UA"/>
          </a:p>
        </p:txBody>
      </p:sp>
      <p:sp>
        <p:nvSpPr>
          <p:cNvPr id="5" name="Місце для номера слайда 4">
            <a:extLst>
              <a:ext uri="{FF2B5EF4-FFF2-40B4-BE49-F238E27FC236}">
                <a16:creationId xmlns:a16="http://schemas.microsoft.com/office/drawing/2014/main" id="{545F7F57-8CD2-4BC0-8F51-8ED273D5947A}"/>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387473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D76896DB-2727-4677-8922-93993417A8E1}"/>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3" name="Місце для нижнього колонтитула 2">
            <a:extLst>
              <a:ext uri="{FF2B5EF4-FFF2-40B4-BE49-F238E27FC236}">
                <a16:creationId xmlns:a16="http://schemas.microsoft.com/office/drawing/2014/main" id="{633FFB6D-681A-416C-9382-FECBE9696FD9}"/>
              </a:ext>
            </a:extLst>
          </p:cNvPr>
          <p:cNvSpPr>
            <a:spLocks noGrp="1"/>
          </p:cNvSpPr>
          <p:nvPr>
            <p:ph type="ftr" sz="quarter" idx="11"/>
          </p:nvPr>
        </p:nvSpPr>
        <p:spPr/>
        <p:txBody>
          <a:bodyPr/>
          <a:lstStyle/>
          <a:p>
            <a:endParaRPr lang="uk-UA"/>
          </a:p>
        </p:txBody>
      </p:sp>
      <p:sp>
        <p:nvSpPr>
          <p:cNvPr id="4" name="Місце для номера слайда 3">
            <a:extLst>
              <a:ext uri="{FF2B5EF4-FFF2-40B4-BE49-F238E27FC236}">
                <a16:creationId xmlns:a16="http://schemas.microsoft.com/office/drawing/2014/main" id="{018689AF-8475-405C-A747-1CB6A9469F04}"/>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3529759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FEF037-FB3C-4E94-AE73-AEF5F7D1A1CA}"/>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CD958FBD-4E2F-463D-BD7A-7A0C9EA761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тексту 3">
            <a:extLst>
              <a:ext uri="{FF2B5EF4-FFF2-40B4-BE49-F238E27FC236}">
                <a16:creationId xmlns:a16="http://schemas.microsoft.com/office/drawing/2014/main" id="{BFD509AB-0DCA-40B3-B945-4E987A262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C05C1320-DD07-42BC-BBEE-D01813DB6027}"/>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6" name="Місце для нижнього колонтитула 5">
            <a:extLst>
              <a:ext uri="{FF2B5EF4-FFF2-40B4-BE49-F238E27FC236}">
                <a16:creationId xmlns:a16="http://schemas.microsoft.com/office/drawing/2014/main" id="{835B0B79-0BE5-431F-BE4C-6B843043D938}"/>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8A980B9C-222C-4443-A7D7-163E19D17218}"/>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2096318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2D63DD-12A9-4C82-AFB4-B08DB0B3B6F1}"/>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зображення 2">
            <a:extLst>
              <a:ext uri="{FF2B5EF4-FFF2-40B4-BE49-F238E27FC236}">
                <a16:creationId xmlns:a16="http://schemas.microsoft.com/office/drawing/2014/main" id="{EE4F97BA-71B6-41B6-99A2-C18F2528D4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Місце для тексту 3">
            <a:extLst>
              <a:ext uri="{FF2B5EF4-FFF2-40B4-BE49-F238E27FC236}">
                <a16:creationId xmlns:a16="http://schemas.microsoft.com/office/drawing/2014/main" id="{7ABE05AC-0D18-4341-BC6C-A1CB5B72CB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5CB58938-2F5C-4408-BA33-377DB90B6A8A}"/>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6" name="Місце для нижнього колонтитула 5">
            <a:extLst>
              <a:ext uri="{FF2B5EF4-FFF2-40B4-BE49-F238E27FC236}">
                <a16:creationId xmlns:a16="http://schemas.microsoft.com/office/drawing/2014/main" id="{CC621FB8-5372-4ACC-BF8C-01C1E3A4A8B7}"/>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8655DB43-08BD-4366-8C39-6F75E4B677F7}"/>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2625490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BC75D0-4FD2-4C69-83A2-F53873F344CB}"/>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F509E1D7-7552-4D50-8956-4BBDDF94F3F7}"/>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26E5A48D-EDF5-4CF0-93B8-02D7006DDD7E}"/>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5" name="Місце для нижнього колонтитула 4">
            <a:extLst>
              <a:ext uri="{FF2B5EF4-FFF2-40B4-BE49-F238E27FC236}">
                <a16:creationId xmlns:a16="http://schemas.microsoft.com/office/drawing/2014/main" id="{253EC58A-135F-4F0B-B29F-42396FAFD483}"/>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74CE4E65-FFC9-4A08-829E-793251A8FCDC}"/>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3916768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C8CF1D44-EBB2-4BE0-BEA1-4AD2284CFEF0}"/>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8641D529-12BF-400E-98BE-AA5C3F22EA05}"/>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270457F2-C73F-4B0B-B3B9-347058E9C36B}"/>
              </a:ext>
            </a:extLst>
          </p:cNvPr>
          <p:cNvSpPr>
            <a:spLocks noGrp="1"/>
          </p:cNvSpPr>
          <p:nvPr>
            <p:ph type="dt" sz="half" idx="10"/>
          </p:nvPr>
        </p:nvSpPr>
        <p:spPr/>
        <p:txBody>
          <a:bodyPr/>
          <a:lstStyle/>
          <a:p>
            <a:fld id="{8C79BD26-8C7A-4C92-82FB-772A3F817C3E}" type="datetimeFigureOut">
              <a:rPr lang="uk-UA" smtClean="0"/>
              <a:t>24.09.2022</a:t>
            </a:fld>
            <a:endParaRPr lang="uk-UA"/>
          </a:p>
        </p:txBody>
      </p:sp>
      <p:sp>
        <p:nvSpPr>
          <p:cNvPr id="5" name="Місце для нижнього колонтитула 4">
            <a:extLst>
              <a:ext uri="{FF2B5EF4-FFF2-40B4-BE49-F238E27FC236}">
                <a16:creationId xmlns:a16="http://schemas.microsoft.com/office/drawing/2014/main" id="{3BED0078-DFF8-484A-BF34-4A66045B7A54}"/>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3FE7E08B-53EB-4539-8195-3E90F3804965}"/>
              </a:ext>
            </a:extLst>
          </p:cNvPr>
          <p:cNvSpPr>
            <a:spLocks noGrp="1"/>
          </p:cNvSpPr>
          <p:nvPr>
            <p:ph type="sldNum" sz="quarter" idx="12"/>
          </p:nvPr>
        </p:nvSpPr>
        <p:spPr/>
        <p:txBody>
          <a:bodyPr/>
          <a:lstStyle/>
          <a:p>
            <a:fld id="{7A143D9C-2780-412C-BBE7-494EB0C77C71}" type="slidenum">
              <a:rPr lang="uk-UA" smtClean="0"/>
              <a:t>‹№›</a:t>
            </a:fld>
            <a:endParaRPr lang="uk-UA"/>
          </a:p>
        </p:txBody>
      </p:sp>
    </p:spTree>
    <p:extLst>
      <p:ext uri="{BB962C8B-B14F-4D97-AF65-F5344CB8AC3E}">
        <p14:creationId xmlns:p14="http://schemas.microsoft.com/office/powerpoint/2010/main" val="3408350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DECF5563-D618-41F2-B54F-C80F975CCE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91DE2870-5AB5-47CA-8EED-0B1BAC7A9D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7BB935F9-2AB8-4EDF-BEF6-D487B8DD10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79BD26-8C7A-4C92-82FB-772A3F817C3E}" type="datetimeFigureOut">
              <a:rPr lang="uk-UA" smtClean="0"/>
              <a:t>24.09.2022</a:t>
            </a:fld>
            <a:endParaRPr lang="uk-UA"/>
          </a:p>
        </p:txBody>
      </p:sp>
      <p:sp>
        <p:nvSpPr>
          <p:cNvPr id="5" name="Місце для нижнього колонтитула 4">
            <a:extLst>
              <a:ext uri="{FF2B5EF4-FFF2-40B4-BE49-F238E27FC236}">
                <a16:creationId xmlns:a16="http://schemas.microsoft.com/office/drawing/2014/main" id="{0848CB1A-63B9-4A74-800B-9EFE224ACE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Місце для номера слайда 5">
            <a:extLst>
              <a:ext uri="{FF2B5EF4-FFF2-40B4-BE49-F238E27FC236}">
                <a16:creationId xmlns:a16="http://schemas.microsoft.com/office/drawing/2014/main" id="{56FB72FF-9943-46F5-BC1F-36F54E4BD7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143D9C-2780-412C-BBE7-494EB0C77C71}" type="slidenum">
              <a:rPr lang="uk-UA" smtClean="0"/>
              <a:t>‹№›</a:t>
            </a:fld>
            <a:endParaRPr lang="uk-UA"/>
          </a:p>
        </p:txBody>
      </p:sp>
    </p:spTree>
    <p:extLst>
      <p:ext uri="{BB962C8B-B14F-4D97-AF65-F5344CB8AC3E}">
        <p14:creationId xmlns:p14="http://schemas.microsoft.com/office/powerpoint/2010/main" val="122120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2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21.svg"/><Relationship Id="rId7" Type="http://schemas.openxmlformats.org/officeDocument/2006/relationships/image" Target="../media/image16.svg"/><Relationship Id="rId12" Type="http://schemas.openxmlformats.org/officeDocument/2006/relationships/image" Target="../media/image28.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7.svg"/><Relationship Id="rId5" Type="http://schemas.openxmlformats.org/officeDocument/2006/relationships/image" Target="../media/image23.svg"/><Relationship Id="rId10"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25.svg"/></Relationships>
</file>

<file path=ppt/slides/_rels/slide9.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1.svg"/><Relationship Id="rId7" Type="http://schemas.openxmlformats.org/officeDocument/2006/relationships/image" Target="../media/image29.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31.sv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extLst>
              <a:ext uri="{BEBA8EAE-BF5A-486C-A8C5-ECC9F3942E4B}">
                <a14:imgProps xmlns:a14="http://schemas.microsoft.com/office/drawing/2010/main">
                  <a14:imgLayer r:embed="rId5">
                    <a14:imgEffect>
                      <a14:brightnessContrast contrast="-4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CA08A1-1FC1-4CFB-A8DF-B966936ACC26}"/>
              </a:ext>
            </a:extLst>
          </p:cNvPr>
          <p:cNvSpPr>
            <a:spLocks noGrp="1"/>
          </p:cNvSpPr>
          <p:nvPr>
            <p:ph type="ctrTitle"/>
          </p:nvPr>
        </p:nvSpPr>
        <p:spPr/>
        <p:txBody>
          <a:bodyPr/>
          <a:lstStyle/>
          <a:p>
            <a:r>
              <a:rPr lang="en-US" b="1">
                <a:solidFill>
                  <a:schemeClr val="bg1"/>
                </a:solidFill>
                <a:effectLst>
                  <a:outerShdw blurRad="50800" dist="38100" dir="2700000" algn="tl" rotWithShape="0">
                    <a:prstClr val="black">
                      <a:alpha val="40000"/>
                    </a:prstClr>
                  </a:outerShdw>
                </a:effectLst>
              </a:rPr>
              <a:t>Plagiarism</a:t>
            </a:r>
            <a:endParaRPr lang="uk-UA" b="1">
              <a:solidFill>
                <a:schemeClr val="bg1"/>
              </a:solidFill>
              <a:effectLst>
                <a:outerShdw blurRad="50800" dist="38100" dir="2700000" algn="tl" rotWithShape="0">
                  <a:prstClr val="black">
                    <a:alpha val="40000"/>
                  </a:prstClr>
                </a:outerShdw>
              </a:effectLst>
            </a:endParaRPr>
          </a:p>
        </p:txBody>
      </p:sp>
      <p:sp>
        <p:nvSpPr>
          <p:cNvPr id="3" name="Підзаголовок 2">
            <a:extLst>
              <a:ext uri="{FF2B5EF4-FFF2-40B4-BE49-F238E27FC236}">
                <a16:creationId xmlns:a16="http://schemas.microsoft.com/office/drawing/2014/main" id="{E4AAE936-BE37-4D2D-A825-D381E965479E}"/>
              </a:ext>
            </a:extLst>
          </p:cNvPr>
          <p:cNvSpPr>
            <a:spLocks noGrp="1"/>
          </p:cNvSpPr>
          <p:nvPr>
            <p:ph type="subTitle" idx="1"/>
          </p:nvPr>
        </p:nvSpPr>
        <p:spPr>
          <a:xfrm>
            <a:off x="1524000" y="3509963"/>
            <a:ext cx="9144000" cy="1655762"/>
          </a:xfrm>
        </p:spPr>
        <p:txBody>
          <a:bodyPr vert="horz" lIns="91440" tIns="45720" rIns="91440" bIns="45720" rtlCol="0" anchor="t">
            <a:normAutofit/>
          </a:bodyPr>
          <a:lstStyle/>
          <a:p>
            <a:r>
              <a:rPr lang="en-US">
                <a:solidFill>
                  <a:schemeClr val="bg1"/>
                </a:solidFill>
                <a:effectLst>
                  <a:outerShdw blurRad="50800" dist="38100" dir="2700000" algn="tl" rotWithShape="0">
                    <a:prstClr val="black">
                      <a:alpha val="40000"/>
                    </a:prstClr>
                  </a:outerShdw>
                </a:effectLst>
              </a:rPr>
              <a:t>Velys Valeria and </a:t>
            </a:r>
            <a:r>
              <a:rPr lang="en-US" err="1">
                <a:solidFill>
                  <a:schemeClr val="bg1"/>
                </a:solidFill>
                <a:effectLst>
                  <a:outerShdw blurRad="50800" dist="38100" dir="2700000" algn="tl" rotWithShape="0">
                    <a:prstClr val="black">
                      <a:alpha val="40000"/>
                    </a:prstClr>
                  </a:outerShdw>
                </a:effectLst>
              </a:rPr>
              <a:t>Iliahuieva</a:t>
            </a:r>
            <a:r>
              <a:rPr lang="en-US">
                <a:solidFill>
                  <a:schemeClr val="bg1"/>
                </a:solidFill>
                <a:effectLst>
                  <a:outerShdw blurRad="50800" dist="38100" dir="2700000" algn="tl" rotWithShape="0">
                    <a:prstClr val="black">
                      <a:alpha val="40000"/>
                    </a:prstClr>
                  </a:outerShdw>
                </a:effectLst>
              </a:rPr>
              <a:t> Liia</a:t>
            </a:r>
            <a:endParaRPr lang="uk-UA">
              <a:solidFill>
                <a:schemeClr val="bg1"/>
              </a:solidFill>
              <a:effectLst>
                <a:outerShdw blurRad="50800" dist="38100" dir="2700000" algn="tl" rotWithShape="0">
                  <a:prstClr val="black">
                    <a:alpha val="40000"/>
                  </a:prstClr>
                </a:outerShdw>
              </a:effectLst>
            </a:endParaRPr>
          </a:p>
        </p:txBody>
      </p:sp>
      <p:pic>
        <p:nvPicPr>
          <p:cNvPr id="4" name="japanese_school_bell">
            <a:hlinkClick r:id="" action="ppaction://media"/>
            <a:extLst>
              <a:ext uri="{FF2B5EF4-FFF2-40B4-BE49-F238E27FC236}">
                <a16:creationId xmlns:a16="http://schemas.microsoft.com/office/drawing/2014/main" id="{BBD724CC-0F96-4028-86A7-B5D1157B019B}"/>
              </a:ext>
            </a:extLst>
          </p:cNvPr>
          <p:cNvPicPr>
            <a:picLocks noChangeAspect="1"/>
          </p:cNvPicPr>
          <p:nvPr>
            <a:audioFile r:link="rId1"/>
            <p:extLst>
              <p:ext uri="{DAA4B4D4-6D71-4841-9C94-3DE7FCFB9230}">
                <p14:media xmlns:p14="http://schemas.microsoft.com/office/powerpoint/2010/main" r:embed="rId2">
                  <p14:trim end="11943.375"/>
                </p14:media>
              </p:ext>
            </p:extLst>
          </p:nvPr>
        </p:nvPicPr>
        <p:blipFill>
          <a:blip r:embed="rId6"/>
          <a:stretch>
            <a:fillRect/>
          </a:stretch>
        </p:blipFill>
        <p:spPr>
          <a:xfrm>
            <a:off x="348343" y="6202363"/>
            <a:ext cx="609600" cy="609600"/>
          </a:xfrm>
          <a:prstGeom prst="rect">
            <a:avLst/>
          </a:prstGeom>
        </p:spPr>
      </p:pic>
    </p:spTree>
    <p:extLst>
      <p:ext uri="{BB962C8B-B14F-4D97-AF65-F5344CB8AC3E}">
        <p14:creationId xmlns:p14="http://schemas.microsoft.com/office/powerpoint/2010/main" val="25721532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contrast="-20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2" name="Графіка 1" descr="A school bus">
            <a:extLst>
              <a:ext uri="{FF2B5EF4-FFF2-40B4-BE49-F238E27FC236}">
                <a16:creationId xmlns:a16="http://schemas.microsoft.com/office/drawing/2014/main" id="{579B86FC-BD69-4C88-AA81-425811BC90BB}"/>
              </a:ext>
            </a:extLst>
          </p:cNvPr>
          <p:cNvPicPr>
            <a:picLocks noChangeAspect="1"/>
          </p:cNvPicPr>
          <p:nvPr/>
        </p:nvPicPr>
        <p:blipFill>
          <a:blip r:embed="rId4">
            <a:lum contrast="-2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85298" y="3935392"/>
            <a:ext cx="3935392" cy="393539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662687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16667E-6 -0.00046 L -0.31783 -0.01158 L -0.58411 -0.01366 C -0.71237 -0.00486 -0.83528 0.02153 -0.96367 0.03102 " pathEditMode="relative" rAng="0" ptsTypes="AAAA">
                                      <p:cBhvr>
                                        <p:cTn id="6" dur="3000" fill="hold"/>
                                        <p:tgtEl>
                                          <p:spTgt spid="2"/>
                                        </p:tgtEl>
                                        <p:attrNameLst>
                                          <p:attrName>ppt_x</p:attrName>
                                          <p:attrName>ppt_y</p:attrName>
                                        </p:attrNameLst>
                                      </p:cBhvr>
                                      <p:rCtr x="-48190" y="90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bright="-20000"/>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grpSp>
        <p:nvGrpSpPr>
          <p:cNvPr id="9" name="Графіка 4" descr="Woman in black skirt">
            <a:extLst>
              <a:ext uri="{FF2B5EF4-FFF2-40B4-BE49-F238E27FC236}">
                <a16:creationId xmlns:a16="http://schemas.microsoft.com/office/drawing/2014/main" id="{5B7FBB3C-6F78-ABCB-E4C1-3188351B8CC6}"/>
              </a:ext>
            </a:extLst>
          </p:cNvPr>
          <p:cNvGrpSpPr/>
          <p:nvPr/>
        </p:nvGrpSpPr>
        <p:grpSpPr>
          <a:xfrm>
            <a:off x="-435974" y="4335396"/>
            <a:ext cx="1891611" cy="4360428"/>
            <a:chOff x="5596104" y="2071473"/>
            <a:chExt cx="1891611" cy="4360428"/>
          </a:xfrm>
        </p:grpSpPr>
        <p:grpSp>
          <p:nvGrpSpPr>
            <p:cNvPr id="10" name="Графіка 4" descr="Woman in black skirt">
              <a:extLst>
                <a:ext uri="{FF2B5EF4-FFF2-40B4-BE49-F238E27FC236}">
                  <a16:creationId xmlns:a16="http://schemas.microsoft.com/office/drawing/2014/main" id="{5D9F1F4D-555E-DD5D-F08A-DC2109E0D1E9}"/>
                </a:ext>
              </a:extLst>
            </p:cNvPr>
            <p:cNvGrpSpPr/>
            <p:nvPr/>
          </p:nvGrpSpPr>
          <p:grpSpPr>
            <a:xfrm>
              <a:off x="5596104" y="2619030"/>
              <a:ext cx="1891611" cy="3812871"/>
              <a:chOff x="5596104" y="2619030"/>
              <a:chExt cx="1891611" cy="3812871"/>
            </a:xfrm>
          </p:grpSpPr>
          <p:sp>
            <p:nvSpPr>
              <p:cNvPr id="11" name="Полілінія: фігура 10">
                <a:extLst>
                  <a:ext uri="{FF2B5EF4-FFF2-40B4-BE49-F238E27FC236}">
                    <a16:creationId xmlns:a16="http://schemas.microsoft.com/office/drawing/2014/main" id="{B5B5115E-8B6B-0BFE-A900-EE729B051231}"/>
                  </a:ext>
                </a:extLst>
              </p:cNvPr>
              <p:cNvSpPr/>
              <p:nvPr/>
            </p:nvSpPr>
            <p:spPr>
              <a:xfrm>
                <a:off x="5609333" y="2626924"/>
                <a:ext cx="1867965" cy="3788275"/>
              </a:xfrm>
              <a:custGeom>
                <a:avLst/>
                <a:gdLst>
                  <a:gd name="connsiteX0" fmla="*/ 1866649 w 1867965"/>
                  <a:gd name="connsiteY0" fmla="*/ 3583745 h 3788275"/>
                  <a:gd name="connsiteX1" fmla="*/ 1672434 w 1867965"/>
                  <a:gd name="connsiteY1" fmla="*/ 3495725 h 3788275"/>
                  <a:gd name="connsiteX2" fmla="*/ 1479620 w 1867965"/>
                  <a:gd name="connsiteY2" fmla="*/ 3381158 h 3788275"/>
                  <a:gd name="connsiteX3" fmla="*/ 1404172 w 1867965"/>
                  <a:gd name="connsiteY3" fmla="*/ 3255409 h 3788275"/>
                  <a:gd name="connsiteX4" fmla="*/ 1340926 w 1867965"/>
                  <a:gd name="connsiteY4" fmla="*/ 2977888 h 3788275"/>
                  <a:gd name="connsiteX5" fmla="*/ 1370634 w 1867965"/>
                  <a:gd name="connsiteY5" fmla="*/ 2959200 h 3788275"/>
                  <a:gd name="connsiteX6" fmla="*/ 1216530 w 1867965"/>
                  <a:gd name="connsiteY6" fmla="*/ 1810790 h 3788275"/>
                  <a:gd name="connsiteX7" fmla="*/ 1143587 w 1867965"/>
                  <a:gd name="connsiteY7" fmla="*/ 1288753 h 3788275"/>
                  <a:gd name="connsiteX8" fmla="*/ 1342993 w 1867965"/>
                  <a:gd name="connsiteY8" fmla="*/ 978667 h 3788275"/>
                  <a:gd name="connsiteX9" fmla="*/ 1340726 w 1867965"/>
                  <a:gd name="connsiteY9" fmla="*/ 880807 h 3788275"/>
                  <a:gd name="connsiteX10" fmla="*/ 1242085 w 1867965"/>
                  <a:gd name="connsiteY10" fmla="*/ 572778 h 3788275"/>
                  <a:gd name="connsiteX11" fmla="*/ 1182763 w 1867965"/>
                  <a:gd name="connsiteY11" fmla="*/ 392127 h 3788275"/>
                  <a:gd name="connsiteX12" fmla="*/ 958850 w 1867965"/>
                  <a:gd name="connsiteY12" fmla="*/ 201856 h 3788275"/>
                  <a:gd name="connsiteX13" fmla="*/ 947277 w 1867965"/>
                  <a:gd name="connsiteY13" fmla="*/ 199722 h 3788275"/>
                  <a:gd name="connsiteX14" fmla="*/ 889993 w 1867965"/>
                  <a:gd name="connsiteY14" fmla="*/ 191169 h 3788275"/>
                  <a:gd name="connsiteX15" fmla="*/ 889993 w 1867965"/>
                  <a:gd name="connsiteY15" fmla="*/ 115892 h 3788275"/>
                  <a:gd name="connsiteX16" fmla="*/ 648411 w 1867965"/>
                  <a:gd name="connsiteY16" fmla="*/ 21 h 3788275"/>
                  <a:gd name="connsiteX17" fmla="*/ 646792 w 1867965"/>
                  <a:gd name="connsiteY17" fmla="*/ 1326 h 3788275"/>
                  <a:gd name="connsiteX18" fmla="*/ 642582 w 1867965"/>
                  <a:gd name="connsiteY18" fmla="*/ 77040 h 3788275"/>
                  <a:gd name="connsiteX19" fmla="*/ 623131 w 1867965"/>
                  <a:gd name="connsiteY19" fmla="*/ 171795 h 3788275"/>
                  <a:gd name="connsiteX20" fmla="*/ 192906 w 1867965"/>
                  <a:gd name="connsiteY20" fmla="*/ 424426 h 3788275"/>
                  <a:gd name="connsiteX21" fmla="*/ 38649 w 1867965"/>
                  <a:gd name="connsiteY21" fmla="*/ 727474 h 3788275"/>
                  <a:gd name="connsiteX22" fmla="*/ 1768 w 1867965"/>
                  <a:gd name="connsiteY22" fmla="*/ 898114 h 3788275"/>
                  <a:gd name="connsiteX23" fmla="*/ 412858 w 1867965"/>
                  <a:gd name="connsiteY23" fmla="*/ 1252558 h 3788275"/>
                  <a:gd name="connsiteX24" fmla="*/ 257429 w 1867965"/>
                  <a:gd name="connsiteY24" fmla="*/ 2004490 h 3788275"/>
                  <a:gd name="connsiteX25" fmla="*/ 201298 w 1867965"/>
                  <a:gd name="connsiteY25" fmla="*/ 2492780 h 3788275"/>
                  <a:gd name="connsiteX26" fmla="*/ 173513 w 1867965"/>
                  <a:gd name="connsiteY26" fmla="*/ 2858616 h 3788275"/>
                  <a:gd name="connsiteX27" fmla="*/ 188763 w 1867965"/>
                  <a:gd name="connsiteY27" fmla="*/ 2881000 h 3788275"/>
                  <a:gd name="connsiteX28" fmla="*/ 379082 w 1867965"/>
                  <a:gd name="connsiteY28" fmla="*/ 2922024 h 3788275"/>
                  <a:gd name="connsiteX29" fmla="*/ 395874 w 1867965"/>
                  <a:gd name="connsiteY29" fmla="*/ 2985746 h 3788275"/>
                  <a:gd name="connsiteX30" fmla="*/ 431469 w 1867965"/>
                  <a:gd name="connsiteY30" fmla="*/ 3116401 h 3788275"/>
                  <a:gd name="connsiteX31" fmla="*/ 501821 w 1867965"/>
                  <a:gd name="connsiteY31" fmla="*/ 3357431 h 3788275"/>
                  <a:gd name="connsiteX32" fmla="*/ 496468 w 1867965"/>
                  <a:gd name="connsiteY32" fmla="*/ 3499096 h 3788275"/>
                  <a:gd name="connsiteX33" fmla="*/ 490181 w 1867965"/>
                  <a:gd name="connsiteY33" fmla="*/ 3530376 h 3788275"/>
                  <a:gd name="connsiteX34" fmla="*/ 490181 w 1867965"/>
                  <a:gd name="connsiteY34" fmla="*/ 3530376 h 3788275"/>
                  <a:gd name="connsiteX35" fmla="*/ 532301 w 1867965"/>
                  <a:gd name="connsiteY35" fmla="*/ 3616340 h 3788275"/>
                  <a:gd name="connsiteX36" fmla="*/ 585355 w 1867965"/>
                  <a:gd name="connsiteY36" fmla="*/ 3660955 h 3788275"/>
                  <a:gd name="connsiteX37" fmla="*/ 658650 w 1867965"/>
                  <a:gd name="connsiteY37" fmla="*/ 3735374 h 3788275"/>
                  <a:gd name="connsiteX38" fmla="*/ 852522 w 1867965"/>
                  <a:gd name="connsiteY38" fmla="*/ 3788275 h 3788275"/>
                  <a:gd name="connsiteX39" fmla="*/ 959545 w 1867965"/>
                  <a:gd name="connsiteY39" fmla="*/ 3700779 h 3788275"/>
                  <a:gd name="connsiteX40" fmla="*/ 714657 w 1867965"/>
                  <a:gd name="connsiteY40" fmla="*/ 3490343 h 3788275"/>
                  <a:gd name="connsiteX41" fmla="*/ 665994 w 1867965"/>
                  <a:gd name="connsiteY41" fmla="*/ 3408742 h 3788275"/>
                  <a:gd name="connsiteX42" fmla="*/ 651535 w 1867965"/>
                  <a:gd name="connsiteY42" fmla="*/ 3349173 h 3788275"/>
                  <a:gd name="connsiteX43" fmla="*/ 641248 w 1867965"/>
                  <a:gd name="connsiteY43" fmla="*/ 3275211 h 3788275"/>
                  <a:gd name="connsiteX44" fmla="*/ 632085 w 1867965"/>
                  <a:gd name="connsiteY44" fmla="*/ 3052031 h 3788275"/>
                  <a:gd name="connsiteX45" fmla="*/ 999893 w 1867965"/>
                  <a:gd name="connsiteY45" fmla="*/ 3018817 h 3788275"/>
                  <a:gd name="connsiteX46" fmla="*/ 1127814 w 1867965"/>
                  <a:gd name="connsiteY46" fmla="*/ 3033267 h 3788275"/>
                  <a:gd name="connsiteX47" fmla="*/ 1235465 w 1867965"/>
                  <a:gd name="connsiteY47" fmla="*/ 3305444 h 3788275"/>
                  <a:gd name="connsiteX48" fmla="*/ 1251458 w 1867965"/>
                  <a:gd name="connsiteY48" fmla="*/ 3459825 h 3788275"/>
                  <a:gd name="connsiteX49" fmla="*/ 1244981 w 1867965"/>
                  <a:gd name="connsiteY49" fmla="*/ 3493658 h 3788275"/>
                  <a:gd name="connsiteX50" fmla="*/ 1340335 w 1867965"/>
                  <a:gd name="connsiteY50" fmla="*/ 3615330 h 3788275"/>
                  <a:gd name="connsiteX51" fmla="*/ 1582518 w 1867965"/>
                  <a:gd name="connsiteY51" fmla="*/ 3614568 h 3788275"/>
                  <a:gd name="connsiteX52" fmla="*/ 1621028 w 1867965"/>
                  <a:gd name="connsiteY52" fmla="*/ 3618721 h 3788275"/>
                  <a:gd name="connsiteX53" fmla="*/ 1866649 w 1867965"/>
                  <a:gd name="connsiteY53" fmla="*/ 3583745 h 3788275"/>
                  <a:gd name="connsiteX54" fmla="*/ 446195 w 1867965"/>
                  <a:gd name="connsiteY54" fmla="*/ 1109026 h 3788275"/>
                  <a:gd name="connsiteX55" fmla="*/ 317922 w 1867965"/>
                  <a:gd name="connsiteY55" fmla="*/ 1003356 h 3788275"/>
                  <a:gd name="connsiteX56" fmla="*/ 190001 w 1867965"/>
                  <a:gd name="connsiteY56" fmla="*/ 871196 h 3788275"/>
                  <a:gd name="connsiteX57" fmla="*/ 189401 w 1867965"/>
                  <a:gd name="connsiteY57" fmla="*/ 852794 h 3788275"/>
                  <a:gd name="connsiteX58" fmla="*/ 375177 w 1867965"/>
                  <a:gd name="connsiteY58" fmla="*/ 642463 h 3788275"/>
                  <a:gd name="connsiteX59" fmla="*/ 446195 w 1867965"/>
                  <a:gd name="connsiteY59" fmla="*/ 1109026 h 3788275"/>
                  <a:gd name="connsiteX60" fmla="*/ 1125851 w 1867965"/>
                  <a:gd name="connsiteY60" fmla="*/ 830972 h 3788275"/>
                  <a:gd name="connsiteX61" fmla="*/ 1173638 w 1867965"/>
                  <a:gd name="connsiteY61" fmla="*/ 961189 h 3788275"/>
                  <a:gd name="connsiteX62" fmla="*/ 1116907 w 1867965"/>
                  <a:gd name="connsiteY62" fmla="*/ 1105378 h 3788275"/>
                  <a:gd name="connsiteX63" fmla="*/ 1125851 w 1867965"/>
                  <a:gd name="connsiteY63" fmla="*/ 830972 h 378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867965" h="3788275">
                    <a:moveTo>
                      <a:pt x="1866649" y="3583745"/>
                    </a:moveTo>
                    <a:cubicBezTo>
                      <a:pt x="1856867" y="3522271"/>
                      <a:pt x="1672434" y="3495725"/>
                      <a:pt x="1672434" y="3495725"/>
                    </a:cubicBezTo>
                    <a:lnTo>
                      <a:pt x="1479620" y="3381158"/>
                    </a:lnTo>
                    <a:cubicBezTo>
                      <a:pt x="1479620" y="3381158"/>
                      <a:pt x="1433509" y="3333657"/>
                      <a:pt x="1404172" y="3255409"/>
                    </a:cubicBezTo>
                    <a:cubicBezTo>
                      <a:pt x="1374835" y="3177161"/>
                      <a:pt x="1340926" y="2977888"/>
                      <a:pt x="1340926" y="2977888"/>
                    </a:cubicBezTo>
                    <a:lnTo>
                      <a:pt x="1370634" y="2959200"/>
                    </a:lnTo>
                    <a:lnTo>
                      <a:pt x="1216530" y="1810790"/>
                    </a:lnTo>
                    <a:lnTo>
                      <a:pt x="1143587" y="1288753"/>
                    </a:lnTo>
                    <a:cubicBezTo>
                      <a:pt x="1238932" y="1209953"/>
                      <a:pt x="1312675" y="1062039"/>
                      <a:pt x="1342993" y="978667"/>
                    </a:cubicBezTo>
                    <a:cubicBezTo>
                      <a:pt x="1358252" y="936700"/>
                      <a:pt x="1354385" y="923327"/>
                      <a:pt x="1340726" y="880807"/>
                    </a:cubicBezTo>
                    <a:lnTo>
                      <a:pt x="1242085" y="572778"/>
                    </a:lnTo>
                    <a:lnTo>
                      <a:pt x="1182763" y="392127"/>
                    </a:lnTo>
                    <a:cubicBezTo>
                      <a:pt x="1147711" y="299153"/>
                      <a:pt x="1056081" y="222325"/>
                      <a:pt x="958850" y="201856"/>
                    </a:cubicBezTo>
                    <a:cubicBezTo>
                      <a:pt x="951496" y="200313"/>
                      <a:pt x="947277" y="199722"/>
                      <a:pt x="947277" y="199722"/>
                    </a:cubicBezTo>
                    <a:lnTo>
                      <a:pt x="889993" y="191169"/>
                    </a:lnTo>
                    <a:lnTo>
                      <a:pt x="889993" y="115892"/>
                    </a:lnTo>
                    <a:cubicBezTo>
                      <a:pt x="855503" y="37626"/>
                      <a:pt x="667346" y="3288"/>
                      <a:pt x="648411" y="21"/>
                    </a:cubicBezTo>
                    <a:cubicBezTo>
                      <a:pt x="647592" y="-122"/>
                      <a:pt x="646839" y="488"/>
                      <a:pt x="646792" y="1326"/>
                    </a:cubicBezTo>
                    <a:lnTo>
                      <a:pt x="642582" y="77040"/>
                    </a:lnTo>
                    <a:lnTo>
                      <a:pt x="623131" y="171795"/>
                    </a:lnTo>
                    <a:cubicBezTo>
                      <a:pt x="298977" y="226287"/>
                      <a:pt x="263686" y="338854"/>
                      <a:pt x="192906" y="424426"/>
                    </a:cubicBezTo>
                    <a:cubicBezTo>
                      <a:pt x="136432" y="492711"/>
                      <a:pt x="72310" y="636539"/>
                      <a:pt x="38649" y="727474"/>
                    </a:cubicBezTo>
                    <a:cubicBezTo>
                      <a:pt x="29810" y="751353"/>
                      <a:pt x="-8624" y="874854"/>
                      <a:pt x="1768" y="898114"/>
                    </a:cubicBezTo>
                    <a:cubicBezTo>
                      <a:pt x="70777" y="1052629"/>
                      <a:pt x="412858" y="1252558"/>
                      <a:pt x="412858" y="1252558"/>
                    </a:cubicBezTo>
                    <a:cubicBezTo>
                      <a:pt x="350859" y="1425866"/>
                      <a:pt x="257429" y="2004490"/>
                      <a:pt x="257429" y="2004490"/>
                    </a:cubicBezTo>
                    <a:lnTo>
                      <a:pt x="201298" y="2492780"/>
                    </a:lnTo>
                    <a:lnTo>
                      <a:pt x="173513" y="2858616"/>
                    </a:lnTo>
                    <a:cubicBezTo>
                      <a:pt x="172523" y="2870075"/>
                      <a:pt x="177276" y="2880419"/>
                      <a:pt x="188763" y="2881000"/>
                    </a:cubicBezTo>
                    <a:cubicBezTo>
                      <a:pt x="263715" y="2884744"/>
                      <a:pt x="379082" y="2922024"/>
                      <a:pt x="379082" y="2922024"/>
                    </a:cubicBezTo>
                    <a:lnTo>
                      <a:pt x="395874" y="2985746"/>
                    </a:lnTo>
                    <a:lnTo>
                      <a:pt x="431469" y="3116401"/>
                    </a:lnTo>
                    <a:lnTo>
                      <a:pt x="501821" y="3357431"/>
                    </a:lnTo>
                    <a:cubicBezTo>
                      <a:pt x="514480" y="3404342"/>
                      <a:pt x="511041" y="3452967"/>
                      <a:pt x="496468" y="3499096"/>
                    </a:cubicBezTo>
                    <a:cubicBezTo>
                      <a:pt x="493249" y="3509269"/>
                      <a:pt x="491058" y="3519747"/>
                      <a:pt x="490181" y="3530376"/>
                    </a:cubicBezTo>
                    <a:lnTo>
                      <a:pt x="490181" y="3530376"/>
                    </a:lnTo>
                    <a:cubicBezTo>
                      <a:pt x="494687" y="3562790"/>
                      <a:pt x="509451" y="3592908"/>
                      <a:pt x="532301" y="3616340"/>
                    </a:cubicBezTo>
                    <a:lnTo>
                      <a:pt x="585355" y="3660955"/>
                    </a:lnTo>
                    <a:lnTo>
                      <a:pt x="658650" y="3735374"/>
                    </a:lnTo>
                    <a:cubicBezTo>
                      <a:pt x="707390" y="3770825"/>
                      <a:pt x="792257" y="3788351"/>
                      <a:pt x="852522" y="3788275"/>
                    </a:cubicBezTo>
                    <a:cubicBezTo>
                      <a:pt x="953106" y="3788161"/>
                      <a:pt x="981386" y="3718648"/>
                      <a:pt x="959545" y="3700779"/>
                    </a:cubicBezTo>
                    <a:cubicBezTo>
                      <a:pt x="852960" y="3613511"/>
                      <a:pt x="762663" y="3533596"/>
                      <a:pt x="714657" y="3490343"/>
                    </a:cubicBezTo>
                    <a:cubicBezTo>
                      <a:pt x="690588" y="3468654"/>
                      <a:pt x="673643" y="3440222"/>
                      <a:pt x="665994" y="3408742"/>
                    </a:cubicBezTo>
                    <a:lnTo>
                      <a:pt x="651535" y="3349173"/>
                    </a:lnTo>
                    <a:cubicBezTo>
                      <a:pt x="645649" y="3324922"/>
                      <a:pt x="642200" y="3300148"/>
                      <a:pt x="641248" y="3275211"/>
                    </a:cubicBezTo>
                    <a:lnTo>
                      <a:pt x="632085" y="3052031"/>
                    </a:lnTo>
                    <a:cubicBezTo>
                      <a:pt x="914406" y="3053831"/>
                      <a:pt x="999893" y="3018817"/>
                      <a:pt x="999893" y="3018817"/>
                    </a:cubicBezTo>
                    <a:cubicBezTo>
                      <a:pt x="1046003" y="3043963"/>
                      <a:pt x="1127814" y="3033267"/>
                      <a:pt x="1127814" y="3033267"/>
                    </a:cubicBezTo>
                    <a:lnTo>
                      <a:pt x="1235465" y="3305444"/>
                    </a:lnTo>
                    <a:cubicBezTo>
                      <a:pt x="1250496" y="3349430"/>
                      <a:pt x="1254229" y="3413428"/>
                      <a:pt x="1251458" y="3459825"/>
                    </a:cubicBezTo>
                    <a:lnTo>
                      <a:pt x="1244981" y="3493658"/>
                    </a:lnTo>
                    <a:cubicBezTo>
                      <a:pt x="1217625" y="3592679"/>
                      <a:pt x="1340335" y="3615330"/>
                      <a:pt x="1340335" y="3615330"/>
                    </a:cubicBezTo>
                    <a:lnTo>
                      <a:pt x="1582518" y="3614568"/>
                    </a:lnTo>
                    <a:cubicBezTo>
                      <a:pt x="1595472" y="3614530"/>
                      <a:pt x="1608388" y="3615892"/>
                      <a:pt x="1621028" y="3618721"/>
                    </a:cubicBezTo>
                    <a:cubicBezTo>
                      <a:pt x="1900815" y="3681348"/>
                      <a:pt x="1866649" y="3583745"/>
                      <a:pt x="1866649" y="3583745"/>
                    </a:cubicBezTo>
                    <a:close/>
                    <a:moveTo>
                      <a:pt x="446195" y="1109026"/>
                    </a:moveTo>
                    <a:lnTo>
                      <a:pt x="317922" y="1003356"/>
                    </a:lnTo>
                    <a:lnTo>
                      <a:pt x="190001" y="871196"/>
                    </a:lnTo>
                    <a:cubicBezTo>
                      <a:pt x="186429" y="867739"/>
                      <a:pt x="186058" y="856480"/>
                      <a:pt x="189401" y="852794"/>
                    </a:cubicBezTo>
                    <a:lnTo>
                      <a:pt x="375177" y="642463"/>
                    </a:lnTo>
                    <a:cubicBezTo>
                      <a:pt x="375167" y="642463"/>
                      <a:pt x="501688" y="884608"/>
                      <a:pt x="446195" y="1109026"/>
                    </a:cubicBezTo>
                    <a:close/>
                    <a:moveTo>
                      <a:pt x="1125851" y="830972"/>
                    </a:moveTo>
                    <a:lnTo>
                      <a:pt x="1173638" y="961189"/>
                    </a:lnTo>
                    <a:lnTo>
                      <a:pt x="1116907" y="1105378"/>
                    </a:lnTo>
                    <a:cubicBezTo>
                      <a:pt x="1079179" y="992212"/>
                      <a:pt x="1125851" y="830972"/>
                      <a:pt x="1125851" y="830972"/>
                    </a:cubicBezTo>
                    <a:close/>
                  </a:path>
                </a:pathLst>
              </a:custGeom>
              <a:solidFill>
                <a:srgbClr val="FFFFFF"/>
              </a:solidFill>
              <a:ln w="9525" cap="flat">
                <a:noFill/>
                <a:prstDash val="solid"/>
                <a:miter/>
              </a:ln>
            </p:spPr>
            <p:txBody>
              <a:bodyPr rtlCol="0" anchor="ctr"/>
              <a:lstStyle/>
              <a:p>
                <a:endParaRPr lang="en-US"/>
              </a:p>
            </p:txBody>
          </p:sp>
          <p:sp>
            <p:nvSpPr>
              <p:cNvPr id="12" name="Полілінія: фігура 11">
                <a:extLst>
                  <a:ext uri="{FF2B5EF4-FFF2-40B4-BE49-F238E27FC236}">
                    <a16:creationId xmlns:a16="http://schemas.microsoft.com/office/drawing/2014/main" id="{99F3B2C0-E47C-C6A4-9FF7-5A2AA5ADC5D5}"/>
                  </a:ext>
                </a:extLst>
              </p:cNvPr>
              <p:cNvSpPr/>
              <p:nvPr/>
            </p:nvSpPr>
            <p:spPr>
              <a:xfrm>
                <a:off x="5678758" y="2710674"/>
                <a:ext cx="1220703" cy="957554"/>
              </a:xfrm>
              <a:custGeom>
                <a:avLst/>
                <a:gdLst>
                  <a:gd name="connsiteX0" fmla="*/ 1220637 w 1220703"/>
                  <a:gd name="connsiteY0" fmla="*/ 671651 h 957554"/>
                  <a:gd name="connsiteX1" fmla="*/ 1096355 w 1220703"/>
                  <a:gd name="connsiteY1" fmla="*/ 291022 h 957554"/>
                  <a:gd name="connsiteX2" fmla="*/ 897445 w 1220703"/>
                  <a:gd name="connsiteY2" fmla="*/ 129555 h 957554"/>
                  <a:gd name="connsiteX3" fmla="*/ 832808 w 1220703"/>
                  <a:gd name="connsiteY3" fmla="*/ 113314 h 957554"/>
                  <a:gd name="connsiteX4" fmla="*/ 814758 w 1220703"/>
                  <a:gd name="connsiteY4" fmla="*/ 82663 h 957554"/>
                  <a:gd name="connsiteX5" fmla="*/ 758932 w 1220703"/>
                  <a:gd name="connsiteY5" fmla="*/ 60432 h 957554"/>
                  <a:gd name="connsiteX6" fmla="*/ 581777 w 1220703"/>
                  <a:gd name="connsiteY6" fmla="*/ 1729 h 957554"/>
                  <a:gd name="connsiteX7" fmla="*/ 572175 w 1220703"/>
                  <a:gd name="connsiteY7" fmla="*/ 4663 h 957554"/>
                  <a:gd name="connsiteX8" fmla="*/ 564555 w 1220703"/>
                  <a:gd name="connsiteY8" fmla="*/ 43782 h 957554"/>
                  <a:gd name="connsiteX9" fmla="*/ 553354 w 1220703"/>
                  <a:gd name="connsiteY9" fmla="*/ 80368 h 957554"/>
                  <a:gd name="connsiteX10" fmla="*/ 543962 w 1220703"/>
                  <a:gd name="connsiteY10" fmla="*/ 92512 h 957554"/>
                  <a:gd name="connsiteX11" fmla="*/ 336070 w 1220703"/>
                  <a:gd name="connsiteY11" fmla="*/ 152834 h 957554"/>
                  <a:gd name="connsiteX12" fmla="*/ 18 w 1220703"/>
                  <a:gd name="connsiteY12" fmla="*/ 579906 h 957554"/>
                  <a:gd name="connsiteX13" fmla="*/ 65074 w 1220703"/>
                  <a:gd name="connsiteY13" fmla="*/ 657402 h 957554"/>
                  <a:gd name="connsiteX14" fmla="*/ 156495 w 1220703"/>
                  <a:gd name="connsiteY14" fmla="*/ 711913 h 957554"/>
                  <a:gd name="connsiteX15" fmla="*/ 298398 w 1220703"/>
                  <a:gd name="connsiteY15" fmla="*/ 561561 h 957554"/>
                  <a:gd name="connsiteX16" fmla="*/ 312352 w 1220703"/>
                  <a:gd name="connsiteY16" fmla="*/ 568124 h 957554"/>
                  <a:gd name="connsiteX17" fmla="*/ 383409 w 1220703"/>
                  <a:gd name="connsiteY17" fmla="*/ 790161 h 957554"/>
                  <a:gd name="connsiteX18" fmla="*/ 392915 w 1220703"/>
                  <a:gd name="connsiteY18" fmla="*/ 903547 h 957554"/>
                  <a:gd name="connsiteX19" fmla="*/ 407307 w 1220703"/>
                  <a:gd name="connsiteY19" fmla="*/ 911919 h 957554"/>
                  <a:gd name="connsiteX20" fmla="*/ 1026165 w 1220703"/>
                  <a:gd name="connsiteY20" fmla="*/ 928274 h 957554"/>
                  <a:gd name="connsiteX21" fmla="*/ 1030718 w 1220703"/>
                  <a:gd name="connsiteY21" fmla="*/ 917444 h 957554"/>
                  <a:gd name="connsiteX22" fmla="*/ 1048168 w 1220703"/>
                  <a:gd name="connsiteY22" fmla="*/ 752566 h 957554"/>
                  <a:gd name="connsiteX23" fmla="*/ 1066361 w 1220703"/>
                  <a:gd name="connsiteY23" fmla="*/ 743450 h 957554"/>
                  <a:gd name="connsiteX24" fmla="*/ 1080353 w 1220703"/>
                  <a:gd name="connsiteY24" fmla="*/ 762310 h 957554"/>
                  <a:gd name="connsiteX25" fmla="*/ 1183966 w 1220703"/>
                  <a:gd name="connsiteY25" fmla="*/ 738374 h 957554"/>
                  <a:gd name="connsiteX26" fmla="*/ 1214799 w 1220703"/>
                  <a:gd name="connsiteY26" fmla="*/ 687520 h 957554"/>
                  <a:gd name="connsiteX27" fmla="*/ 1220637 w 1220703"/>
                  <a:gd name="connsiteY27" fmla="*/ 671651 h 9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20703" h="957554">
                    <a:moveTo>
                      <a:pt x="1220637" y="671651"/>
                    </a:moveTo>
                    <a:cubicBezTo>
                      <a:pt x="1181118" y="545759"/>
                      <a:pt x="1148162" y="412361"/>
                      <a:pt x="1096355" y="291022"/>
                    </a:cubicBezTo>
                    <a:cubicBezTo>
                      <a:pt x="1064580" y="211165"/>
                      <a:pt x="978883" y="158511"/>
                      <a:pt x="897445" y="129555"/>
                    </a:cubicBezTo>
                    <a:cubicBezTo>
                      <a:pt x="876080" y="122077"/>
                      <a:pt x="854077" y="117620"/>
                      <a:pt x="832808" y="113314"/>
                    </a:cubicBezTo>
                    <a:cubicBezTo>
                      <a:pt x="820625" y="112267"/>
                      <a:pt x="814044" y="89578"/>
                      <a:pt x="814758" y="82663"/>
                    </a:cubicBezTo>
                    <a:cubicBezTo>
                      <a:pt x="815777" y="34543"/>
                      <a:pt x="815882" y="68033"/>
                      <a:pt x="758932" y="60432"/>
                    </a:cubicBezTo>
                    <a:cubicBezTo>
                      <a:pt x="695857" y="55898"/>
                      <a:pt x="628478" y="44582"/>
                      <a:pt x="581777" y="1729"/>
                    </a:cubicBezTo>
                    <a:cubicBezTo>
                      <a:pt x="578776" y="-1605"/>
                      <a:pt x="572766" y="157"/>
                      <a:pt x="572175" y="4663"/>
                    </a:cubicBezTo>
                    <a:cubicBezTo>
                      <a:pt x="570051" y="17950"/>
                      <a:pt x="567489" y="31114"/>
                      <a:pt x="564555" y="43782"/>
                    </a:cubicBezTo>
                    <a:cubicBezTo>
                      <a:pt x="561231" y="57927"/>
                      <a:pt x="558412" y="68918"/>
                      <a:pt x="553354" y="80368"/>
                    </a:cubicBezTo>
                    <a:cubicBezTo>
                      <a:pt x="550639" y="87226"/>
                      <a:pt x="546134" y="91998"/>
                      <a:pt x="543962" y="92512"/>
                    </a:cubicBezTo>
                    <a:cubicBezTo>
                      <a:pt x="474773" y="108904"/>
                      <a:pt x="401945" y="128173"/>
                      <a:pt x="336070" y="152834"/>
                    </a:cubicBezTo>
                    <a:cubicBezTo>
                      <a:pt x="174954" y="230624"/>
                      <a:pt x="73551" y="413914"/>
                      <a:pt x="18" y="579906"/>
                    </a:cubicBezTo>
                    <a:cubicBezTo>
                      <a:pt x="-1058" y="607367"/>
                      <a:pt x="46157" y="639799"/>
                      <a:pt x="65074" y="657402"/>
                    </a:cubicBezTo>
                    <a:cubicBezTo>
                      <a:pt x="92211" y="678776"/>
                      <a:pt x="123110" y="700940"/>
                      <a:pt x="156495" y="711913"/>
                    </a:cubicBezTo>
                    <a:cubicBezTo>
                      <a:pt x="203301" y="665479"/>
                      <a:pt x="255193" y="614558"/>
                      <a:pt x="298398" y="561561"/>
                    </a:cubicBezTo>
                    <a:cubicBezTo>
                      <a:pt x="310714" y="546454"/>
                      <a:pt x="311628" y="566228"/>
                      <a:pt x="312352" y="568124"/>
                    </a:cubicBezTo>
                    <a:cubicBezTo>
                      <a:pt x="343194" y="640199"/>
                      <a:pt x="373389" y="724905"/>
                      <a:pt x="383409" y="790161"/>
                    </a:cubicBezTo>
                    <a:cubicBezTo>
                      <a:pt x="390495" y="831500"/>
                      <a:pt x="393601" y="868590"/>
                      <a:pt x="392915" y="903547"/>
                    </a:cubicBezTo>
                    <a:cubicBezTo>
                      <a:pt x="393124" y="910500"/>
                      <a:pt x="402535" y="910043"/>
                      <a:pt x="407307" y="911919"/>
                    </a:cubicBezTo>
                    <a:cubicBezTo>
                      <a:pt x="613009" y="950838"/>
                      <a:pt x="824959" y="983309"/>
                      <a:pt x="1026165" y="928274"/>
                    </a:cubicBezTo>
                    <a:cubicBezTo>
                      <a:pt x="1031147" y="927140"/>
                      <a:pt x="1030680" y="921511"/>
                      <a:pt x="1030718" y="917444"/>
                    </a:cubicBezTo>
                    <a:cubicBezTo>
                      <a:pt x="1032661" y="862951"/>
                      <a:pt x="1038443" y="804363"/>
                      <a:pt x="1048168" y="752566"/>
                    </a:cubicBezTo>
                    <a:cubicBezTo>
                      <a:pt x="1048473" y="750918"/>
                      <a:pt x="1064894" y="738326"/>
                      <a:pt x="1066361" y="743450"/>
                    </a:cubicBezTo>
                    <a:cubicBezTo>
                      <a:pt x="1069380" y="749708"/>
                      <a:pt x="1069809" y="768349"/>
                      <a:pt x="1080353" y="762310"/>
                    </a:cubicBezTo>
                    <a:cubicBezTo>
                      <a:pt x="1119006" y="762062"/>
                      <a:pt x="1150867" y="759700"/>
                      <a:pt x="1183966" y="738374"/>
                    </a:cubicBezTo>
                    <a:cubicBezTo>
                      <a:pt x="1202864" y="723010"/>
                      <a:pt x="1206979" y="706570"/>
                      <a:pt x="1214799" y="687520"/>
                    </a:cubicBezTo>
                    <a:cubicBezTo>
                      <a:pt x="1216084" y="681966"/>
                      <a:pt x="1221352" y="677385"/>
                      <a:pt x="1220637" y="671651"/>
                    </a:cubicBezTo>
                    <a:close/>
                  </a:path>
                </a:pathLst>
              </a:custGeom>
              <a:solidFill>
                <a:srgbClr val="FFFF00"/>
              </a:solidFill>
              <a:ln w="9525" cap="flat">
                <a:noFill/>
                <a:prstDash val="solid"/>
                <a:miter/>
              </a:ln>
            </p:spPr>
            <p:txBody>
              <a:bodyPr rtlCol="0" anchor="ctr"/>
              <a:lstStyle/>
              <a:p>
                <a:endParaRPr lang="en-US"/>
              </a:p>
            </p:txBody>
          </p:sp>
          <p:sp>
            <p:nvSpPr>
              <p:cNvPr id="13" name="Полілінія: фігура 12">
                <a:extLst>
                  <a:ext uri="{FF2B5EF4-FFF2-40B4-BE49-F238E27FC236}">
                    <a16:creationId xmlns:a16="http://schemas.microsoft.com/office/drawing/2014/main" id="{0DDF2845-8A17-5F27-6388-E56F43B9E931}"/>
                  </a:ext>
                </a:extLst>
              </p:cNvPr>
              <p:cNvSpPr/>
              <p:nvPr/>
            </p:nvSpPr>
            <p:spPr>
              <a:xfrm>
                <a:off x="5596104" y="2619030"/>
                <a:ext cx="1891611" cy="3812871"/>
              </a:xfrm>
              <a:custGeom>
                <a:avLst/>
                <a:gdLst>
                  <a:gd name="connsiteX0" fmla="*/ 1888402 w 1891611"/>
                  <a:gd name="connsiteY0" fmla="*/ 3580934 h 3812871"/>
                  <a:gd name="connsiteX1" fmla="*/ 1727791 w 1891611"/>
                  <a:gd name="connsiteY1" fmla="*/ 3499857 h 3812871"/>
                  <a:gd name="connsiteX2" fmla="*/ 1499315 w 1891611"/>
                  <a:gd name="connsiteY2" fmla="*/ 3384890 h 3812871"/>
                  <a:gd name="connsiteX3" fmla="*/ 1361308 w 1891611"/>
                  <a:gd name="connsiteY3" fmla="*/ 2996327 h 3812871"/>
                  <a:gd name="connsiteX4" fmla="*/ 1393817 w 1891611"/>
                  <a:gd name="connsiteY4" fmla="*/ 2923204 h 3812871"/>
                  <a:gd name="connsiteX5" fmla="*/ 1167083 w 1891611"/>
                  <a:gd name="connsiteY5" fmla="*/ 1299782 h 3812871"/>
                  <a:gd name="connsiteX6" fmla="*/ 1373833 w 1891611"/>
                  <a:gd name="connsiteY6" fmla="*/ 935851 h 3812871"/>
                  <a:gd name="connsiteX7" fmla="*/ 1351183 w 1891611"/>
                  <a:gd name="connsiteY7" fmla="*/ 839029 h 3812871"/>
                  <a:gd name="connsiteX8" fmla="*/ 1260714 w 1891611"/>
                  <a:gd name="connsiteY8" fmla="*/ 546516 h 3812871"/>
                  <a:gd name="connsiteX9" fmla="*/ 1168150 w 1891611"/>
                  <a:gd name="connsiteY9" fmla="*/ 323031 h 3812871"/>
                  <a:gd name="connsiteX10" fmla="*/ 908765 w 1891611"/>
                  <a:gd name="connsiteY10" fmla="*/ 189434 h 3812871"/>
                  <a:gd name="connsiteX11" fmla="*/ 908251 w 1891611"/>
                  <a:gd name="connsiteY11" fmla="*/ 150124 h 3812871"/>
                  <a:gd name="connsiteX12" fmla="*/ 911461 w 1891611"/>
                  <a:gd name="connsiteY12" fmla="*/ 123425 h 3812871"/>
                  <a:gd name="connsiteX13" fmla="*/ 894887 w 1891611"/>
                  <a:gd name="connsiteY13" fmla="*/ 139894 h 3812871"/>
                  <a:gd name="connsiteX14" fmla="*/ 763814 w 1891611"/>
                  <a:gd name="connsiteY14" fmla="*/ 130940 h 3812871"/>
                  <a:gd name="connsiteX15" fmla="*/ 663363 w 1891611"/>
                  <a:gd name="connsiteY15" fmla="*/ 80648 h 3812871"/>
                  <a:gd name="connsiteX16" fmla="*/ 666268 w 1891611"/>
                  <a:gd name="connsiteY16" fmla="*/ 5601 h 3812871"/>
                  <a:gd name="connsiteX17" fmla="*/ 651362 w 1891611"/>
                  <a:gd name="connsiteY17" fmla="*/ 9706 h 3812871"/>
                  <a:gd name="connsiteX18" fmla="*/ 623492 w 1891611"/>
                  <a:gd name="connsiteY18" fmla="*/ 173774 h 3812871"/>
                  <a:gd name="connsiteX19" fmla="*/ 165491 w 1891611"/>
                  <a:gd name="connsiteY19" fmla="*/ 467497 h 3812871"/>
                  <a:gd name="connsiteX20" fmla="*/ 719 w 1891611"/>
                  <a:gd name="connsiteY20" fmla="*/ 878786 h 3812871"/>
                  <a:gd name="connsiteX21" fmla="*/ 7710 w 1891611"/>
                  <a:gd name="connsiteY21" fmla="*/ 907276 h 3812871"/>
                  <a:gd name="connsiteX22" fmla="*/ 413713 w 1891611"/>
                  <a:gd name="connsiteY22" fmla="*/ 1265120 h 3812871"/>
                  <a:gd name="connsiteX23" fmla="*/ 229442 w 1891611"/>
                  <a:gd name="connsiteY23" fmla="*/ 2205962 h 3812871"/>
                  <a:gd name="connsiteX24" fmla="*/ 180712 w 1891611"/>
                  <a:gd name="connsiteY24" fmla="*/ 2884561 h 3812871"/>
                  <a:gd name="connsiteX25" fmla="*/ 229880 w 1891611"/>
                  <a:gd name="connsiteY25" fmla="*/ 2902706 h 3812871"/>
                  <a:gd name="connsiteX26" fmla="*/ 368926 w 1891611"/>
                  <a:gd name="connsiteY26" fmla="*/ 2936148 h 3812871"/>
                  <a:gd name="connsiteX27" fmla="*/ 388319 w 1891611"/>
                  <a:gd name="connsiteY27" fmla="*/ 2961933 h 3812871"/>
                  <a:gd name="connsiteX28" fmla="*/ 514126 w 1891611"/>
                  <a:gd name="connsiteY28" fmla="*/ 3466386 h 3812871"/>
                  <a:gd name="connsiteX29" fmla="*/ 511763 w 1891611"/>
                  <a:gd name="connsiteY29" fmla="*/ 3606451 h 3812871"/>
                  <a:gd name="connsiteX30" fmla="*/ 605689 w 1891611"/>
                  <a:gd name="connsiteY30" fmla="*/ 3700510 h 3812871"/>
                  <a:gd name="connsiteX31" fmla="*/ 979755 w 1891611"/>
                  <a:gd name="connsiteY31" fmla="*/ 3763176 h 3812871"/>
                  <a:gd name="connsiteX32" fmla="*/ 901164 w 1891611"/>
                  <a:gd name="connsiteY32" fmla="*/ 3629492 h 3812871"/>
                  <a:gd name="connsiteX33" fmla="*/ 704997 w 1891611"/>
                  <a:gd name="connsiteY33" fmla="*/ 3456899 h 3812871"/>
                  <a:gd name="connsiteX34" fmla="*/ 654362 w 1891611"/>
                  <a:gd name="connsiteY34" fmla="*/ 3071546 h 3812871"/>
                  <a:gd name="connsiteX35" fmla="*/ 1015264 w 1891611"/>
                  <a:gd name="connsiteY35" fmla="*/ 3040752 h 3812871"/>
                  <a:gd name="connsiteX36" fmla="*/ 1133498 w 1891611"/>
                  <a:gd name="connsiteY36" fmla="*/ 3053791 h 3812871"/>
                  <a:gd name="connsiteX37" fmla="*/ 1257380 w 1891611"/>
                  <a:gd name="connsiteY37" fmla="*/ 3432086 h 3812871"/>
                  <a:gd name="connsiteX38" fmla="*/ 1285565 w 1891611"/>
                  <a:gd name="connsiteY38" fmla="*/ 3607899 h 3812871"/>
                  <a:gd name="connsiteX39" fmla="*/ 1351564 w 1891611"/>
                  <a:gd name="connsiteY39" fmla="*/ 3631016 h 3812871"/>
                  <a:gd name="connsiteX40" fmla="*/ 1448957 w 1891611"/>
                  <a:gd name="connsiteY40" fmla="*/ 3634312 h 3812871"/>
                  <a:gd name="connsiteX41" fmla="*/ 1585174 w 1891611"/>
                  <a:gd name="connsiteY41" fmla="*/ 3634150 h 3812871"/>
                  <a:gd name="connsiteX42" fmla="*/ 1851121 w 1891611"/>
                  <a:gd name="connsiteY42" fmla="*/ 3655429 h 3812871"/>
                  <a:gd name="connsiteX43" fmla="*/ 1888402 w 1891611"/>
                  <a:gd name="connsiteY43" fmla="*/ 3580934 h 3812871"/>
                  <a:gd name="connsiteX44" fmla="*/ 1123583 w 1891611"/>
                  <a:gd name="connsiteY44" fmla="*/ 1058142 h 3812871"/>
                  <a:gd name="connsiteX45" fmla="*/ 1139566 w 1891611"/>
                  <a:gd name="connsiteY45" fmla="*/ 859774 h 3812871"/>
                  <a:gd name="connsiteX46" fmla="*/ 1177847 w 1891611"/>
                  <a:gd name="connsiteY46" fmla="*/ 968702 h 3812871"/>
                  <a:gd name="connsiteX47" fmla="*/ 1131117 w 1891611"/>
                  <a:gd name="connsiteY47" fmla="*/ 1093708 h 3812871"/>
                  <a:gd name="connsiteX48" fmla="*/ 1123583 w 1891611"/>
                  <a:gd name="connsiteY48" fmla="*/ 1058142 h 3812871"/>
                  <a:gd name="connsiteX49" fmla="*/ 459595 w 1891611"/>
                  <a:gd name="connsiteY49" fmla="*/ 1045969 h 3812871"/>
                  <a:gd name="connsiteX50" fmla="*/ 450346 w 1891611"/>
                  <a:gd name="connsiteY50" fmla="*/ 1097366 h 3812871"/>
                  <a:gd name="connsiteX51" fmla="*/ 206154 w 1891611"/>
                  <a:gd name="connsiteY51" fmla="*/ 872900 h 3812871"/>
                  <a:gd name="connsiteX52" fmla="*/ 391282 w 1891611"/>
                  <a:gd name="connsiteY52" fmla="*/ 668893 h 3812871"/>
                  <a:gd name="connsiteX53" fmla="*/ 459595 w 1891611"/>
                  <a:gd name="connsiteY53" fmla="*/ 1045969 h 3812871"/>
                  <a:gd name="connsiteX54" fmla="*/ 1345029 w 1891611"/>
                  <a:gd name="connsiteY54" fmla="*/ 911924 h 3812871"/>
                  <a:gd name="connsiteX55" fmla="*/ 1357050 w 1891611"/>
                  <a:gd name="connsiteY55" fmla="*/ 936756 h 3812871"/>
                  <a:gd name="connsiteX56" fmla="*/ 1162902 w 1891611"/>
                  <a:gd name="connsiteY56" fmla="*/ 1274417 h 3812871"/>
                  <a:gd name="connsiteX57" fmla="*/ 1135013 w 1891611"/>
                  <a:gd name="connsiteY57" fmla="*/ 1114854 h 3812871"/>
                  <a:gd name="connsiteX58" fmla="*/ 1189439 w 1891611"/>
                  <a:gd name="connsiteY58" fmla="*/ 977446 h 3812871"/>
                  <a:gd name="connsiteX59" fmla="*/ 1193191 w 1891611"/>
                  <a:gd name="connsiteY59" fmla="*/ 950033 h 3812871"/>
                  <a:gd name="connsiteX60" fmla="*/ 1162321 w 1891611"/>
                  <a:gd name="connsiteY60" fmla="*/ 856831 h 3812871"/>
                  <a:gd name="connsiteX61" fmla="*/ 1305501 w 1891611"/>
                  <a:gd name="connsiteY61" fmla="*/ 788137 h 3812871"/>
                  <a:gd name="connsiteX62" fmla="*/ 1345029 w 1891611"/>
                  <a:gd name="connsiteY62" fmla="*/ 911924 h 3812871"/>
                  <a:gd name="connsiteX63" fmla="*/ 1177961 w 1891611"/>
                  <a:gd name="connsiteY63" fmla="*/ 968502 h 3812871"/>
                  <a:gd name="connsiteX64" fmla="*/ 1177980 w 1891611"/>
                  <a:gd name="connsiteY64" fmla="*/ 968226 h 3812871"/>
                  <a:gd name="connsiteX65" fmla="*/ 1178037 w 1891611"/>
                  <a:gd name="connsiteY65" fmla="*/ 968378 h 3812871"/>
                  <a:gd name="connsiteX66" fmla="*/ 1177961 w 1891611"/>
                  <a:gd name="connsiteY66" fmla="*/ 968502 h 3812871"/>
                  <a:gd name="connsiteX67" fmla="*/ 169997 w 1891611"/>
                  <a:gd name="connsiteY67" fmla="*/ 510997 h 3812871"/>
                  <a:gd name="connsiteX68" fmla="*/ 415132 w 1891611"/>
                  <a:gd name="connsiteY68" fmla="*/ 252413 h 3812871"/>
                  <a:gd name="connsiteX69" fmla="*/ 636922 w 1891611"/>
                  <a:gd name="connsiteY69" fmla="*/ 187757 h 3812871"/>
                  <a:gd name="connsiteX70" fmla="*/ 637912 w 1891611"/>
                  <a:gd name="connsiteY70" fmla="*/ 187767 h 3812871"/>
                  <a:gd name="connsiteX71" fmla="*/ 641637 w 1891611"/>
                  <a:gd name="connsiteY71" fmla="*/ 174346 h 3812871"/>
                  <a:gd name="connsiteX72" fmla="*/ 660915 w 1891611"/>
                  <a:gd name="connsiteY72" fmla="*/ 97193 h 3812871"/>
                  <a:gd name="connsiteX73" fmla="*/ 836594 w 1891611"/>
                  <a:gd name="connsiteY73" fmla="*/ 157315 h 3812871"/>
                  <a:gd name="connsiteX74" fmla="*/ 892973 w 1891611"/>
                  <a:gd name="connsiteY74" fmla="*/ 153105 h 3812871"/>
                  <a:gd name="connsiteX75" fmla="*/ 895602 w 1891611"/>
                  <a:gd name="connsiteY75" fmla="*/ 193177 h 3812871"/>
                  <a:gd name="connsiteX76" fmla="*/ 899926 w 1891611"/>
                  <a:gd name="connsiteY76" fmla="*/ 207360 h 3812871"/>
                  <a:gd name="connsiteX77" fmla="*/ 907841 w 1891611"/>
                  <a:gd name="connsiteY77" fmla="*/ 227286 h 3812871"/>
                  <a:gd name="connsiteX78" fmla="*/ 918976 w 1891611"/>
                  <a:gd name="connsiteY78" fmla="*/ 222590 h 3812871"/>
                  <a:gd name="connsiteX79" fmla="*/ 914547 w 1891611"/>
                  <a:gd name="connsiteY79" fmla="*/ 210360 h 3812871"/>
                  <a:gd name="connsiteX80" fmla="*/ 1138966 w 1891611"/>
                  <a:gd name="connsiteY80" fmla="*/ 326946 h 3812871"/>
                  <a:gd name="connsiteX81" fmla="*/ 1174465 w 1891611"/>
                  <a:gd name="connsiteY81" fmla="*/ 384982 h 3812871"/>
                  <a:gd name="connsiteX82" fmla="*/ 1298490 w 1891611"/>
                  <a:gd name="connsiteY82" fmla="*/ 764896 h 3812871"/>
                  <a:gd name="connsiteX83" fmla="*/ 1263810 w 1891611"/>
                  <a:gd name="connsiteY83" fmla="*/ 825551 h 3812871"/>
                  <a:gd name="connsiteX84" fmla="*/ 1160025 w 1891611"/>
                  <a:gd name="connsiteY84" fmla="*/ 849621 h 3812871"/>
                  <a:gd name="connsiteX85" fmla="*/ 1147681 w 1891611"/>
                  <a:gd name="connsiteY85" fmla="*/ 817826 h 3812871"/>
                  <a:gd name="connsiteX86" fmla="*/ 1137137 w 1891611"/>
                  <a:gd name="connsiteY86" fmla="*/ 512017 h 3812871"/>
                  <a:gd name="connsiteX87" fmla="*/ 1127297 w 1891611"/>
                  <a:gd name="connsiteY87" fmla="*/ 517770 h 3812871"/>
                  <a:gd name="connsiteX88" fmla="*/ 1126821 w 1891611"/>
                  <a:gd name="connsiteY88" fmla="*/ 838257 h 3812871"/>
                  <a:gd name="connsiteX89" fmla="*/ 1108162 w 1891611"/>
                  <a:gd name="connsiteY89" fmla="*/ 1014470 h 3812871"/>
                  <a:gd name="connsiteX90" fmla="*/ 481712 w 1891611"/>
                  <a:gd name="connsiteY90" fmla="*/ 995315 h 3812871"/>
                  <a:gd name="connsiteX91" fmla="*/ 400778 w 1891611"/>
                  <a:gd name="connsiteY91" fmla="*/ 657787 h 3812871"/>
                  <a:gd name="connsiteX92" fmla="*/ 456623 w 1891611"/>
                  <a:gd name="connsiteY92" fmla="*/ 579711 h 3812871"/>
                  <a:gd name="connsiteX93" fmla="*/ 468548 w 1891611"/>
                  <a:gd name="connsiteY93" fmla="*/ 517332 h 3812871"/>
                  <a:gd name="connsiteX94" fmla="*/ 411494 w 1891611"/>
                  <a:gd name="connsiteY94" fmla="*/ 604295 h 3812871"/>
                  <a:gd name="connsiteX95" fmla="*/ 239567 w 1891611"/>
                  <a:gd name="connsiteY95" fmla="*/ 797976 h 3812871"/>
                  <a:gd name="connsiteX96" fmla="*/ 151785 w 1891611"/>
                  <a:gd name="connsiteY96" fmla="*/ 744703 h 3812871"/>
                  <a:gd name="connsiteX97" fmla="*/ 88377 w 1891611"/>
                  <a:gd name="connsiteY97" fmla="*/ 673704 h 3812871"/>
                  <a:gd name="connsiteX98" fmla="*/ 169997 w 1891611"/>
                  <a:gd name="connsiteY98" fmla="*/ 510997 h 3812871"/>
                  <a:gd name="connsiteX99" fmla="*/ 368136 w 1891611"/>
                  <a:gd name="connsiteY99" fmla="*/ 1210085 h 3812871"/>
                  <a:gd name="connsiteX100" fmla="*/ 18473 w 1891611"/>
                  <a:gd name="connsiteY100" fmla="*/ 902246 h 3812871"/>
                  <a:gd name="connsiteX101" fmla="*/ 80624 w 1891611"/>
                  <a:gd name="connsiteY101" fmla="*/ 692706 h 3812871"/>
                  <a:gd name="connsiteX102" fmla="*/ 232576 w 1891611"/>
                  <a:gd name="connsiteY102" fmla="*/ 806044 h 3812871"/>
                  <a:gd name="connsiteX103" fmla="*/ 194324 w 1891611"/>
                  <a:gd name="connsiteY103" fmla="*/ 881320 h 3812871"/>
                  <a:gd name="connsiteX104" fmla="*/ 474740 w 1891611"/>
                  <a:gd name="connsiteY104" fmla="*/ 1142029 h 3812871"/>
                  <a:gd name="connsiteX105" fmla="*/ 581896 w 1891611"/>
                  <a:gd name="connsiteY105" fmla="*/ 1193464 h 3812871"/>
                  <a:gd name="connsiteX106" fmla="*/ 687328 w 1891611"/>
                  <a:gd name="connsiteY106" fmla="*/ 1188578 h 3812871"/>
                  <a:gd name="connsiteX107" fmla="*/ 765357 w 1891611"/>
                  <a:gd name="connsiteY107" fmla="*/ 1222439 h 3812871"/>
                  <a:gd name="connsiteX108" fmla="*/ 697329 w 1891611"/>
                  <a:gd name="connsiteY108" fmla="*/ 1233983 h 3812871"/>
                  <a:gd name="connsiteX109" fmla="*/ 688262 w 1891611"/>
                  <a:gd name="connsiteY109" fmla="*/ 1245680 h 3812871"/>
                  <a:gd name="connsiteX110" fmla="*/ 528775 w 1891611"/>
                  <a:gd name="connsiteY110" fmla="*/ 1368962 h 3812871"/>
                  <a:gd name="connsiteX111" fmla="*/ 484017 w 1891611"/>
                  <a:gd name="connsiteY111" fmla="*/ 1294115 h 3812871"/>
                  <a:gd name="connsiteX112" fmla="*/ 455766 w 1891611"/>
                  <a:gd name="connsiteY112" fmla="*/ 1269197 h 3812871"/>
                  <a:gd name="connsiteX113" fmla="*/ 368136 w 1891611"/>
                  <a:gd name="connsiteY113" fmla="*/ 1210085 h 3812871"/>
                  <a:gd name="connsiteX114" fmla="*/ 656924 w 1891611"/>
                  <a:gd name="connsiteY114" fmla="*/ 3402025 h 3812871"/>
                  <a:gd name="connsiteX115" fmla="*/ 763452 w 1891611"/>
                  <a:gd name="connsiteY115" fmla="*/ 3551720 h 3812871"/>
                  <a:gd name="connsiteX116" fmla="*/ 859797 w 1891611"/>
                  <a:gd name="connsiteY116" fmla="*/ 3631721 h 3812871"/>
                  <a:gd name="connsiteX117" fmla="*/ 710731 w 1891611"/>
                  <a:gd name="connsiteY117" fmla="*/ 3699129 h 3812871"/>
                  <a:gd name="connsiteX118" fmla="*/ 709398 w 1891611"/>
                  <a:gd name="connsiteY118" fmla="*/ 3699244 h 3812871"/>
                  <a:gd name="connsiteX119" fmla="*/ 576495 w 1891611"/>
                  <a:gd name="connsiteY119" fmla="*/ 3536690 h 3812871"/>
                  <a:gd name="connsiteX120" fmla="*/ 540815 w 1891611"/>
                  <a:gd name="connsiteY120" fmla="*/ 3467824 h 3812871"/>
                  <a:gd name="connsiteX121" fmla="*/ 428010 w 1891611"/>
                  <a:gd name="connsiteY121" fmla="*/ 3020740 h 3812871"/>
                  <a:gd name="connsiteX122" fmla="*/ 640417 w 1891611"/>
                  <a:gd name="connsiteY122" fmla="*/ 3070470 h 3812871"/>
                  <a:gd name="connsiteX123" fmla="*/ 656924 w 1891611"/>
                  <a:gd name="connsiteY123" fmla="*/ 3402025 h 3812871"/>
                  <a:gd name="connsiteX124" fmla="*/ 1211394 w 1891611"/>
                  <a:gd name="connsiteY124" fmla="*/ 3182189 h 3812871"/>
                  <a:gd name="connsiteX125" fmla="*/ 1154082 w 1891611"/>
                  <a:gd name="connsiteY125" fmla="*/ 3051820 h 3812871"/>
                  <a:gd name="connsiteX126" fmla="*/ 1347296 w 1891611"/>
                  <a:gd name="connsiteY126" fmla="*/ 3003243 h 3812871"/>
                  <a:gd name="connsiteX127" fmla="*/ 1474036 w 1891611"/>
                  <a:gd name="connsiteY127" fmla="*/ 3402245 h 3812871"/>
                  <a:gd name="connsiteX128" fmla="*/ 1689072 w 1891611"/>
                  <a:gd name="connsiteY128" fmla="*/ 3517707 h 3812871"/>
                  <a:gd name="connsiteX129" fmla="*/ 1581840 w 1891611"/>
                  <a:gd name="connsiteY129" fmla="*/ 3566741 h 3812871"/>
                  <a:gd name="connsiteX130" fmla="*/ 1469255 w 1891611"/>
                  <a:gd name="connsiteY130" fmla="*/ 3550930 h 3812871"/>
                  <a:gd name="connsiteX131" fmla="*/ 1369185 w 1891611"/>
                  <a:gd name="connsiteY131" fmla="*/ 3520841 h 3812871"/>
                  <a:gd name="connsiteX132" fmla="*/ 1276326 w 1891611"/>
                  <a:gd name="connsiteY132" fmla="*/ 3435201 h 3812871"/>
                  <a:gd name="connsiteX133" fmla="*/ 1281812 w 1891611"/>
                  <a:gd name="connsiteY133" fmla="*/ 3420780 h 3812871"/>
                  <a:gd name="connsiteX134" fmla="*/ 1281774 w 1891611"/>
                  <a:gd name="connsiteY134" fmla="*/ 3420904 h 3812871"/>
                  <a:gd name="connsiteX135" fmla="*/ 1211394 w 1891611"/>
                  <a:gd name="connsiteY135" fmla="*/ 3182189 h 381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891611" h="3812871">
                    <a:moveTo>
                      <a:pt x="1888402" y="3580934"/>
                    </a:moveTo>
                    <a:cubicBezTo>
                      <a:pt x="1860627" y="3521726"/>
                      <a:pt x="1784132" y="3514887"/>
                      <a:pt x="1727791" y="3499857"/>
                    </a:cubicBezTo>
                    <a:cubicBezTo>
                      <a:pt x="1643343" y="3480474"/>
                      <a:pt x="1573144" y="3427400"/>
                      <a:pt x="1499315" y="3384890"/>
                    </a:cubicBezTo>
                    <a:cubicBezTo>
                      <a:pt x="1408723" y="3275629"/>
                      <a:pt x="1391473" y="3130087"/>
                      <a:pt x="1361308" y="2996327"/>
                    </a:cubicBezTo>
                    <a:cubicBezTo>
                      <a:pt x="1403732" y="2972877"/>
                      <a:pt x="1398636" y="2968162"/>
                      <a:pt x="1393817" y="2923204"/>
                    </a:cubicBezTo>
                    <a:cubicBezTo>
                      <a:pt x="1311587" y="2383022"/>
                      <a:pt x="1251884" y="1839602"/>
                      <a:pt x="1167083" y="1299782"/>
                    </a:cubicBezTo>
                    <a:cubicBezTo>
                      <a:pt x="1261381" y="1204408"/>
                      <a:pt x="1359745" y="1072611"/>
                      <a:pt x="1373833" y="935851"/>
                    </a:cubicBezTo>
                    <a:cubicBezTo>
                      <a:pt x="1390692" y="929640"/>
                      <a:pt x="1353726" y="855955"/>
                      <a:pt x="1351183" y="839029"/>
                    </a:cubicBezTo>
                    <a:cubicBezTo>
                      <a:pt x="1319979" y="741855"/>
                      <a:pt x="1292128" y="643633"/>
                      <a:pt x="1260714" y="546516"/>
                    </a:cubicBezTo>
                    <a:cubicBezTo>
                      <a:pt x="1234196" y="470764"/>
                      <a:pt x="1213375" y="390201"/>
                      <a:pt x="1168150" y="323031"/>
                    </a:cubicBezTo>
                    <a:cubicBezTo>
                      <a:pt x="1106838" y="249727"/>
                      <a:pt x="1005139" y="192491"/>
                      <a:pt x="908765" y="189434"/>
                    </a:cubicBezTo>
                    <a:cubicBezTo>
                      <a:pt x="906136" y="176537"/>
                      <a:pt x="906079" y="163106"/>
                      <a:pt x="908251" y="150124"/>
                    </a:cubicBezTo>
                    <a:cubicBezTo>
                      <a:pt x="909670" y="141704"/>
                      <a:pt x="913566" y="131855"/>
                      <a:pt x="911461" y="123425"/>
                    </a:cubicBezTo>
                    <a:cubicBezTo>
                      <a:pt x="903355" y="111052"/>
                      <a:pt x="895468" y="132007"/>
                      <a:pt x="894887" y="139894"/>
                    </a:cubicBezTo>
                    <a:cubicBezTo>
                      <a:pt x="851368" y="147581"/>
                      <a:pt x="806562" y="140304"/>
                      <a:pt x="763814" y="130940"/>
                    </a:cubicBezTo>
                    <a:cubicBezTo>
                      <a:pt x="726266" y="123301"/>
                      <a:pt x="692138" y="105537"/>
                      <a:pt x="663363" y="80648"/>
                    </a:cubicBezTo>
                    <a:cubicBezTo>
                      <a:pt x="666221" y="55779"/>
                      <a:pt x="669574" y="30557"/>
                      <a:pt x="666268" y="5601"/>
                    </a:cubicBezTo>
                    <a:cubicBezTo>
                      <a:pt x="664811" y="-4238"/>
                      <a:pt x="650019" y="0"/>
                      <a:pt x="651362" y="9706"/>
                    </a:cubicBezTo>
                    <a:cubicBezTo>
                      <a:pt x="653972" y="63818"/>
                      <a:pt x="643237" y="123120"/>
                      <a:pt x="623492" y="173774"/>
                    </a:cubicBezTo>
                    <a:cubicBezTo>
                      <a:pt x="395301" y="204912"/>
                      <a:pt x="287926" y="271691"/>
                      <a:pt x="165491" y="467497"/>
                    </a:cubicBezTo>
                    <a:cubicBezTo>
                      <a:pt x="89253" y="593617"/>
                      <a:pt x="22397" y="731873"/>
                      <a:pt x="719" y="878786"/>
                    </a:cubicBezTo>
                    <a:cubicBezTo>
                      <a:pt x="1195" y="888121"/>
                      <a:pt x="-3920" y="903913"/>
                      <a:pt x="7710" y="907276"/>
                    </a:cubicBezTo>
                    <a:cubicBezTo>
                      <a:pt x="81700" y="1071429"/>
                      <a:pt x="273162" y="1163774"/>
                      <a:pt x="413713" y="1265120"/>
                    </a:cubicBezTo>
                    <a:cubicBezTo>
                      <a:pt x="317577" y="1570406"/>
                      <a:pt x="270238" y="1889208"/>
                      <a:pt x="229442" y="2205962"/>
                    </a:cubicBezTo>
                    <a:cubicBezTo>
                      <a:pt x="207802" y="2430666"/>
                      <a:pt x="169644" y="2659600"/>
                      <a:pt x="180712" y="2884561"/>
                    </a:cubicBezTo>
                    <a:cubicBezTo>
                      <a:pt x="174693" y="2898677"/>
                      <a:pt x="220651" y="2900344"/>
                      <a:pt x="229880" y="2902706"/>
                    </a:cubicBezTo>
                    <a:cubicBezTo>
                      <a:pt x="276648" y="2910688"/>
                      <a:pt x="325035" y="2917556"/>
                      <a:pt x="368926" y="2936148"/>
                    </a:cubicBezTo>
                    <a:cubicBezTo>
                      <a:pt x="379975" y="2942158"/>
                      <a:pt x="384671" y="2950807"/>
                      <a:pt x="388319" y="2961933"/>
                    </a:cubicBezTo>
                    <a:cubicBezTo>
                      <a:pt x="415447" y="3133449"/>
                      <a:pt x="500305" y="3292117"/>
                      <a:pt x="514126" y="3466386"/>
                    </a:cubicBezTo>
                    <a:cubicBezTo>
                      <a:pt x="484036" y="3505781"/>
                      <a:pt x="478835" y="3567208"/>
                      <a:pt x="511763" y="3606451"/>
                    </a:cubicBezTo>
                    <a:cubicBezTo>
                      <a:pt x="541691" y="3639046"/>
                      <a:pt x="574828" y="3668773"/>
                      <a:pt x="605689" y="3700510"/>
                    </a:cubicBezTo>
                    <a:cubicBezTo>
                      <a:pt x="680375" y="3790436"/>
                      <a:pt x="892068" y="3866522"/>
                      <a:pt x="979755" y="3763176"/>
                    </a:cubicBezTo>
                    <a:cubicBezTo>
                      <a:pt x="1024627" y="3709788"/>
                      <a:pt x="937026" y="3659286"/>
                      <a:pt x="901164" y="3629492"/>
                    </a:cubicBezTo>
                    <a:cubicBezTo>
                      <a:pt x="827584" y="3581610"/>
                      <a:pt x="768205" y="3516907"/>
                      <a:pt x="704997" y="3456899"/>
                    </a:cubicBezTo>
                    <a:cubicBezTo>
                      <a:pt x="652791" y="3335360"/>
                      <a:pt x="663544" y="3200343"/>
                      <a:pt x="654362" y="3071546"/>
                    </a:cubicBezTo>
                    <a:cubicBezTo>
                      <a:pt x="774387" y="3076947"/>
                      <a:pt x="899898" y="3077509"/>
                      <a:pt x="1015264" y="3040752"/>
                    </a:cubicBezTo>
                    <a:cubicBezTo>
                      <a:pt x="1051555" y="3058573"/>
                      <a:pt x="1094274" y="3055773"/>
                      <a:pt x="1133498" y="3053791"/>
                    </a:cubicBezTo>
                    <a:cubicBezTo>
                      <a:pt x="1184552" y="3176407"/>
                      <a:pt x="1227824" y="3303185"/>
                      <a:pt x="1257380" y="3432086"/>
                    </a:cubicBezTo>
                    <a:cubicBezTo>
                      <a:pt x="1251475" y="3490884"/>
                      <a:pt x="1219337" y="3571923"/>
                      <a:pt x="1285565" y="3607899"/>
                    </a:cubicBezTo>
                    <a:cubicBezTo>
                      <a:pt x="1305472" y="3618662"/>
                      <a:pt x="1327999" y="3635112"/>
                      <a:pt x="1351564" y="3631016"/>
                    </a:cubicBezTo>
                    <a:cubicBezTo>
                      <a:pt x="1382205" y="3641113"/>
                      <a:pt x="1417334" y="3635779"/>
                      <a:pt x="1448957" y="3634312"/>
                    </a:cubicBezTo>
                    <a:cubicBezTo>
                      <a:pt x="1494401" y="3632207"/>
                      <a:pt x="1539730" y="3631597"/>
                      <a:pt x="1585174" y="3634150"/>
                    </a:cubicBezTo>
                    <a:cubicBezTo>
                      <a:pt x="1674442" y="3633483"/>
                      <a:pt x="1762377" y="3671745"/>
                      <a:pt x="1851121" y="3655429"/>
                    </a:cubicBezTo>
                    <a:cubicBezTo>
                      <a:pt x="1882554" y="3648599"/>
                      <a:pt x="1898994" y="3609994"/>
                      <a:pt x="1888402" y="3580934"/>
                    </a:cubicBezTo>
                    <a:close/>
                    <a:moveTo>
                      <a:pt x="1123583" y="1058142"/>
                    </a:moveTo>
                    <a:cubicBezTo>
                      <a:pt x="1124669" y="991800"/>
                      <a:pt x="1128098" y="925240"/>
                      <a:pt x="1139566" y="859774"/>
                    </a:cubicBezTo>
                    <a:cubicBezTo>
                      <a:pt x="1150177" y="896808"/>
                      <a:pt x="1165026" y="932517"/>
                      <a:pt x="1177847" y="968702"/>
                    </a:cubicBezTo>
                    <a:cubicBezTo>
                      <a:pt x="1159273" y="1009279"/>
                      <a:pt x="1152443" y="1054256"/>
                      <a:pt x="1131117" y="1093708"/>
                    </a:cubicBezTo>
                    <a:cubicBezTo>
                      <a:pt x="1128374" y="1082031"/>
                      <a:pt x="1127640" y="1069372"/>
                      <a:pt x="1123583" y="1058142"/>
                    </a:cubicBezTo>
                    <a:close/>
                    <a:moveTo>
                      <a:pt x="459595" y="1045969"/>
                    </a:moveTo>
                    <a:cubicBezTo>
                      <a:pt x="457233" y="1063248"/>
                      <a:pt x="454147" y="1080316"/>
                      <a:pt x="450346" y="1097366"/>
                    </a:cubicBezTo>
                    <a:cubicBezTo>
                      <a:pt x="362268" y="1030243"/>
                      <a:pt x="282211" y="953215"/>
                      <a:pt x="206154" y="872900"/>
                    </a:cubicBezTo>
                    <a:cubicBezTo>
                      <a:pt x="257065" y="795919"/>
                      <a:pt x="331788" y="738664"/>
                      <a:pt x="391282" y="668893"/>
                    </a:cubicBezTo>
                    <a:cubicBezTo>
                      <a:pt x="436983" y="788604"/>
                      <a:pt x="478531" y="916305"/>
                      <a:pt x="459595" y="1045969"/>
                    </a:cubicBezTo>
                    <a:close/>
                    <a:moveTo>
                      <a:pt x="1345029" y="911924"/>
                    </a:moveTo>
                    <a:cubicBezTo>
                      <a:pt x="1348801" y="920077"/>
                      <a:pt x="1349887" y="930888"/>
                      <a:pt x="1357050" y="936756"/>
                    </a:cubicBezTo>
                    <a:cubicBezTo>
                      <a:pt x="1330370" y="1066534"/>
                      <a:pt x="1254609" y="1180881"/>
                      <a:pt x="1162902" y="1274417"/>
                    </a:cubicBezTo>
                    <a:cubicBezTo>
                      <a:pt x="1154110" y="1221134"/>
                      <a:pt x="1144823" y="1167937"/>
                      <a:pt x="1135013" y="1114854"/>
                    </a:cubicBezTo>
                    <a:cubicBezTo>
                      <a:pt x="1161597" y="1072877"/>
                      <a:pt x="1170741" y="1023033"/>
                      <a:pt x="1189439" y="977446"/>
                    </a:cubicBezTo>
                    <a:cubicBezTo>
                      <a:pt x="1203469" y="975265"/>
                      <a:pt x="1196839" y="958425"/>
                      <a:pt x="1193191" y="950033"/>
                    </a:cubicBezTo>
                    <a:cubicBezTo>
                      <a:pt x="1182847" y="918982"/>
                      <a:pt x="1172151" y="888054"/>
                      <a:pt x="1162321" y="856831"/>
                    </a:cubicBezTo>
                    <a:cubicBezTo>
                      <a:pt x="1219328" y="866356"/>
                      <a:pt x="1289299" y="851983"/>
                      <a:pt x="1305501" y="788137"/>
                    </a:cubicBezTo>
                    <a:cubicBezTo>
                      <a:pt x="1318083" y="829580"/>
                      <a:pt x="1330980" y="870957"/>
                      <a:pt x="1345029" y="911924"/>
                    </a:cubicBezTo>
                    <a:close/>
                    <a:moveTo>
                      <a:pt x="1177961" y="968502"/>
                    </a:moveTo>
                    <a:cubicBezTo>
                      <a:pt x="1177961" y="968417"/>
                      <a:pt x="1177970" y="968312"/>
                      <a:pt x="1177980" y="968226"/>
                    </a:cubicBezTo>
                    <a:cubicBezTo>
                      <a:pt x="1177999" y="968274"/>
                      <a:pt x="1178018" y="968331"/>
                      <a:pt x="1178037" y="968378"/>
                    </a:cubicBezTo>
                    <a:cubicBezTo>
                      <a:pt x="1178018" y="968417"/>
                      <a:pt x="1177990" y="968455"/>
                      <a:pt x="1177961" y="968502"/>
                    </a:cubicBezTo>
                    <a:close/>
                    <a:moveTo>
                      <a:pt x="169997" y="510997"/>
                    </a:moveTo>
                    <a:cubicBezTo>
                      <a:pt x="231547" y="409623"/>
                      <a:pt x="306290" y="306115"/>
                      <a:pt x="415132" y="252413"/>
                    </a:cubicBezTo>
                    <a:cubicBezTo>
                      <a:pt x="486713" y="224238"/>
                      <a:pt x="562132" y="205293"/>
                      <a:pt x="636922" y="187757"/>
                    </a:cubicBezTo>
                    <a:cubicBezTo>
                      <a:pt x="637103" y="187700"/>
                      <a:pt x="637741" y="187729"/>
                      <a:pt x="637912" y="187767"/>
                    </a:cubicBezTo>
                    <a:cubicBezTo>
                      <a:pt x="645780" y="189681"/>
                      <a:pt x="649714" y="177003"/>
                      <a:pt x="641637" y="174346"/>
                    </a:cubicBezTo>
                    <a:cubicBezTo>
                      <a:pt x="651943" y="149809"/>
                      <a:pt x="656267" y="123292"/>
                      <a:pt x="660915" y="97193"/>
                    </a:cubicBezTo>
                    <a:cubicBezTo>
                      <a:pt x="708197" y="140770"/>
                      <a:pt x="774691" y="152276"/>
                      <a:pt x="836594" y="157315"/>
                    </a:cubicBezTo>
                    <a:cubicBezTo>
                      <a:pt x="853949" y="158411"/>
                      <a:pt x="876199" y="160897"/>
                      <a:pt x="892973" y="153105"/>
                    </a:cubicBezTo>
                    <a:cubicBezTo>
                      <a:pt x="891182" y="166469"/>
                      <a:pt x="892154" y="180194"/>
                      <a:pt x="895602" y="193177"/>
                    </a:cubicBezTo>
                    <a:cubicBezTo>
                      <a:pt x="891782" y="197568"/>
                      <a:pt x="893344" y="206226"/>
                      <a:pt x="899926" y="207360"/>
                    </a:cubicBezTo>
                    <a:cubicBezTo>
                      <a:pt x="902288" y="214084"/>
                      <a:pt x="905013" y="220704"/>
                      <a:pt x="907841" y="227286"/>
                    </a:cubicBezTo>
                    <a:cubicBezTo>
                      <a:pt x="910537" y="233563"/>
                      <a:pt x="921424" y="229057"/>
                      <a:pt x="918976" y="222590"/>
                    </a:cubicBezTo>
                    <a:cubicBezTo>
                      <a:pt x="917443" y="218542"/>
                      <a:pt x="915947" y="214465"/>
                      <a:pt x="914547" y="210360"/>
                    </a:cubicBezTo>
                    <a:cubicBezTo>
                      <a:pt x="998224" y="225467"/>
                      <a:pt x="1080663" y="263957"/>
                      <a:pt x="1138966" y="326946"/>
                    </a:cubicBezTo>
                    <a:cubicBezTo>
                      <a:pt x="1154253" y="344196"/>
                      <a:pt x="1164969" y="364132"/>
                      <a:pt x="1174465" y="384982"/>
                    </a:cubicBezTo>
                    <a:cubicBezTo>
                      <a:pt x="1226253" y="506378"/>
                      <a:pt x="1258847" y="638661"/>
                      <a:pt x="1298490" y="764896"/>
                    </a:cubicBezTo>
                    <a:cubicBezTo>
                      <a:pt x="1287765" y="785308"/>
                      <a:pt x="1283469" y="811026"/>
                      <a:pt x="1263810" y="825551"/>
                    </a:cubicBezTo>
                    <a:cubicBezTo>
                      <a:pt x="1233892" y="847097"/>
                      <a:pt x="1194487" y="846592"/>
                      <a:pt x="1160025" y="849621"/>
                    </a:cubicBezTo>
                    <a:cubicBezTo>
                      <a:pt x="1155825" y="839372"/>
                      <a:pt x="1154901" y="826466"/>
                      <a:pt x="1147681" y="817826"/>
                    </a:cubicBezTo>
                    <a:cubicBezTo>
                      <a:pt x="1170455" y="717585"/>
                      <a:pt x="1194506" y="605038"/>
                      <a:pt x="1137137" y="512017"/>
                    </a:cubicBezTo>
                    <a:cubicBezTo>
                      <a:pt x="1133327" y="505768"/>
                      <a:pt x="1123573" y="511417"/>
                      <a:pt x="1127297" y="517770"/>
                    </a:cubicBezTo>
                    <a:cubicBezTo>
                      <a:pt x="1183324" y="616668"/>
                      <a:pt x="1146919" y="734340"/>
                      <a:pt x="1126821" y="838257"/>
                    </a:cubicBezTo>
                    <a:cubicBezTo>
                      <a:pt x="1115706" y="896341"/>
                      <a:pt x="1110095" y="955396"/>
                      <a:pt x="1108162" y="1014470"/>
                    </a:cubicBezTo>
                    <a:cubicBezTo>
                      <a:pt x="903974" y="1069705"/>
                      <a:pt x="685680" y="1036768"/>
                      <a:pt x="481712" y="995315"/>
                    </a:cubicBezTo>
                    <a:cubicBezTo>
                      <a:pt x="484007" y="877796"/>
                      <a:pt x="446489" y="764591"/>
                      <a:pt x="400778" y="657787"/>
                    </a:cubicBezTo>
                    <a:cubicBezTo>
                      <a:pt x="421438" y="633365"/>
                      <a:pt x="440526" y="607410"/>
                      <a:pt x="456623" y="579711"/>
                    </a:cubicBezTo>
                    <a:cubicBezTo>
                      <a:pt x="462443" y="571872"/>
                      <a:pt x="496761" y="505397"/>
                      <a:pt x="468548" y="517332"/>
                    </a:cubicBezTo>
                    <a:cubicBezTo>
                      <a:pt x="446355" y="544040"/>
                      <a:pt x="431963" y="576263"/>
                      <a:pt x="411494" y="604295"/>
                    </a:cubicBezTo>
                    <a:cubicBezTo>
                      <a:pt x="363316" y="676561"/>
                      <a:pt x="297270" y="733816"/>
                      <a:pt x="239567" y="797976"/>
                    </a:cubicBezTo>
                    <a:cubicBezTo>
                      <a:pt x="207459" y="785737"/>
                      <a:pt x="178579" y="766220"/>
                      <a:pt x="151785" y="744703"/>
                    </a:cubicBezTo>
                    <a:cubicBezTo>
                      <a:pt x="130525" y="724900"/>
                      <a:pt x="95492" y="702755"/>
                      <a:pt x="88377" y="673704"/>
                    </a:cubicBezTo>
                    <a:cubicBezTo>
                      <a:pt x="111751" y="617658"/>
                      <a:pt x="139088" y="563204"/>
                      <a:pt x="169997" y="510997"/>
                    </a:cubicBezTo>
                    <a:close/>
                    <a:moveTo>
                      <a:pt x="368136" y="1210085"/>
                    </a:moveTo>
                    <a:cubicBezTo>
                      <a:pt x="238910" y="1123484"/>
                      <a:pt x="101331" y="1038130"/>
                      <a:pt x="18473" y="902246"/>
                    </a:cubicBezTo>
                    <a:cubicBezTo>
                      <a:pt x="33742" y="830923"/>
                      <a:pt x="52973" y="760343"/>
                      <a:pt x="80624" y="692706"/>
                    </a:cubicBezTo>
                    <a:cubicBezTo>
                      <a:pt x="97864" y="724910"/>
                      <a:pt x="195610" y="811768"/>
                      <a:pt x="232576" y="806044"/>
                    </a:cubicBezTo>
                    <a:cubicBezTo>
                      <a:pt x="225585" y="816845"/>
                      <a:pt x="167777" y="876262"/>
                      <a:pt x="194324" y="881320"/>
                    </a:cubicBezTo>
                    <a:cubicBezTo>
                      <a:pt x="275753" y="980161"/>
                      <a:pt x="370146" y="1068105"/>
                      <a:pt x="474740" y="1142029"/>
                    </a:cubicBezTo>
                    <a:cubicBezTo>
                      <a:pt x="488818" y="1149630"/>
                      <a:pt x="578667" y="1223591"/>
                      <a:pt x="581896" y="1193464"/>
                    </a:cubicBezTo>
                    <a:cubicBezTo>
                      <a:pt x="626940" y="1190454"/>
                      <a:pt x="639017" y="1162812"/>
                      <a:pt x="687328" y="1188578"/>
                    </a:cubicBezTo>
                    <a:cubicBezTo>
                      <a:pt x="710579" y="1199998"/>
                      <a:pt x="757632" y="1191873"/>
                      <a:pt x="765357" y="1222439"/>
                    </a:cubicBezTo>
                    <a:cubicBezTo>
                      <a:pt x="752555" y="1240955"/>
                      <a:pt x="717208" y="1233993"/>
                      <a:pt x="697329" y="1233983"/>
                    </a:cubicBezTo>
                    <a:cubicBezTo>
                      <a:pt x="686623" y="1231326"/>
                      <a:pt x="672498" y="1238889"/>
                      <a:pt x="688262" y="1245680"/>
                    </a:cubicBezTo>
                    <a:cubicBezTo>
                      <a:pt x="682470" y="1323442"/>
                      <a:pt x="597250" y="1361523"/>
                      <a:pt x="528775" y="1368962"/>
                    </a:cubicBezTo>
                    <a:cubicBezTo>
                      <a:pt x="536614" y="1353398"/>
                      <a:pt x="494676" y="1307326"/>
                      <a:pt x="484017" y="1294115"/>
                    </a:cubicBezTo>
                    <a:cubicBezTo>
                      <a:pt x="480331" y="1281865"/>
                      <a:pt x="465300" y="1276588"/>
                      <a:pt x="455766" y="1269197"/>
                    </a:cubicBezTo>
                    <a:cubicBezTo>
                      <a:pt x="426553" y="1249499"/>
                      <a:pt x="397349" y="1229792"/>
                      <a:pt x="368136" y="1210085"/>
                    </a:cubicBezTo>
                    <a:close/>
                    <a:moveTo>
                      <a:pt x="656924" y="3402025"/>
                    </a:moveTo>
                    <a:cubicBezTo>
                      <a:pt x="669212" y="3473416"/>
                      <a:pt x="714798" y="3504458"/>
                      <a:pt x="763452" y="3551720"/>
                    </a:cubicBezTo>
                    <a:cubicBezTo>
                      <a:pt x="793761" y="3580486"/>
                      <a:pt x="825450" y="3607861"/>
                      <a:pt x="859797" y="3631721"/>
                    </a:cubicBezTo>
                    <a:cubicBezTo>
                      <a:pt x="806057" y="3642818"/>
                      <a:pt x="753422" y="3664249"/>
                      <a:pt x="710731" y="3699129"/>
                    </a:cubicBezTo>
                    <a:cubicBezTo>
                      <a:pt x="710236" y="3699110"/>
                      <a:pt x="709493" y="3699158"/>
                      <a:pt x="709398" y="3699244"/>
                    </a:cubicBezTo>
                    <a:cubicBezTo>
                      <a:pt x="641589" y="3675041"/>
                      <a:pt x="594888" y="3604089"/>
                      <a:pt x="576495" y="3536690"/>
                    </a:cubicBezTo>
                    <a:cubicBezTo>
                      <a:pt x="570142" y="3511496"/>
                      <a:pt x="561503" y="3484998"/>
                      <a:pt x="540815" y="3467824"/>
                    </a:cubicBezTo>
                    <a:cubicBezTo>
                      <a:pt x="532290" y="3313367"/>
                      <a:pt x="465767" y="3169435"/>
                      <a:pt x="428010" y="3020740"/>
                    </a:cubicBezTo>
                    <a:cubicBezTo>
                      <a:pt x="491570" y="3058040"/>
                      <a:pt x="568751" y="3061964"/>
                      <a:pt x="640417" y="3070470"/>
                    </a:cubicBezTo>
                    <a:cubicBezTo>
                      <a:pt x="626921" y="3180112"/>
                      <a:pt x="633026" y="3294060"/>
                      <a:pt x="656924" y="3402025"/>
                    </a:cubicBezTo>
                    <a:close/>
                    <a:moveTo>
                      <a:pt x="1211394" y="3182189"/>
                    </a:moveTo>
                    <a:cubicBezTo>
                      <a:pt x="1193401" y="3138240"/>
                      <a:pt x="1174218" y="3094816"/>
                      <a:pt x="1154082" y="3051820"/>
                    </a:cubicBezTo>
                    <a:cubicBezTo>
                      <a:pt x="1220023" y="3043819"/>
                      <a:pt x="1286251" y="3030008"/>
                      <a:pt x="1347296" y="3003243"/>
                    </a:cubicBezTo>
                    <a:cubicBezTo>
                      <a:pt x="1356107" y="3143841"/>
                      <a:pt x="1394350" y="3284840"/>
                      <a:pt x="1474036" y="3402245"/>
                    </a:cubicBezTo>
                    <a:cubicBezTo>
                      <a:pt x="1542921" y="3442640"/>
                      <a:pt x="1612149" y="3491046"/>
                      <a:pt x="1689072" y="3517707"/>
                    </a:cubicBezTo>
                    <a:cubicBezTo>
                      <a:pt x="1715104" y="3555350"/>
                      <a:pt x="1604529" y="3571618"/>
                      <a:pt x="1581840" y="3566741"/>
                    </a:cubicBezTo>
                    <a:cubicBezTo>
                      <a:pt x="1544064" y="3564675"/>
                      <a:pt x="1506631" y="3556436"/>
                      <a:pt x="1469255" y="3550930"/>
                    </a:cubicBezTo>
                    <a:cubicBezTo>
                      <a:pt x="1434793" y="3545853"/>
                      <a:pt x="1399093" y="3539833"/>
                      <a:pt x="1369185" y="3520841"/>
                    </a:cubicBezTo>
                    <a:cubicBezTo>
                      <a:pt x="1333780" y="3497628"/>
                      <a:pt x="1307025" y="3463891"/>
                      <a:pt x="1276326" y="3435201"/>
                    </a:cubicBezTo>
                    <a:cubicBezTo>
                      <a:pt x="1280345" y="3432772"/>
                      <a:pt x="1281783" y="3424990"/>
                      <a:pt x="1281812" y="3420780"/>
                    </a:cubicBezTo>
                    <a:cubicBezTo>
                      <a:pt x="1281802" y="3420819"/>
                      <a:pt x="1281793" y="3420866"/>
                      <a:pt x="1281774" y="3420904"/>
                    </a:cubicBezTo>
                    <a:cubicBezTo>
                      <a:pt x="1272830" y="3338370"/>
                      <a:pt x="1241350" y="3259208"/>
                      <a:pt x="1211394" y="3182189"/>
                    </a:cubicBezTo>
                    <a:close/>
                  </a:path>
                </a:pathLst>
              </a:custGeom>
              <a:solidFill>
                <a:srgbClr val="000000"/>
              </a:solidFill>
              <a:ln w="9525" cap="flat">
                <a:noFill/>
                <a:prstDash val="solid"/>
                <a:miter/>
              </a:ln>
            </p:spPr>
            <p:txBody>
              <a:bodyPr rtlCol="0" anchor="ctr"/>
              <a:lstStyle/>
              <a:p>
                <a:endParaRPr lang="en-US"/>
              </a:p>
            </p:txBody>
          </p:sp>
        </p:grpSp>
        <p:grpSp>
          <p:nvGrpSpPr>
            <p:cNvPr id="14" name="Графіка 4" descr="Woman in black skirt">
              <a:extLst>
                <a:ext uri="{FF2B5EF4-FFF2-40B4-BE49-F238E27FC236}">
                  <a16:creationId xmlns:a16="http://schemas.microsoft.com/office/drawing/2014/main" id="{3ED5FDA0-ECDF-E40B-13D6-FD35257798A3}"/>
                </a:ext>
              </a:extLst>
            </p:cNvPr>
            <p:cNvGrpSpPr/>
            <p:nvPr/>
          </p:nvGrpSpPr>
          <p:grpSpPr>
            <a:xfrm>
              <a:off x="5893809" y="2071473"/>
              <a:ext cx="808460" cy="704187"/>
              <a:chOff x="5893809" y="2071473"/>
              <a:chExt cx="808460" cy="704187"/>
            </a:xfrm>
          </p:grpSpPr>
          <p:sp>
            <p:nvSpPr>
              <p:cNvPr id="15" name="Полілінія: фігура 14">
                <a:extLst>
                  <a:ext uri="{FF2B5EF4-FFF2-40B4-BE49-F238E27FC236}">
                    <a16:creationId xmlns:a16="http://schemas.microsoft.com/office/drawing/2014/main" id="{D909C0FC-6167-A10E-7AD4-74DAB8441C98}"/>
                  </a:ext>
                </a:extLst>
              </p:cNvPr>
              <p:cNvSpPr/>
              <p:nvPr/>
            </p:nvSpPr>
            <p:spPr>
              <a:xfrm>
                <a:off x="6093907" y="2210117"/>
                <a:ext cx="545574" cy="503833"/>
              </a:xfrm>
              <a:custGeom>
                <a:avLst/>
                <a:gdLst>
                  <a:gd name="connsiteX0" fmla="*/ 378166 w 545574"/>
                  <a:gd name="connsiteY0" fmla="*/ 2328 h 503833"/>
                  <a:gd name="connsiteX1" fmla="*/ 3738 w 545574"/>
                  <a:gd name="connsiteY1" fmla="*/ 263028 h 503833"/>
                  <a:gd name="connsiteX2" fmla="*/ 9740 w 545574"/>
                  <a:gd name="connsiteY2" fmla="*/ 280839 h 503833"/>
                  <a:gd name="connsiteX3" fmla="*/ 21170 w 545574"/>
                  <a:gd name="connsiteY3" fmla="*/ 307700 h 503833"/>
                  <a:gd name="connsiteX4" fmla="*/ 108799 w 545574"/>
                  <a:gd name="connsiteY4" fmla="*/ 439335 h 503833"/>
                  <a:gd name="connsiteX5" fmla="*/ 152043 w 545574"/>
                  <a:gd name="connsiteY5" fmla="*/ 441430 h 503833"/>
                  <a:gd name="connsiteX6" fmla="*/ 261104 w 545574"/>
                  <a:gd name="connsiteY6" fmla="*/ 491152 h 503833"/>
                  <a:gd name="connsiteX7" fmla="*/ 322160 w 545574"/>
                  <a:gd name="connsiteY7" fmla="*/ 502104 h 503833"/>
                  <a:gd name="connsiteX8" fmla="*/ 451032 w 545574"/>
                  <a:gd name="connsiteY8" fmla="*/ 500105 h 503833"/>
                  <a:gd name="connsiteX9" fmla="*/ 508182 w 545574"/>
                  <a:gd name="connsiteY9" fmla="*/ 451909 h 503833"/>
                  <a:gd name="connsiteX10" fmla="*/ 538282 w 545574"/>
                  <a:gd name="connsiteY10" fmla="*/ 199972 h 503833"/>
                  <a:gd name="connsiteX11" fmla="*/ 544377 w 545574"/>
                  <a:gd name="connsiteY11" fmla="*/ 88053 h 503833"/>
                  <a:gd name="connsiteX12" fmla="*/ 378166 w 545574"/>
                  <a:gd name="connsiteY12" fmla="*/ 2328 h 503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5574" h="503833">
                    <a:moveTo>
                      <a:pt x="378166" y="2328"/>
                    </a:moveTo>
                    <a:cubicBezTo>
                      <a:pt x="213765" y="-3672"/>
                      <a:pt x="56602" y="106817"/>
                      <a:pt x="3738" y="263028"/>
                    </a:cubicBezTo>
                    <a:cubicBezTo>
                      <a:pt x="1547" y="269980"/>
                      <a:pt x="4501" y="276744"/>
                      <a:pt x="9740" y="280839"/>
                    </a:cubicBezTo>
                    <a:cubicBezTo>
                      <a:pt x="17740" y="287221"/>
                      <a:pt x="21646" y="297412"/>
                      <a:pt x="21170" y="307700"/>
                    </a:cubicBezTo>
                    <a:cubicBezTo>
                      <a:pt x="18598" y="365707"/>
                      <a:pt x="46887" y="431525"/>
                      <a:pt x="108799" y="439335"/>
                    </a:cubicBezTo>
                    <a:cubicBezTo>
                      <a:pt x="123182" y="441145"/>
                      <a:pt x="137660" y="440097"/>
                      <a:pt x="152043" y="441430"/>
                    </a:cubicBezTo>
                    <a:cubicBezTo>
                      <a:pt x="164903" y="442573"/>
                      <a:pt x="234910" y="481912"/>
                      <a:pt x="261104" y="491152"/>
                    </a:cubicBezTo>
                    <a:cubicBezTo>
                      <a:pt x="276249" y="496390"/>
                      <a:pt x="297776" y="500009"/>
                      <a:pt x="322160" y="502104"/>
                    </a:cubicBezTo>
                    <a:cubicBezTo>
                      <a:pt x="377025" y="506772"/>
                      <a:pt x="407123" y="508296"/>
                      <a:pt x="451032" y="500105"/>
                    </a:cubicBezTo>
                    <a:cubicBezTo>
                      <a:pt x="463796" y="497819"/>
                      <a:pt x="493515" y="477912"/>
                      <a:pt x="508182" y="451909"/>
                    </a:cubicBezTo>
                    <a:cubicBezTo>
                      <a:pt x="558379" y="362944"/>
                      <a:pt x="535806" y="224261"/>
                      <a:pt x="538282" y="199972"/>
                    </a:cubicBezTo>
                    <a:cubicBezTo>
                      <a:pt x="541331" y="168729"/>
                      <a:pt x="555523" y="117772"/>
                      <a:pt x="544377" y="88053"/>
                    </a:cubicBezTo>
                    <a:cubicBezTo>
                      <a:pt x="514851" y="12234"/>
                      <a:pt x="451508" y="3946"/>
                      <a:pt x="378166" y="2328"/>
                    </a:cubicBezTo>
                    <a:close/>
                  </a:path>
                </a:pathLst>
              </a:custGeom>
              <a:solidFill>
                <a:srgbClr val="FFFFFF"/>
              </a:solidFill>
              <a:ln w="9525" cap="flat">
                <a:noFill/>
                <a:prstDash val="solid"/>
                <a:miter/>
              </a:ln>
            </p:spPr>
            <p:txBody>
              <a:bodyPr rtlCol="0" anchor="ctr"/>
              <a:lstStyle/>
              <a:p>
                <a:endParaRPr lang="en-US"/>
              </a:p>
            </p:txBody>
          </p:sp>
          <p:sp>
            <p:nvSpPr>
              <p:cNvPr id="16" name="Полілінія: фігура 15">
                <a:extLst>
                  <a:ext uri="{FF2B5EF4-FFF2-40B4-BE49-F238E27FC236}">
                    <a16:creationId xmlns:a16="http://schemas.microsoft.com/office/drawing/2014/main" id="{92056A37-8251-477C-E07C-B2D0086A0AB5}"/>
                  </a:ext>
                </a:extLst>
              </p:cNvPr>
              <p:cNvSpPr/>
              <p:nvPr/>
            </p:nvSpPr>
            <p:spPr>
              <a:xfrm>
                <a:off x="5893809" y="2071473"/>
                <a:ext cx="808460" cy="704187"/>
              </a:xfrm>
              <a:custGeom>
                <a:avLst/>
                <a:gdLst>
                  <a:gd name="connsiteX0" fmla="*/ 691327 w 808460"/>
                  <a:gd name="connsiteY0" fmla="*/ 706281 h 704187"/>
                  <a:gd name="connsiteX1" fmla="*/ 636367 w 808460"/>
                  <a:gd name="connsiteY1" fmla="*/ 691993 h 704187"/>
                  <a:gd name="connsiteX2" fmla="*/ 607220 w 808460"/>
                  <a:gd name="connsiteY2" fmla="*/ 653227 h 704187"/>
                  <a:gd name="connsiteX3" fmla="*/ 503492 w 808460"/>
                  <a:gd name="connsiteY3" fmla="*/ 641226 h 704187"/>
                  <a:gd name="connsiteX4" fmla="*/ 471489 w 808460"/>
                  <a:gd name="connsiteY4" fmla="*/ 616747 h 704187"/>
                  <a:gd name="connsiteX5" fmla="*/ 472440 w 808460"/>
                  <a:gd name="connsiteY5" fmla="*/ 615413 h 704187"/>
                  <a:gd name="connsiteX6" fmla="*/ 575787 w 808460"/>
                  <a:gd name="connsiteY6" fmla="*/ 629224 h 704187"/>
                  <a:gd name="connsiteX7" fmla="*/ 667609 w 808460"/>
                  <a:gd name="connsiteY7" fmla="*/ 600744 h 704187"/>
                  <a:gd name="connsiteX8" fmla="*/ 711709 w 808460"/>
                  <a:gd name="connsiteY8" fmla="*/ 420626 h 704187"/>
                  <a:gd name="connsiteX9" fmla="*/ 725806 w 808460"/>
                  <a:gd name="connsiteY9" fmla="*/ 255558 h 704187"/>
                  <a:gd name="connsiteX10" fmla="*/ 708091 w 808460"/>
                  <a:gd name="connsiteY10" fmla="*/ 234985 h 704187"/>
                  <a:gd name="connsiteX11" fmla="*/ 701612 w 808460"/>
                  <a:gd name="connsiteY11" fmla="*/ 225744 h 704187"/>
                  <a:gd name="connsiteX12" fmla="*/ 695422 w 808460"/>
                  <a:gd name="connsiteY12" fmla="*/ 218886 h 704187"/>
                  <a:gd name="connsiteX13" fmla="*/ 666751 w 808460"/>
                  <a:gd name="connsiteY13" fmla="*/ 246224 h 704187"/>
                  <a:gd name="connsiteX14" fmla="*/ 659798 w 808460"/>
                  <a:gd name="connsiteY14" fmla="*/ 241080 h 704187"/>
                  <a:gd name="connsiteX15" fmla="*/ 644462 w 808460"/>
                  <a:gd name="connsiteY15" fmla="*/ 209075 h 704187"/>
                  <a:gd name="connsiteX16" fmla="*/ 593505 w 808460"/>
                  <a:gd name="connsiteY16" fmla="*/ 250224 h 704187"/>
                  <a:gd name="connsiteX17" fmla="*/ 586170 w 808460"/>
                  <a:gd name="connsiteY17" fmla="*/ 247843 h 704187"/>
                  <a:gd name="connsiteX18" fmla="*/ 584740 w 808460"/>
                  <a:gd name="connsiteY18" fmla="*/ 241462 h 704187"/>
                  <a:gd name="connsiteX19" fmla="*/ 587026 w 808460"/>
                  <a:gd name="connsiteY19" fmla="*/ 194978 h 704187"/>
                  <a:gd name="connsiteX20" fmla="*/ 562167 w 808460"/>
                  <a:gd name="connsiteY20" fmla="*/ 211173 h 704187"/>
                  <a:gd name="connsiteX21" fmla="*/ 490920 w 808460"/>
                  <a:gd name="connsiteY21" fmla="*/ 246129 h 704187"/>
                  <a:gd name="connsiteX22" fmla="*/ 495206 w 808460"/>
                  <a:gd name="connsiteY22" fmla="*/ 222316 h 704187"/>
                  <a:gd name="connsiteX23" fmla="*/ 495206 w 808460"/>
                  <a:gd name="connsiteY23" fmla="*/ 222126 h 704187"/>
                  <a:gd name="connsiteX24" fmla="*/ 309659 w 808460"/>
                  <a:gd name="connsiteY24" fmla="*/ 361761 h 704187"/>
                  <a:gd name="connsiteX25" fmla="*/ 316898 w 808460"/>
                  <a:gd name="connsiteY25" fmla="*/ 391194 h 704187"/>
                  <a:gd name="connsiteX26" fmla="*/ 309755 w 808460"/>
                  <a:gd name="connsiteY26" fmla="*/ 386432 h 704187"/>
                  <a:gd name="connsiteX27" fmla="*/ 276703 w 808460"/>
                  <a:gd name="connsiteY27" fmla="*/ 360429 h 704187"/>
                  <a:gd name="connsiteX28" fmla="*/ 250509 w 808460"/>
                  <a:gd name="connsiteY28" fmla="*/ 414530 h 704187"/>
                  <a:gd name="connsiteX29" fmla="*/ 262320 w 808460"/>
                  <a:gd name="connsiteY29" fmla="*/ 440344 h 704187"/>
                  <a:gd name="connsiteX30" fmla="*/ 274417 w 808460"/>
                  <a:gd name="connsiteY30" fmla="*/ 479967 h 704187"/>
                  <a:gd name="connsiteX31" fmla="*/ 303467 w 808460"/>
                  <a:gd name="connsiteY31" fmla="*/ 477586 h 704187"/>
                  <a:gd name="connsiteX32" fmla="*/ 298704 w 808460"/>
                  <a:gd name="connsiteY32" fmla="*/ 493970 h 704187"/>
                  <a:gd name="connsiteX33" fmla="*/ 364428 w 808460"/>
                  <a:gd name="connsiteY33" fmla="*/ 572551 h 704187"/>
                  <a:gd name="connsiteX34" fmla="*/ 386336 w 808460"/>
                  <a:gd name="connsiteY34" fmla="*/ 594267 h 704187"/>
                  <a:gd name="connsiteX35" fmla="*/ 398242 w 808460"/>
                  <a:gd name="connsiteY35" fmla="*/ 653704 h 704187"/>
                  <a:gd name="connsiteX36" fmla="*/ 379001 w 808460"/>
                  <a:gd name="connsiteY36" fmla="*/ 677611 h 704187"/>
                  <a:gd name="connsiteX37" fmla="*/ 371381 w 808460"/>
                  <a:gd name="connsiteY37" fmla="*/ 677801 h 704187"/>
                  <a:gd name="connsiteX38" fmla="*/ 332709 w 808460"/>
                  <a:gd name="connsiteY38" fmla="*/ 692566 h 704187"/>
                  <a:gd name="connsiteX39" fmla="*/ 285751 w 808460"/>
                  <a:gd name="connsiteY39" fmla="*/ 695613 h 704187"/>
                  <a:gd name="connsiteX40" fmla="*/ 43055 w 808460"/>
                  <a:gd name="connsiteY40" fmla="*/ 655132 h 704187"/>
                  <a:gd name="connsiteX41" fmla="*/ 12575 w 808460"/>
                  <a:gd name="connsiteY41" fmla="*/ 502922 h 704187"/>
                  <a:gd name="connsiteX42" fmla="*/ 137828 w 808460"/>
                  <a:gd name="connsiteY42" fmla="*/ 314518 h 704187"/>
                  <a:gd name="connsiteX43" fmla="*/ 137828 w 808460"/>
                  <a:gd name="connsiteY43" fmla="*/ 314518 h 704187"/>
                  <a:gd name="connsiteX44" fmla="*/ 141163 w 808460"/>
                  <a:gd name="connsiteY44" fmla="*/ 313376 h 704187"/>
                  <a:gd name="connsiteX45" fmla="*/ 206503 w 808460"/>
                  <a:gd name="connsiteY45" fmla="*/ 138687 h 704187"/>
                  <a:gd name="connsiteX46" fmla="*/ 345378 w 808460"/>
                  <a:gd name="connsiteY46" fmla="*/ 21243 h 704187"/>
                  <a:gd name="connsiteX47" fmla="*/ 518732 w 808460"/>
                  <a:gd name="connsiteY47" fmla="*/ 6290 h 704187"/>
                  <a:gd name="connsiteX48" fmla="*/ 776194 w 808460"/>
                  <a:gd name="connsiteY48" fmla="*/ 220126 h 704187"/>
                  <a:gd name="connsiteX49" fmla="*/ 778670 w 808460"/>
                  <a:gd name="connsiteY49" fmla="*/ 268893 h 704187"/>
                  <a:gd name="connsiteX50" fmla="*/ 778861 w 808460"/>
                  <a:gd name="connsiteY50" fmla="*/ 269369 h 704187"/>
                  <a:gd name="connsiteX51" fmla="*/ 775717 w 808460"/>
                  <a:gd name="connsiteY51" fmla="*/ 287657 h 704187"/>
                  <a:gd name="connsiteX52" fmla="*/ 775335 w 808460"/>
                  <a:gd name="connsiteY52" fmla="*/ 288038 h 704187"/>
                  <a:gd name="connsiteX53" fmla="*/ 768001 w 808460"/>
                  <a:gd name="connsiteY53" fmla="*/ 323757 h 704187"/>
                  <a:gd name="connsiteX54" fmla="*/ 763334 w 808460"/>
                  <a:gd name="connsiteY54" fmla="*/ 338807 h 704187"/>
                  <a:gd name="connsiteX55" fmla="*/ 791244 w 808460"/>
                  <a:gd name="connsiteY55" fmla="*/ 462251 h 704187"/>
                  <a:gd name="connsiteX56" fmla="*/ 791244 w 808460"/>
                  <a:gd name="connsiteY56" fmla="*/ 462251 h 704187"/>
                  <a:gd name="connsiteX57" fmla="*/ 691327 w 808460"/>
                  <a:gd name="connsiteY57" fmla="*/ 706281 h 704187"/>
                  <a:gd name="connsiteX58" fmla="*/ 300230 w 808460"/>
                  <a:gd name="connsiteY58" fmla="*/ 431962 h 704187"/>
                  <a:gd name="connsiteX59" fmla="*/ 292323 w 808460"/>
                  <a:gd name="connsiteY59" fmla="*/ 425484 h 704187"/>
                  <a:gd name="connsiteX60" fmla="*/ 266892 w 808460"/>
                  <a:gd name="connsiteY60" fmla="*/ 405863 h 704187"/>
                  <a:gd name="connsiteX61" fmla="*/ 262890 w 808460"/>
                  <a:gd name="connsiteY61" fmla="*/ 404719 h 704187"/>
                  <a:gd name="connsiteX62" fmla="*/ 308896 w 808460"/>
                  <a:gd name="connsiteY62" fmla="*/ 418436 h 704187"/>
                  <a:gd name="connsiteX63" fmla="*/ 300230 w 808460"/>
                  <a:gd name="connsiteY63" fmla="*/ 431962 h 70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808460" h="704187">
                    <a:moveTo>
                      <a:pt x="691327" y="706281"/>
                    </a:moveTo>
                    <a:cubicBezTo>
                      <a:pt x="673800" y="706376"/>
                      <a:pt x="649320" y="701329"/>
                      <a:pt x="636367" y="691993"/>
                    </a:cubicBezTo>
                    <a:cubicBezTo>
                      <a:pt x="620650" y="686374"/>
                      <a:pt x="605790" y="670848"/>
                      <a:pt x="607220" y="653227"/>
                    </a:cubicBezTo>
                    <a:cubicBezTo>
                      <a:pt x="575310" y="654561"/>
                      <a:pt x="534829" y="655132"/>
                      <a:pt x="503492" y="641226"/>
                    </a:cubicBezTo>
                    <a:cubicBezTo>
                      <a:pt x="490920" y="635606"/>
                      <a:pt x="479014" y="628938"/>
                      <a:pt x="471489" y="616747"/>
                    </a:cubicBezTo>
                    <a:cubicBezTo>
                      <a:pt x="471012" y="616080"/>
                      <a:pt x="471680" y="615127"/>
                      <a:pt x="472440" y="615413"/>
                    </a:cubicBezTo>
                    <a:cubicBezTo>
                      <a:pt x="505208" y="627415"/>
                      <a:pt x="539687" y="632653"/>
                      <a:pt x="575787" y="629224"/>
                    </a:cubicBezTo>
                    <a:cubicBezTo>
                      <a:pt x="609697" y="628843"/>
                      <a:pt x="641890" y="623223"/>
                      <a:pt x="667609" y="600744"/>
                    </a:cubicBezTo>
                    <a:cubicBezTo>
                      <a:pt x="721997" y="545119"/>
                      <a:pt x="709709" y="492255"/>
                      <a:pt x="711709" y="420626"/>
                    </a:cubicBezTo>
                    <a:cubicBezTo>
                      <a:pt x="711423" y="365763"/>
                      <a:pt x="714472" y="308899"/>
                      <a:pt x="725806" y="255558"/>
                    </a:cubicBezTo>
                    <a:cubicBezTo>
                      <a:pt x="721234" y="247461"/>
                      <a:pt x="713042" y="242699"/>
                      <a:pt x="708091" y="234985"/>
                    </a:cubicBezTo>
                    <a:cubicBezTo>
                      <a:pt x="705709" y="232127"/>
                      <a:pt x="703517" y="229079"/>
                      <a:pt x="701612" y="225744"/>
                    </a:cubicBezTo>
                    <a:cubicBezTo>
                      <a:pt x="699708" y="223363"/>
                      <a:pt x="697803" y="221172"/>
                      <a:pt x="695422" y="218886"/>
                    </a:cubicBezTo>
                    <a:cubicBezTo>
                      <a:pt x="689229" y="230318"/>
                      <a:pt x="679799" y="242889"/>
                      <a:pt x="666751" y="246224"/>
                    </a:cubicBezTo>
                    <a:cubicBezTo>
                      <a:pt x="663512" y="246320"/>
                      <a:pt x="660749" y="244129"/>
                      <a:pt x="659798" y="241080"/>
                    </a:cubicBezTo>
                    <a:cubicBezTo>
                      <a:pt x="656464" y="229651"/>
                      <a:pt x="651320" y="218791"/>
                      <a:pt x="644462" y="209075"/>
                    </a:cubicBezTo>
                    <a:cubicBezTo>
                      <a:pt x="632937" y="228221"/>
                      <a:pt x="614650" y="243080"/>
                      <a:pt x="593505" y="250224"/>
                    </a:cubicBezTo>
                    <a:cubicBezTo>
                      <a:pt x="590837" y="251177"/>
                      <a:pt x="587789" y="250129"/>
                      <a:pt x="586170" y="247843"/>
                    </a:cubicBezTo>
                    <a:cubicBezTo>
                      <a:pt x="584740" y="246033"/>
                      <a:pt x="584170" y="243652"/>
                      <a:pt x="584740" y="241462"/>
                    </a:cubicBezTo>
                    <a:cubicBezTo>
                      <a:pt x="588551" y="226316"/>
                      <a:pt x="589312" y="210505"/>
                      <a:pt x="587026" y="194978"/>
                    </a:cubicBezTo>
                    <a:cubicBezTo>
                      <a:pt x="578931" y="200790"/>
                      <a:pt x="570548" y="206315"/>
                      <a:pt x="562167" y="211173"/>
                    </a:cubicBezTo>
                    <a:cubicBezTo>
                      <a:pt x="550547" y="219077"/>
                      <a:pt x="501587" y="258321"/>
                      <a:pt x="490920" y="246129"/>
                    </a:cubicBezTo>
                    <a:cubicBezTo>
                      <a:pt x="488062" y="239080"/>
                      <a:pt x="495206" y="230032"/>
                      <a:pt x="495206" y="222316"/>
                    </a:cubicBezTo>
                    <a:cubicBezTo>
                      <a:pt x="495206" y="222221"/>
                      <a:pt x="495206" y="222221"/>
                      <a:pt x="495206" y="222126"/>
                    </a:cubicBezTo>
                    <a:cubicBezTo>
                      <a:pt x="452725" y="277657"/>
                      <a:pt x="373190" y="333854"/>
                      <a:pt x="309659" y="361761"/>
                    </a:cubicBezTo>
                    <a:cubicBezTo>
                      <a:pt x="315468" y="367763"/>
                      <a:pt x="333853" y="389004"/>
                      <a:pt x="316898" y="391194"/>
                    </a:cubicBezTo>
                    <a:cubicBezTo>
                      <a:pt x="313754" y="391290"/>
                      <a:pt x="310896" y="389385"/>
                      <a:pt x="309755" y="386432"/>
                    </a:cubicBezTo>
                    <a:cubicBezTo>
                      <a:pt x="304611" y="373002"/>
                      <a:pt x="291656" y="362810"/>
                      <a:pt x="276703" y="360429"/>
                    </a:cubicBezTo>
                    <a:cubicBezTo>
                      <a:pt x="251746" y="364238"/>
                      <a:pt x="236792" y="391194"/>
                      <a:pt x="250509" y="414530"/>
                    </a:cubicBezTo>
                    <a:cubicBezTo>
                      <a:pt x="254890" y="422817"/>
                      <a:pt x="259844" y="431104"/>
                      <a:pt x="262320" y="440344"/>
                    </a:cubicBezTo>
                    <a:cubicBezTo>
                      <a:pt x="266701" y="449487"/>
                      <a:pt x="258413" y="483682"/>
                      <a:pt x="274417" y="479967"/>
                    </a:cubicBezTo>
                    <a:cubicBezTo>
                      <a:pt x="283084" y="486063"/>
                      <a:pt x="294704" y="481301"/>
                      <a:pt x="303467" y="477586"/>
                    </a:cubicBezTo>
                    <a:cubicBezTo>
                      <a:pt x="305469" y="483302"/>
                      <a:pt x="302801" y="489873"/>
                      <a:pt x="298704" y="493970"/>
                    </a:cubicBezTo>
                    <a:cubicBezTo>
                      <a:pt x="319089" y="522735"/>
                      <a:pt x="338997" y="549786"/>
                      <a:pt x="364428" y="572551"/>
                    </a:cubicBezTo>
                    <a:cubicBezTo>
                      <a:pt x="371667" y="579122"/>
                      <a:pt x="382143" y="585409"/>
                      <a:pt x="386336" y="594267"/>
                    </a:cubicBezTo>
                    <a:cubicBezTo>
                      <a:pt x="404814" y="601221"/>
                      <a:pt x="398907" y="637606"/>
                      <a:pt x="398242" y="653704"/>
                    </a:cubicBezTo>
                    <a:cubicBezTo>
                      <a:pt x="396335" y="664372"/>
                      <a:pt x="387764" y="672087"/>
                      <a:pt x="379001" y="677611"/>
                    </a:cubicBezTo>
                    <a:cubicBezTo>
                      <a:pt x="376716" y="679135"/>
                      <a:pt x="373762" y="679135"/>
                      <a:pt x="371381" y="677801"/>
                    </a:cubicBezTo>
                    <a:cubicBezTo>
                      <a:pt x="361284" y="687898"/>
                      <a:pt x="345187" y="691232"/>
                      <a:pt x="332709" y="692566"/>
                    </a:cubicBezTo>
                    <a:cubicBezTo>
                      <a:pt x="317566" y="697423"/>
                      <a:pt x="301371" y="698471"/>
                      <a:pt x="285751" y="695613"/>
                    </a:cubicBezTo>
                    <a:cubicBezTo>
                      <a:pt x="204121" y="703234"/>
                      <a:pt x="114111" y="700471"/>
                      <a:pt x="43055" y="655132"/>
                    </a:cubicBezTo>
                    <a:cubicBezTo>
                      <a:pt x="-2952" y="621319"/>
                      <a:pt x="-3524" y="552833"/>
                      <a:pt x="12575" y="502922"/>
                    </a:cubicBezTo>
                    <a:cubicBezTo>
                      <a:pt x="35339" y="439010"/>
                      <a:pt x="68867" y="341951"/>
                      <a:pt x="137828" y="314518"/>
                    </a:cubicBezTo>
                    <a:lnTo>
                      <a:pt x="137828" y="314518"/>
                    </a:lnTo>
                    <a:cubicBezTo>
                      <a:pt x="138972" y="314136"/>
                      <a:pt x="140114" y="313757"/>
                      <a:pt x="141163" y="313376"/>
                    </a:cubicBezTo>
                    <a:cubicBezTo>
                      <a:pt x="146116" y="250415"/>
                      <a:pt x="170117" y="190025"/>
                      <a:pt x="206503" y="138687"/>
                    </a:cubicBezTo>
                    <a:cubicBezTo>
                      <a:pt x="232124" y="80204"/>
                      <a:pt x="283656" y="37056"/>
                      <a:pt x="345378" y="21243"/>
                    </a:cubicBezTo>
                    <a:cubicBezTo>
                      <a:pt x="401193" y="4860"/>
                      <a:pt x="461201" y="-3521"/>
                      <a:pt x="518732" y="6290"/>
                    </a:cubicBezTo>
                    <a:cubicBezTo>
                      <a:pt x="620459" y="-3616"/>
                      <a:pt x="787814" y="107254"/>
                      <a:pt x="776194" y="220126"/>
                    </a:cubicBezTo>
                    <a:cubicBezTo>
                      <a:pt x="778861" y="236222"/>
                      <a:pt x="780765" y="252701"/>
                      <a:pt x="778670" y="268893"/>
                    </a:cubicBezTo>
                    <a:lnTo>
                      <a:pt x="778861" y="269369"/>
                    </a:lnTo>
                    <a:cubicBezTo>
                      <a:pt x="778003" y="275371"/>
                      <a:pt x="776956" y="281466"/>
                      <a:pt x="775717" y="287657"/>
                    </a:cubicBezTo>
                    <a:lnTo>
                      <a:pt x="775335" y="288038"/>
                    </a:lnTo>
                    <a:cubicBezTo>
                      <a:pt x="774670" y="299944"/>
                      <a:pt x="767431" y="312613"/>
                      <a:pt x="768001" y="323757"/>
                    </a:cubicBezTo>
                    <a:cubicBezTo>
                      <a:pt x="766478" y="328996"/>
                      <a:pt x="764955" y="334044"/>
                      <a:pt x="763334" y="338807"/>
                    </a:cubicBezTo>
                    <a:cubicBezTo>
                      <a:pt x="771526" y="380242"/>
                      <a:pt x="779242" y="421769"/>
                      <a:pt x="791244" y="462251"/>
                    </a:cubicBezTo>
                    <a:lnTo>
                      <a:pt x="791244" y="462251"/>
                    </a:lnTo>
                    <a:cubicBezTo>
                      <a:pt x="825914" y="564073"/>
                      <a:pt x="829439" y="698376"/>
                      <a:pt x="691327" y="706281"/>
                    </a:cubicBezTo>
                    <a:close/>
                    <a:moveTo>
                      <a:pt x="300230" y="431962"/>
                    </a:moveTo>
                    <a:cubicBezTo>
                      <a:pt x="296418" y="432057"/>
                      <a:pt x="292990" y="429199"/>
                      <a:pt x="292323" y="425484"/>
                    </a:cubicBezTo>
                    <a:cubicBezTo>
                      <a:pt x="289179" y="414055"/>
                      <a:pt x="278798" y="406054"/>
                      <a:pt x="266892" y="405863"/>
                    </a:cubicBezTo>
                    <a:cubicBezTo>
                      <a:pt x="265653" y="405673"/>
                      <a:pt x="261367" y="407102"/>
                      <a:pt x="262890" y="404719"/>
                    </a:cubicBezTo>
                    <a:cubicBezTo>
                      <a:pt x="278512" y="394148"/>
                      <a:pt x="301181" y="401577"/>
                      <a:pt x="308896" y="418436"/>
                    </a:cubicBezTo>
                    <a:cubicBezTo>
                      <a:pt x="312422" y="424627"/>
                      <a:pt x="307087" y="432152"/>
                      <a:pt x="300230" y="431962"/>
                    </a:cubicBezTo>
                    <a:close/>
                  </a:path>
                </a:pathLst>
              </a:custGeom>
              <a:solidFill>
                <a:srgbClr val="000000"/>
              </a:solidFill>
              <a:ln w="9525" cap="flat">
                <a:noFill/>
                <a:prstDash val="solid"/>
                <a:miter/>
              </a:ln>
            </p:spPr>
            <p:txBody>
              <a:bodyPr rtlCol="0" anchor="ctr"/>
              <a:lstStyle/>
              <a:p>
                <a:endParaRPr lang="en-US"/>
              </a:p>
            </p:txBody>
          </p:sp>
        </p:grpSp>
        <p:grpSp>
          <p:nvGrpSpPr>
            <p:cNvPr id="17" name="Графіка 4" descr="Woman in black skirt">
              <a:extLst>
                <a:ext uri="{FF2B5EF4-FFF2-40B4-BE49-F238E27FC236}">
                  <a16:creationId xmlns:a16="http://schemas.microsoft.com/office/drawing/2014/main" id="{129A75D5-644F-4D61-5CAF-4CFAE3AB8C31}"/>
                </a:ext>
              </a:extLst>
            </p:cNvPr>
            <p:cNvGrpSpPr/>
            <p:nvPr/>
          </p:nvGrpSpPr>
          <p:grpSpPr>
            <a:xfrm>
              <a:off x="6316233" y="2376348"/>
              <a:ext cx="255548" cy="266726"/>
              <a:chOff x="6316233" y="2376348"/>
              <a:chExt cx="255548" cy="266726"/>
            </a:xfrm>
            <a:solidFill>
              <a:srgbClr val="000000"/>
            </a:solidFill>
          </p:grpSpPr>
          <p:sp>
            <p:nvSpPr>
              <p:cNvPr id="18" name="Полілінія: фігура 17">
                <a:extLst>
                  <a:ext uri="{FF2B5EF4-FFF2-40B4-BE49-F238E27FC236}">
                    <a16:creationId xmlns:a16="http://schemas.microsoft.com/office/drawing/2014/main" id="{6D88A1FC-7D6A-BD32-181F-B2720C868736}"/>
                  </a:ext>
                </a:extLst>
              </p:cNvPr>
              <p:cNvSpPr/>
              <p:nvPr/>
            </p:nvSpPr>
            <p:spPr>
              <a:xfrm>
                <a:off x="6413488" y="2593065"/>
                <a:ext cx="101637" cy="50009"/>
              </a:xfrm>
              <a:custGeom>
                <a:avLst/>
                <a:gdLst>
                  <a:gd name="connsiteX0" fmla="*/ 53182 w 101637"/>
                  <a:gd name="connsiteY0" fmla="*/ 51245 h 50009"/>
                  <a:gd name="connsiteX1" fmla="*/ 10539 w 101637"/>
                  <a:gd name="connsiteY1" fmla="*/ 31623 h 50009"/>
                  <a:gd name="connsiteX2" fmla="*/ 4862 w 101637"/>
                  <a:gd name="connsiteY2" fmla="*/ 1239 h 50009"/>
                  <a:gd name="connsiteX3" fmla="*/ 8643 w 101637"/>
                  <a:gd name="connsiteY3" fmla="*/ 3620 h 50009"/>
                  <a:gd name="connsiteX4" fmla="*/ 82215 w 101637"/>
                  <a:gd name="connsiteY4" fmla="*/ 15336 h 50009"/>
                  <a:gd name="connsiteX5" fmla="*/ 89777 w 101637"/>
                  <a:gd name="connsiteY5" fmla="*/ 11621 h 50009"/>
                  <a:gd name="connsiteX6" fmla="*/ 89844 w 101637"/>
                  <a:gd name="connsiteY6" fmla="*/ 11621 h 50009"/>
                  <a:gd name="connsiteX7" fmla="*/ 97883 w 101637"/>
                  <a:gd name="connsiteY7" fmla="*/ 15145 h 50009"/>
                  <a:gd name="connsiteX8" fmla="*/ 101636 w 101637"/>
                  <a:gd name="connsiteY8" fmla="*/ 23336 h 50009"/>
                  <a:gd name="connsiteX9" fmla="*/ 98521 w 101637"/>
                  <a:gd name="connsiteY9" fmla="*/ 31337 h 50009"/>
                  <a:gd name="connsiteX10" fmla="*/ 53182 w 101637"/>
                  <a:gd name="connsiteY10" fmla="*/ 51245 h 5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637" h="50009">
                    <a:moveTo>
                      <a:pt x="53182" y="51245"/>
                    </a:moveTo>
                    <a:cubicBezTo>
                      <a:pt x="36914" y="51436"/>
                      <a:pt x="21131" y="43815"/>
                      <a:pt x="10539" y="31623"/>
                    </a:cubicBezTo>
                    <a:cubicBezTo>
                      <a:pt x="4719" y="25622"/>
                      <a:pt x="-6425" y="3048"/>
                      <a:pt x="4862" y="1239"/>
                    </a:cubicBezTo>
                    <a:cubicBezTo>
                      <a:pt x="6434" y="1239"/>
                      <a:pt x="7986" y="2096"/>
                      <a:pt x="8643" y="3620"/>
                    </a:cubicBezTo>
                    <a:cubicBezTo>
                      <a:pt x="26093" y="30862"/>
                      <a:pt x="59259" y="42005"/>
                      <a:pt x="82215" y="15336"/>
                    </a:cubicBezTo>
                    <a:cubicBezTo>
                      <a:pt x="84053" y="13050"/>
                      <a:pt x="86825" y="11621"/>
                      <a:pt x="89777" y="11621"/>
                    </a:cubicBezTo>
                    <a:lnTo>
                      <a:pt x="89844" y="11621"/>
                    </a:lnTo>
                    <a:cubicBezTo>
                      <a:pt x="92883" y="11716"/>
                      <a:pt x="95778" y="12955"/>
                      <a:pt x="97883" y="15145"/>
                    </a:cubicBezTo>
                    <a:cubicBezTo>
                      <a:pt x="100103" y="17336"/>
                      <a:pt x="101446" y="20194"/>
                      <a:pt x="101636" y="23336"/>
                    </a:cubicBezTo>
                    <a:cubicBezTo>
                      <a:pt x="101741" y="26290"/>
                      <a:pt x="100617" y="29242"/>
                      <a:pt x="98521" y="31337"/>
                    </a:cubicBezTo>
                    <a:cubicBezTo>
                      <a:pt x="86968" y="43815"/>
                      <a:pt x="70194" y="51341"/>
                      <a:pt x="53182" y="51245"/>
                    </a:cubicBezTo>
                    <a:close/>
                  </a:path>
                </a:pathLst>
              </a:custGeom>
              <a:solidFill>
                <a:srgbClr val="000000"/>
              </a:solidFill>
              <a:ln w="9525" cap="flat">
                <a:noFill/>
                <a:prstDash val="solid"/>
                <a:miter/>
              </a:ln>
            </p:spPr>
            <p:txBody>
              <a:bodyPr rtlCol="0" anchor="ctr"/>
              <a:lstStyle/>
              <a:p>
                <a:endParaRPr lang="en-US"/>
              </a:p>
            </p:txBody>
          </p:sp>
          <p:sp>
            <p:nvSpPr>
              <p:cNvPr id="19" name="Полілінія: фігура 18">
                <a:extLst>
                  <a:ext uri="{FF2B5EF4-FFF2-40B4-BE49-F238E27FC236}">
                    <a16:creationId xmlns:a16="http://schemas.microsoft.com/office/drawing/2014/main" id="{F0FD1621-D474-6104-AFF8-6642BC0A4EB3}"/>
                  </a:ext>
                </a:extLst>
              </p:cNvPr>
              <p:cNvSpPr/>
              <p:nvPr/>
            </p:nvSpPr>
            <p:spPr>
              <a:xfrm>
                <a:off x="6441937" y="2496005"/>
                <a:ext cx="75565" cy="67654"/>
              </a:xfrm>
              <a:custGeom>
                <a:avLst/>
                <a:gdLst>
                  <a:gd name="connsiteX0" fmla="*/ 41754 w 75565"/>
                  <a:gd name="connsiteY0" fmla="*/ 68866 h 67654"/>
                  <a:gd name="connsiteX1" fmla="*/ 4064 w 75565"/>
                  <a:gd name="connsiteY1" fmla="*/ 38482 h 67654"/>
                  <a:gd name="connsiteX2" fmla="*/ 9550 w 75565"/>
                  <a:gd name="connsiteY2" fmla="*/ 36387 h 67654"/>
                  <a:gd name="connsiteX3" fmla="*/ 13798 w 75565"/>
                  <a:gd name="connsiteY3" fmla="*/ 37625 h 67654"/>
                  <a:gd name="connsiteX4" fmla="*/ 56823 w 75565"/>
                  <a:gd name="connsiteY4" fmla="*/ 47150 h 67654"/>
                  <a:gd name="connsiteX5" fmla="*/ 41202 w 75565"/>
                  <a:gd name="connsiteY5" fmla="*/ 9050 h 67654"/>
                  <a:gd name="connsiteX6" fmla="*/ 40230 w 75565"/>
                  <a:gd name="connsiteY6" fmla="*/ 4954 h 67654"/>
                  <a:gd name="connsiteX7" fmla="*/ 45431 w 75565"/>
                  <a:gd name="connsiteY7" fmla="*/ 1239 h 67654"/>
                  <a:gd name="connsiteX8" fmla="*/ 75339 w 75565"/>
                  <a:gd name="connsiteY8" fmla="*/ 37244 h 67654"/>
                  <a:gd name="connsiteX9" fmla="*/ 41754 w 75565"/>
                  <a:gd name="connsiteY9" fmla="*/ 68866 h 67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565" h="67654">
                    <a:moveTo>
                      <a:pt x="41754" y="68866"/>
                    </a:moveTo>
                    <a:cubicBezTo>
                      <a:pt x="29800" y="69343"/>
                      <a:pt x="-13272" y="54579"/>
                      <a:pt x="4064" y="38482"/>
                    </a:cubicBezTo>
                    <a:cubicBezTo>
                      <a:pt x="5578" y="37148"/>
                      <a:pt x="7531" y="36387"/>
                      <a:pt x="9550" y="36387"/>
                    </a:cubicBezTo>
                    <a:cubicBezTo>
                      <a:pt x="11065" y="36387"/>
                      <a:pt x="12541" y="36767"/>
                      <a:pt x="13798" y="37625"/>
                    </a:cubicBezTo>
                    <a:cubicBezTo>
                      <a:pt x="24371" y="46197"/>
                      <a:pt x="44107" y="61056"/>
                      <a:pt x="56823" y="47150"/>
                    </a:cubicBezTo>
                    <a:cubicBezTo>
                      <a:pt x="69224" y="32100"/>
                      <a:pt x="49860" y="13336"/>
                      <a:pt x="41202" y="9050"/>
                    </a:cubicBezTo>
                    <a:cubicBezTo>
                      <a:pt x="40011" y="8097"/>
                      <a:pt x="39620" y="6383"/>
                      <a:pt x="40230" y="4954"/>
                    </a:cubicBezTo>
                    <a:cubicBezTo>
                      <a:pt x="40954" y="2668"/>
                      <a:pt x="43069" y="1239"/>
                      <a:pt x="45431" y="1239"/>
                    </a:cubicBezTo>
                    <a:cubicBezTo>
                      <a:pt x="63271" y="2573"/>
                      <a:pt x="77578" y="19241"/>
                      <a:pt x="75339" y="37244"/>
                    </a:cubicBezTo>
                    <a:cubicBezTo>
                      <a:pt x="74330" y="54389"/>
                      <a:pt x="59337" y="69629"/>
                      <a:pt x="41754" y="68866"/>
                    </a:cubicBezTo>
                    <a:close/>
                  </a:path>
                </a:pathLst>
              </a:custGeom>
              <a:solidFill>
                <a:srgbClr val="000000"/>
              </a:solidFill>
              <a:ln w="9525" cap="flat">
                <a:noFill/>
                <a:prstDash val="solid"/>
                <a:miter/>
              </a:ln>
            </p:spPr>
            <p:txBody>
              <a:bodyPr rtlCol="0" anchor="ctr"/>
              <a:lstStyle/>
              <a:p>
                <a:endParaRPr lang="en-US"/>
              </a:p>
            </p:txBody>
          </p:sp>
          <p:sp>
            <p:nvSpPr>
              <p:cNvPr id="20" name="Полілінія: фігура 19">
                <a:extLst>
                  <a:ext uri="{FF2B5EF4-FFF2-40B4-BE49-F238E27FC236}">
                    <a16:creationId xmlns:a16="http://schemas.microsoft.com/office/drawing/2014/main" id="{AD15B51B-4400-D97B-F2CB-D51947593534}"/>
                  </a:ext>
                </a:extLst>
              </p:cNvPr>
              <p:cNvSpPr/>
              <p:nvPr/>
            </p:nvSpPr>
            <p:spPr>
              <a:xfrm>
                <a:off x="6340519" y="2454356"/>
                <a:ext cx="74192" cy="54413"/>
              </a:xfrm>
              <a:custGeom>
                <a:avLst/>
                <a:gdLst>
                  <a:gd name="connsiteX0" fmla="*/ 6402 w 74192"/>
                  <a:gd name="connsiteY0" fmla="*/ 55653 h 54413"/>
                  <a:gd name="connsiteX1" fmla="*/ 4421 w 74192"/>
                  <a:gd name="connsiteY1" fmla="*/ 55367 h 54413"/>
                  <a:gd name="connsiteX2" fmla="*/ 1706 w 74192"/>
                  <a:gd name="connsiteY2" fmla="*/ 52985 h 54413"/>
                  <a:gd name="connsiteX3" fmla="*/ 3373 w 74192"/>
                  <a:gd name="connsiteY3" fmla="*/ 27934 h 54413"/>
                  <a:gd name="connsiteX4" fmla="*/ 69058 w 74192"/>
                  <a:gd name="connsiteY4" fmla="*/ 23458 h 54413"/>
                  <a:gd name="connsiteX5" fmla="*/ 72220 w 74192"/>
                  <a:gd name="connsiteY5" fmla="*/ 27934 h 54413"/>
                  <a:gd name="connsiteX6" fmla="*/ 73753 w 74192"/>
                  <a:gd name="connsiteY6" fmla="*/ 36507 h 54413"/>
                  <a:gd name="connsiteX7" fmla="*/ 67524 w 74192"/>
                  <a:gd name="connsiteY7" fmla="*/ 42888 h 54413"/>
                  <a:gd name="connsiteX8" fmla="*/ 52941 w 74192"/>
                  <a:gd name="connsiteY8" fmla="*/ 36792 h 54413"/>
                  <a:gd name="connsiteX9" fmla="*/ 41683 w 74192"/>
                  <a:gd name="connsiteY9" fmla="*/ 21838 h 54413"/>
                  <a:gd name="connsiteX10" fmla="*/ 29615 w 74192"/>
                  <a:gd name="connsiteY10" fmla="*/ 20886 h 54413"/>
                  <a:gd name="connsiteX11" fmla="*/ 15575 w 74192"/>
                  <a:gd name="connsiteY11" fmla="*/ 34888 h 54413"/>
                  <a:gd name="connsiteX12" fmla="*/ 10965 w 74192"/>
                  <a:gd name="connsiteY12" fmla="*/ 51270 h 54413"/>
                  <a:gd name="connsiteX13" fmla="*/ 7155 w 74192"/>
                  <a:gd name="connsiteY13" fmla="*/ 55557 h 54413"/>
                  <a:gd name="connsiteX14" fmla="*/ 6402 w 74192"/>
                  <a:gd name="connsiteY14" fmla="*/ 55653 h 5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192" h="54413">
                    <a:moveTo>
                      <a:pt x="6402" y="55653"/>
                    </a:moveTo>
                    <a:cubicBezTo>
                      <a:pt x="5735" y="55653"/>
                      <a:pt x="5059" y="55557"/>
                      <a:pt x="4421" y="55367"/>
                    </a:cubicBezTo>
                    <a:cubicBezTo>
                      <a:pt x="3202" y="54985"/>
                      <a:pt x="2192" y="54128"/>
                      <a:pt x="1706" y="52985"/>
                    </a:cubicBezTo>
                    <a:cubicBezTo>
                      <a:pt x="-1751" y="43840"/>
                      <a:pt x="706" y="34315"/>
                      <a:pt x="3373" y="27934"/>
                    </a:cubicBezTo>
                    <a:cubicBezTo>
                      <a:pt x="17661" y="-7023"/>
                      <a:pt x="52198" y="-6737"/>
                      <a:pt x="69058" y="23458"/>
                    </a:cubicBezTo>
                    <a:cubicBezTo>
                      <a:pt x="70086" y="24886"/>
                      <a:pt x="71144" y="26505"/>
                      <a:pt x="72220" y="27934"/>
                    </a:cubicBezTo>
                    <a:cubicBezTo>
                      <a:pt x="74115" y="30411"/>
                      <a:pt x="74696" y="33554"/>
                      <a:pt x="73753" y="36507"/>
                    </a:cubicBezTo>
                    <a:cubicBezTo>
                      <a:pt x="72687" y="39364"/>
                      <a:pt x="70420" y="41745"/>
                      <a:pt x="67524" y="42888"/>
                    </a:cubicBezTo>
                    <a:cubicBezTo>
                      <a:pt x="61981" y="45460"/>
                      <a:pt x="54942" y="42602"/>
                      <a:pt x="52941" y="36792"/>
                    </a:cubicBezTo>
                    <a:cubicBezTo>
                      <a:pt x="50151" y="30125"/>
                      <a:pt x="46055" y="24601"/>
                      <a:pt x="41683" y="21838"/>
                    </a:cubicBezTo>
                    <a:cubicBezTo>
                      <a:pt x="38120" y="19362"/>
                      <a:pt x="33510" y="19076"/>
                      <a:pt x="29615" y="20886"/>
                    </a:cubicBezTo>
                    <a:cubicBezTo>
                      <a:pt x="25948" y="22600"/>
                      <a:pt x="19775" y="28030"/>
                      <a:pt x="15575" y="34888"/>
                    </a:cubicBezTo>
                    <a:cubicBezTo>
                      <a:pt x="12346" y="39745"/>
                      <a:pt x="10736" y="45460"/>
                      <a:pt x="10965" y="51270"/>
                    </a:cubicBezTo>
                    <a:cubicBezTo>
                      <a:pt x="11231" y="53461"/>
                      <a:pt x="9288" y="55367"/>
                      <a:pt x="7155" y="55557"/>
                    </a:cubicBezTo>
                    <a:cubicBezTo>
                      <a:pt x="6917" y="55557"/>
                      <a:pt x="6659" y="55653"/>
                      <a:pt x="6402" y="55653"/>
                    </a:cubicBezTo>
                    <a:close/>
                  </a:path>
                </a:pathLst>
              </a:custGeom>
              <a:solidFill>
                <a:srgbClr val="000000"/>
              </a:solidFill>
              <a:ln w="9525" cap="flat">
                <a:noFill/>
                <a:prstDash val="solid"/>
                <a:miter/>
              </a:ln>
            </p:spPr>
            <p:txBody>
              <a:bodyPr rtlCol="0" anchor="ctr"/>
              <a:lstStyle/>
              <a:p>
                <a:endParaRPr lang="en-US"/>
              </a:p>
            </p:txBody>
          </p:sp>
          <p:sp>
            <p:nvSpPr>
              <p:cNvPr id="21" name="Полілінія: фігура 20">
                <a:extLst>
                  <a:ext uri="{FF2B5EF4-FFF2-40B4-BE49-F238E27FC236}">
                    <a16:creationId xmlns:a16="http://schemas.microsoft.com/office/drawing/2014/main" id="{40C669F5-3F26-50BD-F6AF-330D53EE97C2}"/>
                  </a:ext>
                </a:extLst>
              </p:cNvPr>
              <p:cNvSpPr/>
              <p:nvPr/>
            </p:nvSpPr>
            <p:spPr>
              <a:xfrm>
                <a:off x="6505638" y="2452443"/>
                <a:ext cx="57170" cy="36131"/>
              </a:xfrm>
              <a:custGeom>
                <a:avLst/>
                <a:gdLst>
                  <a:gd name="connsiteX0" fmla="*/ 48395 w 57170"/>
                  <a:gd name="connsiteY0" fmla="*/ 37371 h 36131"/>
                  <a:gd name="connsiteX1" fmla="*/ 39566 w 57170"/>
                  <a:gd name="connsiteY1" fmla="*/ 30513 h 36131"/>
                  <a:gd name="connsiteX2" fmla="*/ 24459 w 57170"/>
                  <a:gd name="connsiteY2" fmla="*/ 18321 h 36131"/>
                  <a:gd name="connsiteX3" fmla="*/ 12372 w 57170"/>
                  <a:gd name="connsiteY3" fmla="*/ 27466 h 36131"/>
                  <a:gd name="connsiteX4" fmla="*/ 12305 w 57170"/>
                  <a:gd name="connsiteY4" fmla="*/ 27561 h 36131"/>
                  <a:gd name="connsiteX5" fmla="*/ 8162 w 57170"/>
                  <a:gd name="connsiteY5" fmla="*/ 32990 h 36131"/>
                  <a:gd name="connsiteX6" fmla="*/ 4447 w 57170"/>
                  <a:gd name="connsiteY6" fmla="*/ 33752 h 36131"/>
                  <a:gd name="connsiteX7" fmla="*/ 18 w 57170"/>
                  <a:gd name="connsiteY7" fmla="*/ 24132 h 36131"/>
                  <a:gd name="connsiteX8" fmla="*/ 3256 w 57170"/>
                  <a:gd name="connsiteY8" fmla="*/ 15178 h 36131"/>
                  <a:gd name="connsiteX9" fmla="*/ 44195 w 57170"/>
                  <a:gd name="connsiteY9" fmla="*/ 6605 h 36131"/>
                  <a:gd name="connsiteX10" fmla="*/ 52682 w 57170"/>
                  <a:gd name="connsiteY10" fmla="*/ 36134 h 36131"/>
                  <a:gd name="connsiteX11" fmla="*/ 48395 w 57170"/>
                  <a:gd name="connsiteY11" fmla="*/ 37371 h 3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70" h="36131">
                    <a:moveTo>
                      <a:pt x="48395" y="37371"/>
                    </a:moveTo>
                    <a:cubicBezTo>
                      <a:pt x="44404" y="37277"/>
                      <a:pt x="40394" y="34514"/>
                      <a:pt x="39566" y="30513"/>
                    </a:cubicBezTo>
                    <a:cubicBezTo>
                      <a:pt x="38299" y="23560"/>
                      <a:pt x="31898" y="16988"/>
                      <a:pt x="24459" y="18321"/>
                    </a:cubicBezTo>
                    <a:cubicBezTo>
                      <a:pt x="19315" y="19465"/>
                      <a:pt x="14877" y="22798"/>
                      <a:pt x="12372" y="27466"/>
                    </a:cubicBezTo>
                    <a:lnTo>
                      <a:pt x="12305" y="27561"/>
                    </a:lnTo>
                    <a:cubicBezTo>
                      <a:pt x="11210" y="29561"/>
                      <a:pt x="9819" y="31371"/>
                      <a:pt x="8162" y="32990"/>
                    </a:cubicBezTo>
                    <a:cubicBezTo>
                      <a:pt x="7152" y="33847"/>
                      <a:pt x="5714" y="34133"/>
                      <a:pt x="4447" y="33752"/>
                    </a:cubicBezTo>
                    <a:cubicBezTo>
                      <a:pt x="370" y="29656"/>
                      <a:pt x="-87" y="26703"/>
                      <a:pt x="18" y="24132"/>
                    </a:cubicBezTo>
                    <a:cubicBezTo>
                      <a:pt x="265" y="20893"/>
                      <a:pt x="1380" y="17845"/>
                      <a:pt x="3256" y="15178"/>
                    </a:cubicBezTo>
                    <a:cubicBezTo>
                      <a:pt x="13477" y="891"/>
                      <a:pt x="30584" y="-3205"/>
                      <a:pt x="44195" y="6605"/>
                    </a:cubicBezTo>
                    <a:cubicBezTo>
                      <a:pt x="52310" y="12226"/>
                      <a:pt x="63550" y="28418"/>
                      <a:pt x="52682" y="36134"/>
                    </a:cubicBezTo>
                    <a:cubicBezTo>
                      <a:pt x="51386" y="36895"/>
                      <a:pt x="49910" y="37277"/>
                      <a:pt x="48395" y="37371"/>
                    </a:cubicBezTo>
                    <a:close/>
                  </a:path>
                </a:pathLst>
              </a:custGeom>
              <a:solidFill>
                <a:srgbClr val="000000"/>
              </a:solidFill>
              <a:ln w="9525" cap="flat">
                <a:noFill/>
                <a:prstDash val="solid"/>
                <a:miter/>
              </a:ln>
            </p:spPr>
            <p:txBody>
              <a:bodyPr rtlCol="0" anchor="ctr"/>
              <a:lstStyle/>
              <a:p>
                <a:endParaRPr lang="en-US"/>
              </a:p>
            </p:txBody>
          </p:sp>
          <p:sp>
            <p:nvSpPr>
              <p:cNvPr id="22" name="Полілінія: фігура 21">
                <a:extLst>
                  <a:ext uri="{FF2B5EF4-FFF2-40B4-BE49-F238E27FC236}">
                    <a16:creationId xmlns:a16="http://schemas.microsoft.com/office/drawing/2014/main" id="{2DB4CEC5-4E16-D80C-5C11-814D3C25BED5}"/>
                  </a:ext>
                </a:extLst>
              </p:cNvPr>
              <p:cNvSpPr/>
              <p:nvPr/>
            </p:nvSpPr>
            <p:spPr>
              <a:xfrm>
                <a:off x="6316233" y="2380512"/>
                <a:ext cx="87054" cy="69963"/>
              </a:xfrm>
              <a:custGeom>
                <a:avLst/>
                <a:gdLst>
                  <a:gd name="connsiteX0" fmla="*/ 4914 w 87054"/>
                  <a:gd name="connsiteY0" fmla="*/ 71202 h 69963"/>
                  <a:gd name="connsiteX1" fmla="*/ 4610 w 87054"/>
                  <a:gd name="connsiteY1" fmla="*/ 71202 h 69963"/>
                  <a:gd name="connsiteX2" fmla="*/ 3105 w 87054"/>
                  <a:gd name="connsiteY2" fmla="*/ 70440 h 69963"/>
                  <a:gd name="connsiteX3" fmla="*/ 9 w 87054"/>
                  <a:gd name="connsiteY3" fmla="*/ 61392 h 69963"/>
                  <a:gd name="connsiteX4" fmla="*/ 48910 w 87054"/>
                  <a:gd name="connsiteY4" fmla="*/ 5481 h 69963"/>
                  <a:gd name="connsiteX5" fmla="*/ 83467 w 87054"/>
                  <a:gd name="connsiteY5" fmla="*/ 6623 h 69963"/>
                  <a:gd name="connsiteX6" fmla="*/ 87058 w 87054"/>
                  <a:gd name="connsiteY6" fmla="*/ 15386 h 69963"/>
                  <a:gd name="connsiteX7" fmla="*/ 83438 w 87054"/>
                  <a:gd name="connsiteY7" fmla="*/ 24435 h 69963"/>
                  <a:gd name="connsiteX8" fmla="*/ 59207 w 87054"/>
                  <a:gd name="connsiteY8" fmla="*/ 31579 h 69963"/>
                  <a:gd name="connsiteX9" fmla="*/ 10972 w 87054"/>
                  <a:gd name="connsiteY9" fmla="*/ 63487 h 69963"/>
                  <a:gd name="connsiteX10" fmla="*/ 7924 w 87054"/>
                  <a:gd name="connsiteY10" fmla="*/ 68916 h 69963"/>
                  <a:gd name="connsiteX11" fmla="*/ 6343 w 87054"/>
                  <a:gd name="connsiteY11" fmla="*/ 70822 h 69963"/>
                  <a:gd name="connsiteX12" fmla="*/ 4914 w 87054"/>
                  <a:gd name="connsiteY12" fmla="*/ 71202 h 69963"/>
                  <a:gd name="connsiteX13" fmla="*/ 4914 w 87054"/>
                  <a:gd name="connsiteY13" fmla="*/ 71202 h 6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7054" h="69963">
                    <a:moveTo>
                      <a:pt x="4914" y="71202"/>
                    </a:moveTo>
                    <a:cubicBezTo>
                      <a:pt x="4809" y="71202"/>
                      <a:pt x="4705" y="71202"/>
                      <a:pt x="4610" y="71202"/>
                    </a:cubicBezTo>
                    <a:cubicBezTo>
                      <a:pt x="4048" y="71108"/>
                      <a:pt x="3524" y="70822"/>
                      <a:pt x="3105" y="70440"/>
                    </a:cubicBezTo>
                    <a:cubicBezTo>
                      <a:pt x="971" y="68631"/>
                      <a:pt x="-67" y="65583"/>
                      <a:pt x="9" y="61392"/>
                    </a:cubicBezTo>
                    <a:cubicBezTo>
                      <a:pt x="2352" y="36532"/>
                      <a:pt x="25079" y="14147"/>
                      <a:pt x="48910" y="5481"/>
                    </a:cubicBezTo>
                    <a:cubicBezTo>
                      <a:pt x="58169" y="1766"/>
                      <a:pt x="74628" y="-2331"/>
                      <a:pt x="83467" y="6623"/>
                    </a:cubicBezTo>
                    <a:cubicBezTo>
                      <a:pt x="85820" y="8909"/>
                      <a:pt x="87115" y="12052"/>
                      <a:pt x="87058" y="15386"/>
                    </a:cubicBezTo>
                    <a:cubicBezTo>
                      <a:pt x="87105" y="18720"/>
                      <a:pt x="85801" y="21959"/>
                      <a:pt x="83438" y="24435"/>
                    </a:cubicBezTo>
                    <a:cubicBezTo>
                      <a:pt x="77066" y="30816"/>
                      <a:pt x="67408" y="29769"/>
                      <a:pt x="59207" y="31579"/>
                    </a:cubicBezTo>
                    <a:cubicBezTo>
                      <a:pt x="39671" y="35674"/>
                      <a:pt x="22821" y="47485"/>
                      <a:pt x="10972" y="63487"/>
                    </a:cubicBezTo>
                    <a:cubicBezTo>
                      <a:pt x="9896" y="65202"/>
                      <a:pt x="9020" y="67393"/>
                      <a:pt x="7924" y="68916"/>
                    </a:cubicBezTo>
                    <a:cubicBezTo>
                      <a:pt x="7105" y="70345"/>
                      <a:pt x="6676" y="70727"/>
                      <a:pt x="6343" y="70822"/>
                    </a:cubicBezTo>
                    <a:cubicBezTo>
                      <a:pt x="5905" y="71013"/>
                      <a:pt x="5410" y="71202"/>
                      <a:pt x="4914" y="71202"/>
                    </a:cubicBezTo>
                    <a:lnTo>
                      <a:pt x="4914" y="71202"/>
                    </a:lnTo>
                    <a:close/>
                  </a:path>
                </a:pathLst>
              </a:custGeom>
              <a:solidFill>
                <a:srgbClr val="000000"/>
              </a:solidFill>
              <a:ln w="9525" cap="flat">
                <a:noFill/>
                <a:prstDash val="solid"/>
                <a:miter/>
              </a:ln>
            </p:spPr>
            <p:txBody>
              <a:bodyPr rtlCol="0" anchor="ctr"/>
              <a:lstStyle/>
              <a:p>
                <a:endParaRPr lang="en-US"/>
              </a:p>
            </p:txBody>
          </p:sp>
          <p:sp>
            <p:nvSpPr>
              <p:cNvPr id="23" name="Полілінія: фігура 22">
                <a:extLst>
                  <a:ext uri="{FF2B5EF4-FFF2-40B4-BE49-F238E27FC236}">
                    <a16:creationId xmlns:a16="http://schemas.microsoft.com/office/drawing/2014/main" id="{B4F6EA7F-E5D6-4681-0943-A418BB759215}"/>
                  </a:ext>
                </a:extLst>
              </p:cNvPr>
              <p:cNvSpPr/>
              <p:nvPr/>
            </p:nvSpPr>
            <p:spPr>
              <a:xfrm>
                <a:off x="6492183" y="2376348"/>
                <a:ext cx="79597" cy="70984"/>
              </a:xfrm>
              <a:custGeom>
                <a:avLst/>
                <a:gdLst>
                  <a:gd name="connsiteX0" fmla="*/ 73527 w 79597"/>
                  <a:gd name="connsiteY0" fmla="*/ 72223 h 70984"/>
                  <a:gd name="connsiteX1" fmla="*/ 70870 w 79597"/>
                  <a:gd name="connsiteY1" fmla="*/ 70128 h 70984"/>
                  <a:gd name="connsiteX2" fmla="*/ 48524 w 79597"/>
                  <a:gd name="connsiteY2" fmla="*/ 39362 h 70984"/>
                  <a:gd name="connsiteX3" fmla="*/ 27703 w 79597"/>
                  <a:gd name="connsiteY3" fmla="*/ 32314 h 70984"/>
                  <a:gd name="connsiteX4" fmla="*/ 166 w 79597"/>
                  <a:gd name="connsiteY4" fmla="*/ 12216 h 70984"/>
                  <a:gd name="connsiteX5" fmla="*/ 38514 w 79597"/>
                  <a:gd name="connsiteY5" fmla="*/ 7548 h 70984"/>
                  <a:gd name="connsiteX6" fmla="*/ 38533 w 79597"/>
                  <a:gd name="connsiteY6" fmla="*/ 7548 h 70984"/>
                  <a:gd name="connsiteX7" fmla="*/ 40142 w 79597"/>
                  <a:gd name="connsiteY7" fmla="*/ 8215 h 70984"/>
                  <a:gd name="connsiteX8" fmla="*/ 65431 w 79597"/>
                  <a:gd name="connsiteY8" fmla="*/ 25075 h 70984"/>
                  <a:gd name="connsiteX9" fmla="*/ 73527 w 79597"/>
                  <a:gd name="connsiteY9" fmla="*/ 72223 h 70984"/>
                  <a:gd name="connsiteX10" fmla="*/ 73527 w 79597"/>
                  <a:gd name="connsiteY10" fmla="*/ 72223 h 7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597" h="70984">
                    <a:moveTo>
                      <a:pt x="73527" y="72223"/>
                    </a:moveTo>
                    <a:cubicBezTo>
                      <a:pt x="72299" y="72223"/>
                      <a:pt x="71127" y="71366"/>
                      <a:pt x="70870" y="70128"/>
                    </a:cubicBezTo>
                    <a:cubicBezTo>
                      <a:pt x="67403" y="54888"/>
                      <a:pt x="60516" y="45458"/>
                      <a:pt x="48524" y="39362"/>
                    </a:cubicBezTo>
                    <a:cubicBezTo>
                      <a:pt x="41876" y="36218"/>
                      <a:pt x="34885" y="33837"/>
                      <a:pt x="27703" y="32314"/>
                    </a:cubicBezTo>
                    <a:cubicBezTo>
                      <a:pt x="16082" y="30694"/>
                      <a:pt x="-1882" y="28313"/>
                      <a:pt x="166" y="12216"/>
                    </a:cubicBezTo>
                    <a:cubicBezTo>
                      <a:pt x="4290" y="-5406"/>
                      <a:pt x="27807" y="2215"/>
                      <a:pt x="38514" y="7548"/>
                    </a:cubicBezTo>
                    <a:lnTo>
                      <a:pt x="38533" y="7548"/>
                    </a:lnTo>
                    <a:cubicBezTo>
                      <a:pt x="39076" y="7739"/>
                      <a:pt x="39618" y="7929"/>
                      <a:pt x="40142" y="8215"/>
                    </a:cubicBezTo>
                    <a:cubicBezTo>
                      <a:pt x="49667" y="12026"/>
                      <a:pt x="58287" y="17740"/>
                      <a:pt x="65431" y="25075"/>
                    </a:cubicBezTo>
                    <a:cubicBezTo>
                      <a:pt x="75613" y="34980"/>
                      <a:pt x="86824" y="62507"/>
                      <a:pt x="73527" y="72223"/>
                    </a:cubicBezTo>
                    <a:lnTo>
                      <a:pt x="73527" y="72223"/>
                    </a:lnTo>
                    <a:close/>
                  </a:path>
                </a:pathLst>
              </a:custGeom>
              <a:solidFill>
                <a:srgbClr val="000000"/>
              </a:solidFill>
              <a:ln w="9525" cap="flat">
                <a:noFill/>
                <a:prstDash val="solid"/>
                <a:miter/>
              </a:ln>
            </p:spPr>
            <p:txBody>
              <a:bodyPr rtlCol="0" anchor="ctr"/>
              <a:lstStyle/>
              <a:p>
                <a:endParaRPr lang="en-US"/>
              </a:p>
            </p:txBody>
          </p:sp>
        </p:grpSp>
      </p:grpSp>
      <p:grpSp>
        <p:nvGrpSpPr>
          <p:cNvPr id="24" name="Графіка 6" descr="Girl wearing necklace">
            <a:extLst>
              <a:ext uri="{FF2B5EF4-FFF2-40B4-BE49-F238E27FC236}">
                <a16:creationId xmlns:a16="http://schemas.microsoft.com/office/drawing/2014/main" id="{3B831184-5397-BB1A-049B-9062AD0B5755}"/>
              </a:ext>
            </a:extLst>
          </p:cNvPr>
          <p:cNvGrpSpPr/>
          <p:nvPr/>
        </p:nvGrpSpPr>
        <p:grpSpPr>
          <a:xfrm flipH="1">
            <a:off x="8263967" y="4335396"/>
            <a:ext cx="1217959" cy="4269072"/>
            <a:chOff x="9484880" y="2078244"/>
            <a:chExt cx="1217959" cy="4269072"/>
          </a:xfrm>
        </p:grpSpPr>
        <p:grpSp>
          <p:nvGrpSpPr>
            <p:cNvPr id="25" name="Графіка 6" descr="Girl wearing necklace">
              <a:extLst>
                <a:ext uri="{FF2B5EF4-FFF2-40B4-BE49-F238E27FC236}">
                  <a16:creationId xmlns:a16="http://schemas.microsoft.com/office/drawing/2014/main" id="{4D1BEEA7-0EEB-3361-9CB6-A505AE2C206D}"/>
                </a:ext>
              </a:extLst>
            </p:cNvPr>
            <p:cNvGrpSpPr/>
            <p:nvPr/>
          </p:nvGrpSpPr>
          <p:grpSpPr>
            <a:xfrm>
              <a:off x="9484880" y="2589075"/>
              <a:ext cx="1217959" cy="3758241"/>
              <a:chOff x="9484880" y="2589075"/>
              <a:chExt cx="1217959" cy="3758241"/>
            </a:xfrm>
          </p:grpSpPr>
          <p:sp>
            <p:nvSpPr>
              <p:cNvPr id="26" name="Полілінія: фігура 25">
                <a:extLst>
                  <a:ext uri="{FF2B5EF4-FFF2-40B4-BE49-F238E27FC236}">
                    <a16:creationId xmlns:a16="http://schemas.microsoft.com/office/drawing/2014/main" id="{64B8B1F3-3617-51E2-874A-8B849259F884}"/>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27" name="Полілінія: фігура 26">
                <a:extLst>
                  <a:ext uri="{FF2B5EF4-FFF2-40B4-BE49-F238E27FC236}">
                    <a16:creationId xmlns:a16="http://schemas.microsoft.com/office/drawing/2014/main" id="{A8ABF06F-0D93-921C-DAC7-856C06AC0C81}"/>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28" name="Графіка 6" descr="Girl wearing necklace">
                <a:extLst>
                  <a:ext uri="{FF2B5EF4-FFF2-40B4-BE49-F238E27FC236}">
                    <a16:creationId xmlns:a16="http://schemas.microsoft.com/office/drawing/2014/main" id="{71AD4ECC-89DA-7A40-6849-D27B216A1405}"/>
                  </a:ext>
                </a:extLst>
              </p:cNvPr>
              <p:cNvGrpSpPr/>
              <p:nvPr/>
            </p:nvGrpSpPr>
            <p:grpSpPr>
              <a:xfrm>
                <a:off x="9885356" y="5496683"/>
                <a:ext cx="335397" cy="468844"/>
                <a:chOff x="9885356" y="5496683"/>
                <a:chExt cx="335397" cy="468844"/>
              </a:xfrm>
              <a:solidFill>
                <a:srgbClr val="FFFFFF"/>
              </a:solidFill>
            </p:grpSpPr>
            <p:sp>
              <p:nvSpPr>
                <p:cNvPr id="29" name="Полілінія: фігура 28">
                  <a:extLst>
                    <a:ext uri="{FF2B5EF4-FFF2-40B4-BE49-F238E27FC236}">
                      <a16:creationId xmlns:a16="http://schemas.microsoft.com/office/drawing/2014/main" id="{E9AC5669-D5B2-E247-5838-21A8DC374898}"/>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30" name="Полілінія: фігура 29">
                  <a:extLst>
                    <a:ext uri="{FF2B5EF4-FFF2-40B4-BE49-F238E27FC236}">
                      <a16:creationId xmlns:a16="http://schemas.microsoft.com/office/drawing/2014/main" id="{5F032CBE-9F09-E04F-C68D-7724C09E5DC0}"/>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31" name="Графіка 6" descr="Girl wearing necklace">
                <a:extLst>
                  <a:ext uri="{FF2B5EF4-FFF2-40B4-BE49-F238E27FC236}">
                    <a16:creationId xmlns:a16="http://schemas.microsoft.com/office/drawing/2014/main" id="{A1A66A7F-0AB1-0E79-43FA-D7C59EAEC951}"/>
                  </a:ext>
                </a:extLst>
              </p:cNvPr>
              <p:cNvGrpSpPr/>
              <p:nvPr/>
            </p:nvGrpSpPr>
            <p:grpSpPr>
              <a:xfrm>
                <a:off x="9859305" y="6028064"/>
                <a:ext cx="429747" cy="300381"/>
                <a:chOff x="9859305" y="6028064"/>
                <a:chExt cx="429747" cy="300381"/>
              </a:xfrm>
              <a:solidFill>
                <a:srgbClr val="FFFFFF"/>
              </a:solidFill>
            </p:grpSpPr>
            <p:sp>
              <p:nvSpPr>
                <p:cNvPr id="32" name="Полілінія: фігура 31">
                  <a:extLst>
                    <a:ext uri="{FF2B5EF4-FFF2-40B4-BE49-F238E27FC236}">
                      <a16:creationId xmlns:a16="http://schemas.microsoft.com/office/drawing/2014/main" id="{3779B836-73C5-0E1A-D3AE-9736FFA7A7AA}"/>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33" name="Полілінія: фігура 32">
                  <a:extLst>
                    <a:ext uri="{FF2B5EF4-FFF2-40B4-BE49-F238E27FC236}">
                      <a16:creationId xmlns:a16="http://schemas.microsoft.com/office/drawing/2014/main" id="{CDCF48B9-B914-B99D-6FAE-F14CDA591BE4}"/>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34" name="Графіка 6" descr="Girl wearing necklace">
                <a:extLst>
                  <a:ext uri="{FF2B5EF4-FFF2-40B4-BE49-F238E27FC236}">
                    <a16:creationId xmlns:a16="http://schemas.microsoft.com/office/drawing/2014/main" id="{DF69C793-03E0-700B-2FE5-62BAD0C19B6D}"/>
                  </a:ext>
                </a:extLst>
              </p:cNvPr>
              <p:cNvGrpSpPr/>
              <p:nvPr/>
            </p:nvGrpSpPr>
            <p:grpSpPr>
              <a:xfrm>
                <a:off x="9484880" y="2589075"/>
                <a:ext cx="1217959" cy="3758241"/>
                <a:chOff x="9484880" y="2589075"/>
                <a:chExt cx="1217959" cy="3758241"/>
              </a:xfrm>
              <a:solidFill>
                <a:srgbClr val="000000"/>
              </a:solidFill>
            </p:grpSpPr>
            <p:sp>
              <p:nvSpPr>
                <p:cNvPr id="35" name="Полілінія: фігура 34">
                  <a:extLst>
                    <a:ext uri="{FF2B5EF4-FFF2-40B4-BE49-F238E27FC236}">
                      <a16:creationId xmlns:a16="http://schemas.microsoft.com/office/drawing/2014/main" id="{A5083889-A50C-6C3D-F192-35EA2E033CB2}"/>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36" name="Полілінія: фігура 35">
                  <a:extLst>
                    <a:ext uri="{FF2B5EF4-FFF2-40B4-BE49-F238E27FC236}">
                      <a16:creationId xmlns:a16="http://schemas.microsoft.com/office/drawing/2014/main" id="{FD98CB4A-EB7F-E43A-6DB2-C8E43608CC72}"/>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37" name="Графіка 6" descr="Girl wearing necklace">
              <a:extLst>
                <a:ext uri="{FF2B5EF4-FFF2-40B4-BE49-F238E27FC236}">
                  <a16:creationId xmlns:a16="http://schemas.microsoft.com/office/drawing/2014/main" id="{6620BBA7-D63B-AA3B-FAA7-0ACA2DE5AFC2}"/>
                </a:ext>
              </a:extLst>
            </p:cNvPr>
            <p:cNvGrpSpPr/>
            <p:nvPr/>
          </p:nvGrpSpPr>
          <p:grpSpPr>
            <a:xfrm>
              <a:off x="9884872" y="2761214"/>
              <a:ext cx="361204" cy="817610"/>
              <a:chOff x="9884872" y="2761214"/>
              <a:chExt cx="361204" cy="817610"/>
            </a:xfrm>
          </p:grpSpPr>
          <p:sp>
            <p:nvSpPr>
              <p:cNvPr id="38" name="Полілінія: фігура 37">
                <a:extLst>
                  <a:ext uri="{FF2B5EF4-FFF2-40B4-BE49-F238E27FC236}">
                    <a16:creationId xmlns:a16="http://schemas.microsoft.com/office/drawing/2014/main" id="{DD68659A-2460-50A2-C0F9-2E7206C2E7F6}"/>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39" name="Полілінія: фігура 38">
                <a:extLst>
                  <a:ext uri="{FF2B5EF4-FFF2-40B4-BE49-F238E27FC236}">
                    <a16:creationId xmlns:a16="http://schemas.microsoft.com/office/drawing/2014/main" id="{B6F96EFE-0C73-42DE-8418-0ACD9BBC0C80}"/>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40" name="Графіка 6" descr="Girl wearing necklace">
                <a:extLst>
                  <a:ext uri="{FF2B5EF4-FFF2-40B4-BE49-F238E27FC236}">
                    <a16:creationId xmlns:a16="http://schemas.microsoft.com/office/drawing/2014/main" id="{440AB3D0-3A31-9D50-43FF-83A8FE1D596A}"/>
                  </a:ext>
                </a:extLst>
              </p:cNvPr>
              <p:cNvGrpSpPr/>
              <p:nvPr/>
            </p:nvGrpSpPr>
            <p:grpSpPr>
              <a:xfrm>
                <a:off x="9884872" y="2761214"/>
                <a:ext cx="361204" cy="817610"/>
                <a:chOff x="9884872" y="2761214"/>
                <a:chExt cx="361204" cy="817610"/>
              </a:xfrm>
              <a:solidFill>
                <a:srgbClr val="000000"/>
              </a:solidFill>
            </p:grpSpPr>
            <p:sp>
              <p:nvSpPr>
                <p:cNvPr id="41" name="Полілінія: фігура 40">
                  <a:extLst>
                    <a:ext uri="{FF2B5EF4-FFF2-40B4-BE49-F238E27FC236}">
                      <a16:creationId xmlns:a16="http://schemas.microsoft.com/office/drawing/2014/main" id="{6D3BE950-41CC-DE64-1253-B3CC6C9F76FA}"/>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42" name="Полілінія: фігура 41">
                  <a:extLst>
                    <a:ext uri="{FF2B5EF4-FFF2-40B4-BE49-F238E27FC236}">
                      <a16:creationId xmlns:a16="http://schemas.microsoft.com/office/drawing/2014/main" id="{B7DD889C-D293-7C91-0B2A-6CD467D29CD4}"/>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43" name="Графіка 6" descr="Girl wearing necklace">
              <a:extLst>
                <a:ext uri="{FF2B5EF4-FFF2-40B4-BE49-F238E27FC236}">
                  <a16:creationId xmlns:a16="http://schemas.microsoft.com/office/drawing/2014/main" id="{22E7D5BF-CB4F-DEE4-0622-D316E48B5B37}"/>
                </a:ext>
              </a:extLst>
            </p:cNvPr>
            <p:cNvGrpSpPr/>
            <p:nvPr/>
          </p:nvGrpSpPr>
          <p:grpSpPr>
            <a:xfrm>
              <a:off x="9596926" y="2078244"/>
              <a:ext cx="795119" cy="914275"/>
              <a:chOff x="9596926" y="2078244"/>
              <a:chExt cx="795119" cy="914275"/>
            </a:xfrm>
          </p:grpSpPr>
          <p:sp>
            <p:nvSpPr>
              <p:cNvPr id="44" name="Полілінія: фігура 43">
                <a:extLst>
                  <a:ext uri="{FF2B5EF4-FFF2-40B4-BE49-F238E27FC236}">
                    <a16:creationId xmlns:a16="http://schemas.microsoft.com/office/drawing/2014/main" id="{44023608-6E27-258D-F2CE-98C799DEFA59}"/>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dirty="0"/>
              </a:p>
            </p:txBody>
          </p:sp>
          <p:grpSp>
            <p:nvGrpSpPr>
              <p:cNvPr id="45" name="Графіка 6" descr="Girl wearing necklace">
                <a:extLst>
                  <a:ext uri="{FF2B5EF4-FFF2-40B4-BE49-F238E27FC236}">
                    <a16:creationId xmlns:a16="http://schemas.microsoft.com/office/drawing/2014/main" id="{54AFABE3-CEA3-D95A-AECB-02326BCEA78C}"/>
                  </a:ext>
                </a:extLst>
              </p:cNvPr>
              <p:cNvGrpSpPr/>
              <p:nvPr/>
            </p:nvGrpSpPr>
            <p:grpSpPr>
              <a:xfrm>
                <a:off x="9596926" y="2078244"/>
                <a:ext cx="795119" cy="914275"/>
                <a:chOff x="9596926" y="2078244"/>
                <a:chExt cx="795119" cy="914275"/>
              </a:xfrm>
              <a:solidFill>
                <a:srgbClr val="000000"/>
              </a:solidFill>
            </p:grpSpPr>
            <p:sp>
              <p:nvSpPr>
                <p:cNvPr id="46" name="Полілінія: фігура 45">
                  <a:extLst>
                    <a:ext uri="{FF2B5EF4-FFF2-40B4-BE49-F238E27FC236}">
                      <a16:creationId xmlns:a16="http://schemas.microsoft.com/office/drawing/2014/main" id="{C2F2DE41-309A-181F-267C-06EB2DF3DE8F}"/>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47" name="Полілінія: фігура 46">
                  <a:extLst>
                    <a:ext uri="{FF2B5EF4-FFF2-40B4-BE49-F238E27FC236}">
                      <a16:creationId xmlns:a16="http://schemas.microsoft.com/office/drawing/2014/main" id="{A57DDA1E-8471-0EBA-28BA-6BE7CAE5C380}"/>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nvGrpSpPr>
            <p:cNvPr id="48" name="Графіка 6" descr="Girl wearing necklace">
              <a:extLst>
                <a:ext uri="{FF2B5EF4-FFF2-40B4-BE49-F238E27FC236}">
                  <a16:creationId xmlns:a16="http://schemas.microsoft.com/office/drawing/2014/main" id="{910DD1DF-20B3-808A-FDB6-8FACF88BD4E0}"/>
                </a:ext>
              </a:extLst>
            </p:cNvPr>
            <p:cNvGrpSpPr/>
            <p:nvPr/>
          </p:nvGrpSpPr>
          <p:grpSpPr>
            <a:xfrm>
              <a:off x="9972357" y="2384065"/>
              <a:ext cx="265462" cy="275760"/>
              <a:chOff x="9972357" y="2384065"/>
              <a:chExt cx="265462" cy="275760"/>
            </a:xfrm>
            <a:solidFill>
              <a:srgbClr val="000000"/>
            </a:solidFill>
          </p:grpSpPr>
          <p:sp>
            <p:nvSpPr>
              <p:cNvPr id="49" name="Полілінія: фігура 48">
                <a:extLst>
                  <a:ext uri="{FF2B5EF4-FFF2-40B4-BE49-F238E27FC236}">
                    <a16:creationId xmlns:a16="http://schemas.microsoft.com/office/drawing/2014/main" id="{0DE0BD62-F2B9-C883-5135-ADD223ED47B3}"/>
                  </a:ext>
                </a:extLst>
              </p:cNvPr>
              <p:cNvSpPr/>
              <p:nvPr/>
            </p:nvSpPr>
            <p:spPr>
              <a:xfrm>
                <a:off x="10078094" y="2572843"/>
                <a:ext cx="90026" cy="86982"/>
              </a:xfrm>
              <a:custGeom>
                <a:avLst/>
                <a:gdLst>
                  <a:gd name="connsiteX0" fmla="*/ 13560 w 90026"/>
                  <a:gd name="connsiteY0" fmla="*/ 87395 h 86982"/>
                  <a:gd name="connsiteX1" fmla="*/ 2416 w 90026"/>
                  <a:gd name="connsiteY1" fmla="*/ 78852 h 86982"/>
                  <a:gd name="connsiteX2" fmla="*/ 1853 w 90026"/>
                  <a:gd name="connsiteY2" fmla="*/ 72089 h 86982"/>
                  <a:gd name="connsiteX3" fmla="*/ 5749 w 90026"/>
                  <a:gd name="connsiteY3" fmla="*/ 65745 h 86982"/>
                  <a:gd name="connsiteX4" fmla="*/ 6102 w 90026"/>
                  <a:gd name="connsiteY4" fmla="*/ 65450 h 86982"/>
                  <a:gd name="connsiteX5" fmla="*/ 14350 w 90026"/>
                  <a:gd name="connsiteY5" fmla="*/ 35894 h 86982"/>
                  <a:gd name="connsiteX6" fmla="*/ 11350 w 90026"/>
                  <a:gd name="connsiteY6" fmla="*/ 19511 h 86982"/>
                  <a:gd name="connsiteX7" fmla="*/ 10988 w 90026"/>
                  <a:gd name="connsiteY7" fmla="*/ 18463 h 86982"/>
                  <a:gd name="connsiteX8" fmla="*/ 3072 w 90026"/>
                  <a:gd name="connsiteY8" fmla="*/ 4518 h 86982"/>
                  <a:gd name="connsiteX9" fmla="*/ 2663 w 90026"/>
                  <a:gd name="connsiteY9" fmla="*/ 4680 h 86982"/>
                  <a:gd name="connsiteX10" fmla="*/ 2568 w 90026"/>
                  <a:gd name="connsiteY10" fmla="*/ 4785 h 86982"/>
                  <a:gd name="connsiteX11" fmla="*/ 1816 w 90026"/>
                  <a:gd name="connsiteY11" fmla="*/ 5176 h 86982"/>
                  <a:gd name="connsiteX12" fmla="*/ 958 w 90026"/>
                  <a:gd name="connsiteY12" fmla="*/ 4642 h 86982"/>
                  <a:gd name="connsiteX13" fmla="*/ 996 w 90026"/>
                  <a:gd name="connsiteY13" fmla="*/ 3537 h 86982"/>
                  <a:gd name="connsiteX14" fmla="*/ 5644 w 90026"/>
                  <a:gd name="connsiteY14" fmla="*/ 413 h 86982"/>
                  <a:gd name="connsiteX15" fmla="*/ 19399 w 90026"/>
                  <a:gd name="connsiteY15" fmla="*/ 12548 h 86982"/>
                  <a:gd name="connsiteX16" fmla="*/ 27828 w 90026"/>
                  <a:gd name="connsiteY16" fmla="*/ 28140 h 86982"/>
                  <a:gd name="connsiteX17" fmla="*/ 31028 w 90026"/>
                  <a:gd name="connsiteY17" fmla="*/ 43152 h 86982"/>
                  <a:gd name="connsiteX18" fmla="*/ 40782 w 90026"/>
                  <a:gd name="connsiteY18" fmla="*/ 44218 h 86982"/>
                  <a:gd name="connsiteX19" fmla="*/ 50002 w 90026"/>
                  <a:gd name="connsiteY19" fmla="*/ 43333 h 86982"/>
                  <a:gd name="connsiteX20" fmla="*/ 66833 w 90026"/>
                  <a:gd name="connsiteY20" fmla="*/ 35903 h 86982"/>
                  <a:gd name="connsiteX21" fmla="*/ 73405 w 90026"/>
                  <a:gd name="connsiteY21" fmla="*/ 32093 h 86982"/>
                  <a:gd name="connsiteX22" fmla="*/ 77939 w 90026"/>
                  <a:gd name="connsiteY22" fmla="*/ 30979 h 86982"/>
                  <a:gd name="connsiteX23" fmla="*/ 89150 w 90026"/>
                  <a:gd name="connsiteY23" fmla="*/ 37599 h 86982"/>
                  <a:gd name="connsiteX24" fmla="*/ 90512 w 90026"/>
                  <a:gd name="connsiteY24" fmla="*/ 46333 h 86982"/>
                  <a:gd name="connsiteX25" fmla="*/ 85855 w 90026"/>
                  <a:gd name="connsiteY25" fmla="*/ 53953 h 86982"/>
                  <a:gd name="connsiteX26" fmla="*/ 73358 w 90026"/>
                  <a:gd name="connsiteY26" fmla="*/ 60716 h 86982"/>
                  <a:gd name="connsiteX27" fmla="*/ 58260 w 90026"/>
                  <a:gd name="connsiteY27" fmla="*/ 62812 h 86982"/>
                  <a:gd name="connsiteX28" fmla="*/ 48926 w 90026"/>
                  <a:gd name="connsiteY28" fmla="*/ 61964 h 86982"/>
                  <a:gd name="connsiteX29" fmla="*/ 31305 w 90026"/>
                  <a:gd name="connsiteY29" fmla="*/ 54753 h 86982"/>
                  <a:gd name="connsiteX30" fmla="*/ 31276 w 90026"/>
                  <a:gd name="connsiteY30" fmla="*/ 55325 h 86982"/>
                  <a:gd name="connsiteX31" fmla="*/ 31191 w 90026"/>
                  <a:gd name="connsiteY31" fmla="*/ 56725 h 86982"/>
                  <a:gd name="connsiteX32" fmla="*/ 31095 w 90026"/>
                  <a:gd name="connsiteY32" fmla="*/ 57868 h 86982"/>
                  <a:gd name="connsiteX33" fmla="*/ 28181 w 90026"/>
                  <a:gd name="connsiteY33" fmla="*/ 72470 h 86982"/>
                  <a:gd name="connsiteX34" fmla="*/ 20542 w 90026"/>
                  <a:gd name="connsiteY34" fmla="*/ 84662 h 86982"/>
                  <a:gd name="connsiteX35" fmla="*/ 13560 w 90026"/>
                  <a:gd name="connsiteY35" fmla="*/ 87395 h 86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0026" h="86982">
                    <a:moveTo>
                      <a:pt x="13560" y="87395"/>
                    </a:moveTo>
                    <a:cubicBezTo>
                      <a:pt x="8873" y="87395"/>
                      <a:pt x="4292" y="83881"/>
                      <a:pt x="2416" y="78852"/>
                    </a:cubicBezTo>
                    <a:cubicBezTo>
                      <a:pt x="1586" y="76699"/>
                      <a:pt x="1396" y="74356"/>
                      <a:pt x="1853" y="72089"/>
                    </a:cubicBezTo>
                    <a:cubicBezTo>
                      <a:pt x="2416" y="69603"/>
                      <a:pt x="3787" y="67364"/>
                      <a:pt x="5749" y="65745"/>
                    </a:cubicBezTo>
                    <a:lnTo>
                      <a:pt x="6102" y="65450"/>
                    </a:lnTo>
                    <a:cubicBezTo>
                      <a:pt x="13417" y="59535"/>
                      <a:pt x="14703" y="43533"/>
                      <a:pt x="14350" y="35894"/>
                    </a:cubicBezTo>
                    <a:cubicBezTo>
                      <a:pt x="14093" y="30322"/>
                      <a:pt x="13083" y="24816"/>
                      <a:pt x="11350" y="19511"/>
                    </a:cubicBezTo>
                    <a:lnTo>
                      <a:pt x="10988" y="18463"/>
                    </a:lnTo>
                    <a:cubicBezTo>
                      <a:pt x="10483" y="17044"/>
                      <a:pt x="5416" y="4518"/>
                      <a:pt x="3072" y="4518"/>
                    </a:cubicBezTo>
                    <a:cubicBezTo>
                      <a:pt x="2920" y="4518"/>
                      <a:pt x="2777" y="4576"/>
                      <a:pt x="2663" y="4680"/>
                    </a:cubicBezTo>
                    <a:lnTo>
                      <a:pt x="2568" y="4785"/>
                    </a:lnTo>
                    <a:cubicBezTo>
                      <a:pt x="2387" y="5023"/>
                      <a:pt x="2111" y="5166"/>
                      <a:pt x="1816" y="5176"/>
                    </a:cubicBezTo>
                    <a:cubicBezTo>
                      <a:pt x="1453" y="5166"/>
                      <a:pt x="1130" y="4957"/>
                      <a:pt x="958" y="4642"/>
                    </a:cubicBezTo>
                    <a:cubicBezTo>
                      <a:pt x="767" y="4299"/>
                      <a:pt x="777" y="3871"/>
                      <a:pt x="996" y="3537"/>
                    </a:cubicBezTo>
                    <a:cubicBezTo>
                      <a:pt x="1853" y="1718"/>
                      <a:pt x="3644" y="518"/>
                      <a:pt x="5644" y="413"/>
                    </a:cubicBezTo>
                    <a:cubicBezTo>
                      <a:pt x="10255" y="413"/>
                      <a:pt x="15674" y="7014"/>
                      <a:pt x="19399" y="12548"/>
                    </a:cubicBezTo>
                    <a:cubicBezTo>
                      <a:pt x="22742" y="17434"/>
                      <a:pt x="25570" y="22663"/>
                      <a:pt x="27828" y="28140"/>
                    </a:cubicBezTo>
                    <a:cubicBezTo>
                      <a:pt x="29419" y="33017"/>
                      <a:pt x="30486" y="38046"/>
                      <a:pt x="31028" y="43152"/>
                    </a:cubicBezTo>
                    <a:cubicBezTo>
                      <a:pt x="34229" y="43866"/>
                      <a:pt x="37506" y="44218"/>
                      <a:pt x="40782" y="44218"/>
                    </a:cubicBezTo>
                    <a:cubicBezTo>
                      <a:pt x="43878" y="44209"/>
                      <a:pt x="46964" y="43914"/>
                      <a:pt x="50002" y="43333"/>
                    </a:cubicBezTo>
                    <a:cubicBezTo>
                      <a:pt x="56746" y="42037"/>
                      <a:pt x="61642" y="39066"/>
                      <a:pt x="66833" y="35903"/>
                    </a:cubicBezTo>
                    <a:cubicBezTo>
                      <a:pt x="68910" y="34636"/>
                      <a:pt x="71062" y="33332"/>
                      <a:pt x="73405" y="32093"/>
                    </a:cubicBezTo>
                    <a:cubicBezTo>
                      <a:pt x="74805" y="31350"/>
                      <a:pt x="76358" y="30969"/>
                      <a:pt x="77939" y="30979"/>
                    </a:cubicBezTo>
                    <a:cubicBezTo>
                      <a:pt x="82549" y="31160"/>
                      <a:pt x="86769" y="33646"/>
                      <a:pt x="89150" y="37599"/>
                    </a:cubicBezTo>
                    <a:cubicBezTo>
                      <a:pt x="90760" y="40209"/>
                      <a:pt x="91255" y="43361"/>
                      <a:pt x="90512" y="46333"/>
                    </a:cubicBezTo>
                    <a:cubicBezTo>
                      <a:pt x="89712" y="49257"/>
                      <a:pt x="88093" y="51905"/>
                      <a:pt x="85855" y="53953"/>
                    </a:cubicBezTo>
                    <a:cubicBezTo>
                      <a:pt x="82292" y="57173"/>
                      <a:pt x="78006" y="59487"/>
                      <a:pt x="73358" y="60716"/>
                    </a:cubicBezTo>
                    <a:cubicBezTo>
                      <a:pt x="68452" y="62126"/>
                      <a:pt x="63366" y="62830"/>
                      <a:pt x="58260" y="62812"/>
                    </a:cubicBezTo>
                    <a:cubicBezTo>
                      <a:pt x="55127" y="62821"/>
                      <a:pt x="52003" y="62545"/>
                      <a:pt x="48926" y="61964"/>
                    </a:cubicBezTo>
                    <a:cubicBezTo>
                      <a:pt x="42630" y="60763"/>
                      <a:pt x="36639" y="58316"/>
                      <a:pt x="31305" y="54753"/>
                    </a:cubicBezTo>
                    <a:cubicBezTo>
                      <a:pt x="31295" y="54944"/>
                      <a:pt x="31286" y="55134"/>
                      <a:pt x="31276" y="55325"/>
                    </a:cubicBezTo>
                    <a:cubicBezTo>
                      <a:pt x="31257" y="55782"/>
                      <a:pt x="31228" y="56258"/>
                      <a:pt x="31191" y="56725"/>
                    </a:cubicBezTo>
                    <a:lnTo>
                      <a:pt x="31095" y="57868"/>
                    </a:lnTo>
                    <a:cubicBezTo>
                      <a:pt x="30695" y="62830"/>
                      <a:pt x="29714" y="67736"/>
                      <a:pt x="28181" y="72470"/>
                    </a:cubicBezTo>
                    <a:cubicBezTo>
                      <a:pt x="26790" y="77156"/>
                      <a:pt x="24151" y="81366"/>
                      <a:pt x="20542" y="84662"/>
                    </a:cubicBezTo>
                    <a:cubicBezTo>
                      <a:pt x="18646" y="86367"/>
                      <a:pt x="16151" y="87348"/>
                      <a:pt x="13560" y="87395"/>
                    </a:cubicBezTo>
                    <a:close/>
                  </a:path>
                </a:pathLst>
              </a:custGeom>
              <a:solidFill>
                <a:srgbClr val="000000"/>
              </a:solidFill>
              <a:ln w="9525" cap="flat">
                <a:noFill/>
                <a:prstDash val="solid"/>
                <a:miter/>
              </a:ln>
            </p:spPr>
            <p:txBody>
              <a:bodyPr rtlCol="0" anchor="ctr"/>
              <a:lstStyle/>
              <a:p>
                <a:endParaRPr lang="en-US"/>
              </a:p>
            </p:txBody>
          </p:sp>
          <p:sp>
            <p:nvSpPr>
              <p:cNvPr id="50" name="Полілінія: фігура 49">
                <a:extLst>
                  <a:ext uri="{FF2B5EF4-FFF2-40B4-BE49-F238E27FC236}">
                    <a16:creationId xmlns:a16="http://schemas.microsoft.com/office/drawing/2014/main" id="{DC421EC5-612D-DAE2-76F6-6590FAE8D6CA}"/>
                  </a:ext>
                </a:extLst>
              </p:cNvPr>
              <p:cNvSpPr/>
              <p:nvPr/>
            </p:nvSpPr>
            <p:spPr>
              <a:xfrm>
                <a:off x="10100859" y="2493956"/>
                <a:ext cx="75540" cy="67626"/>
              </a:xfrm>
              <a:custGeom>
                <a:avLst/>
                <a:gdLst>
                  <a:gd name="connsiteX0" fmla="*/ 42620 w 75540"/>
                  <a:gd name="connsiteY0" fmla="*/ 68033 h 67626"/>
                  <a:gd name="connsiteX1" fmla="*/ 42620 w 75540"/>
                  <a:gd name="connsiteY1" fmla="*/ 68033 h 67626"/>
                  <a:gd name="connsiteX2" fmla="*/ 24837 w 75540"/>
                  <a:gd name="connsiteY2" fmla="*/ 64451 h 67626"/>
                  <a:gd name="connsiteX3" fmla="*/ 3920 w 75540"/>
                  <a:gd name="connsiteY3" fmla="*/ 52583 h 67626"/>
                  <a:gd name="connsiteX4" fmla="*/ 1005 w 75540"/>
                  <a:gd name="connsiteY4" fmla="*/ 47944 h 67626"/>
                  <a:gd name="connsiteX5" fmla="*/ 1415 w 75540"/>
                  <a:gd name="connsiteY5" fmla="*/ 42734 h 67626"/>
                  <a:gd name="connsiteX6" fmla="*/ 4939 w 75540"/>
                  <a:gd name="connsiteY6" fmla="*/ 37648 h 67626"/>
                  <a:gd name="connsiteX7" fmla="*/ 10426 w 75540"/>
                  <a:gd name="connsiteY7" fmla="*/ 35505 h 67626"/>
                  <a:gd name="connsiteX8" fmla="*/ 14674 w 75540"/>
                  <a:gd name="connsiteY8" fmla="*/ 36809 h 67626"/>
                  <a:gd name="connsiteX9" fmla="*/ 16064 w 75540"/>
                  <a:gd name="connsiteY9" fmla="*/ 37886 h 67626"/>
                  <a:gd name="connsiteX10" fmla="*/ 16102 w 75540"/>
                  <a:gd name="connsiteY10" fmla="*/ 37914 h 67626"/>
                  <a:gd name="connsiteX11" fmla="*/ 44887 w 75540"/>
                  <a:gd name="connsiteY11" fmla="*/ 52021 h 67626"/>
                  <a:gd name="connsiteX12" fmla="*/ 57698 w 75540"/>
                  <a:gd name="connsiteY12" fmla="*/ 46344 h 67626"/>
                  <a:gd name="connsiteX13" fmla="*/ 61289 w 75540"/>
                  <a:gd name="connsiteY13" fmla="*/ 31095 h 67626"/>
                  <a:gd name="connsiteX14" fmla="*/ 42077 w 75540"/>
                  <a:gd name="connsiteY14" fmla="*/ 8234 h 67626"/>
                  <a:gd name="connsiteX15" fmla="*/ 41105 w 75540"/>
                  <a:gd name="connsiteY15" fmla="*/ 4110 h 67626"/>
                  <a:gd name="connsiteX16" fmla="*/ 46306 w 75540"/>
                  <a:gd name="connsiteY16" fmla="*/ 415 h 67626"/>
                  <a:gd name="connsiteX17" fmla="*/ 47535 w 75540"/>
                  <a:gd name="connsiteY17" fmla="*/ 519 h 67626"/>
                  <a:gd name="connsiteX18" fmla="*/ 61175 w 75540"/>
                  <a:gd name="connsiteY18" fmla="*/ 5444 h 67626"/>
                  <a:gd name="connsiteX19" fmla="*/ 70347 w 75540"/>
                  <a:gd name="connsiteY19" fmla="*/ 13902 h 67626"/>
                  <a:gd name="connsiteX20" fmla="*/ 76205 w 75540"/>
                  <a:gd name="connsiteY20" fmla="*/ 36362 h 67626"/>
                  <a:gd name="connsiteX21" fmla="*/ 66442 w 75540"/>
                  <a:gd name="connsiteY21" fmla="*/ 58279 h 67626"/>
                  <a:gd name="connsiteX22" fmla="*/ 42620 w 75540"/>
                  <a:gd name="connsiteY22" fmla="*/ 68033 h 67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5540" h="67626">
                    <a:moveTo>
                      <a:pt x="42620" y="68033"/>
                    </a:moveTo>
                    <a:lnTo>
                      <a:pt x="42620" y="68033"/>
                    </a:lnTo>
                    <a:cubicBezTo>
                      <a:pt x="36524" y="67937"/>
                      <a:pt x="30495" y="66718"/>
                      <a:pt x="24837" y="64451"/>
                    </a:cubicBezTo>
                    <a:cubicBezTo>
                      <a:pt x="17370" y="61451"/>
                      <a:pt x="10330" y="57460"/>
                      <a:pt x="3920" y="52583"/>
                    </a:cubicBezTo>
                    <a:cubicBezTo>
                      <a:pt x="2434" y="51421"/>
                      <a:pt x="1396" y="49782"/>
                      <a:pt x="1005" y="47944"/>
                    </a:cubicBezTo>
                    <a:cubicBezTo>
                      <a:pt x="662" y="46201"/>
                      <a:pt x="805" y="44401"/>
                      <a:pt x="1415" y="42734"/>
                    </a:cubicBezTo>
                    <a:cubicBezTo>
                      <a:pt x="2120" y="40753"/>
                      <a:pt x="3330" y="39000"/>
                      <a:pt x="4939" y="37648"/>
                    </a:cubicBezTo>
                    <a:cubicBezTo>
                      <a:pt x="6453" y="36305"/>
                      <a:pt x="8406" y="35552"/>
                      <a:pt x="10426" y="35505"/>
                    </a:cubicBezTo>
                    <a:cubicBezTo>
                      <a:pt x="11940" y="35514"/>
                      <a:pt x="13416" y="35971"/>
                      <a:pt x="14674" y="36809"/>
                    </a:cubicBezTo>
                    <a:cubicBezTo>
                      <a:pt x="15121" y="37152"/>
                      <a:pt x="15588" y="37505"/>
                      <a:pt x="16064" y="37886"/>
                    </a:cubicBezTo>
                    <a:lnTo>
                      <a:pt x="16102" y="37914"/>
                    </a:lnTo>
                    <a:cubicBezTo>
                      <a:pt x="23370" y="43534"/>
                      <a:pt x="34352" y="52021"/>
                      <a:pt x="44887" y="52021"/>
                    </a:cubicBezTo>
                    <a:cubicBezTo>
                      <a:pt x="49773" y="52031"/>
                      <a:pt x="54421" y="49964"/>
                      <a:pt x="57698" y="46344"/>
                    </a:cubicBezTo>
                    <a:cubicBezTo>
                      <a:pt x="61041" y="42020"/>
                      <a:pt x="62346" y="36457"/>
                      <a:pt x="61289" y="31095"/>
                    </a:cubicBezTo>
                    <a:cubicBezTo>
                      <a:pt x="58860" y="19236"/>
                      <a:pt x="45973" y="10597"/>
                      <a:pt x="42077" y="8234"/>
                    </a:cubicBezTo>
                    <a:cubicBezTo>
                      <a:pt x="40887" y="7215"/>
                      <a:pt x="40496" y="5549"/>
                      <a:pt x="41105" y="4110"/>
                    </a:cubicBezTo>
                    <a:cubicBezTo>
                      <a:pt x="41830" y="1862"/>
                      <a:pt x="43944" y="357"/>
                      <a:pt x="46306" y="415"/>
                    </a:cubicBezTo>
                    <a:cubicBezTo>
                      <a:pt x="46716" y="415"/>
                      <a:pt x="47125" y="453"/>
                      <a:pt x="47535" y="519"/>
                    </a:cubicBezTo>
                    <a:cubicBezTo>
                      <a:pt x="52355" y="1291"/>
                      <a:pt x="56984" y="2958"/>
                      <a:pt x="61175" y="5444"/>
                    </a:cubicBezTo>
                    <a:cubicBezTo>
                      <a:pt x="64775" y="7615"/>
                      <a:pt x="67900" y="10492"/>
                      <a:pt x="70347" y="13902"/>
                    </a:cubicBezTo>
                    <a:cubicBezTo>
                      <a:pt x="74900" y="20455"/>
                      <a:pt x="76977" y="28418"/>
                      <a:pt x="76205" y="36362"/>
                    </a:cubicBezTo>
                    <a:cubicBezTo>
                      <a:pt x="75567" y="44572"/>
                      <a:pt x="72119" y="52307"/>
                      <a:pt x="66442" y="58279"/>
                    </a:cubicBezTo>
                    <a:cubicBezTo>
                      <a:pt x="60194" y="64689"/>
                      <a:pt x="51564" y="68223"/>
                      <a:pt x="42620" y="68033"/>
                    </a:cubicBezTo>
                    <a:close/>
                  </a:path>
                </a:pathLst>
              </a:custGeom>
              <a:solidFill>
                <a:srgbClr val="000000"/>
              </a:solidFill>
              <a:ln w="9525" cap="flat">
                <a:noFill/>
                <a:prstDash val="solid"/>
                <a:miter/>
              </a:ln>
            </p:spPr>
            <p:txBody>
              <a:bodyPr rtlCol="0" anchor="ctr"/>
              <a:lstStyle/>
              <a:p>
                <a:endParaRPr lang="en-US"/>
              </a:p>
            </p:txBody>
          </p:sp>
          <p:sp>
            <p:nvSpPr>
              <p:cNvPr id="51" name="Полілінія: фігура 50">
                <a:extLst>
                  <a:ext uri="{FF2B5EF4-FFF2-40B4-BE49-F238E27FC236}">
                    <a16:creationId xmlns:a16="http://schemas.microsoft.com/office/drawing/2014/main" id="{F51B361D-D214-F661-C4D5-DBF1E149CCB2}"/>
                  </a:ext>
                </a:extLst>
              </p:cNvPr>
              <p:cNvSpPr/>
              <p:nvPr/>
            </p:nvSpPr>
            <p:spPr>
              <a:xfrm>
                <a:off x="9997263" y="2439226"/>
                <a:ext cx="74243" cy="45339"/>
              </a:xfrm>
              <a:custGeom>
                <a:avLst/>
                <a:gdLst>
                  <a:gd name="connsiteX0" fmla="*/ 5222 w 74243"/>
                  <a:gd name="connsiteY0" fmla="*/ 45752 h 45339"/>
                  <a:gd name="connsiteX1" fmla="*/ 3689 w 74243"/>
                  <a:gd name="connsiteY1" fmla="*/ 44809 h 45339"/>
                  <a:gd name="connsiteX2" fmla="*/ 831 w 74243"/>
                  <a:gd name="connsiteY2" fmla="*/ 32893 h 45339"/>
                  <a:gd name="connsiteX3" fmla="*/ 3765 w 74243"/>
                  <a:gd name="connsiteY3" fmla="*/ 21302 h 45339"/>
                  <a:gd name="connsiteX4" fmla="*/ 14680 w 74243"/>
                  <a:gd name="connsiteY4" fmla="*/ 8062 h 45339"/>
                  <a:gd name="connsiteX5" fmla="*/ 30025 w 74243"/>
                  <a:gd name="connsiteY5" fmla="*/ 1004 h 45339"/>
                  <a:gd name="connsiteX6" fmla="*/ 36768 w 74243"/>
                  <a:gd name="connsiteY6" fmla="*/ 413 h 45339"/>
                  <a:gd name="connsiteX7" fmla="*/ 48970 w 74243"/>
                  <a:gd name="connsiteY7" fmla="*/ 2347 h 45339"/>
                  <a:gd name="connsiteX8" fmla="*/ 60096 w 74243"/>
                  <a:gd name="connsiteY8" fmla="*/ 7919 h 45339"/>
                  <a:gd name="connsiteX9" fmla="*/ 60752 w 74243"/>
                  <a:gd name="connsiteY9" fmla="*/ 8395 h 45339"/>
                  <a:gd name="connsiteX10" fmla="*/ 72211 w 74243"/>
                  <a:gd name="connsiteY10" fmla="*/ 20492 h 45339"/>
                  <a:gd name="connsiteX11" fmla="*/ 73745 w 74243"/>
                  <a:gd name="connsiteY11" fmla="*/ 35932 h 45339"/>
                  <a:gd name="connsiteX12" fmla="*/ 66696 w 74243"/>
                  <a:gd name="connsiteY12" fmla="*/ 39951 h 45339"/>
                  <a:gd name="connsiteX13" fmla="*/ 62334 w 74243"/>
                  <a:gd name="connsiteY13" fmla="*/ 38923 h 45339"/>
                  <a:gd name="connsiteX14" fmla="*/ 55247 w 74243"/>
                  <a:gd name="connsiteY14" fmla="*/ 30779 h 45339"/>
                  <a:gd name="connsiteX15" fmla="*/ 49637 w 74243"/>
                  <a:gd name="connsiteY15" fmla="*/ 23435 h 45339"/>
                  <a:gd name="connsiteX16" fmla="*/ 35073 w 74243"/>
                  <a:gd name="connsiteY16" fmla="*/ 18120 h 45339"/>
                  <a:gd name="connsiteX17" fmla="*/ 33340 w 74243"/>
                  <a:gd name="connsiteY17" fmla="*/ 18196 h 45339"/>
                  <a:gd name="connsiteX18" fmla="*/ 7231 w 74243"/>
                  <a:gd name="connsiteY18" fmla="*/ 44323 h 45339"/>
                  <a:gd name="connsiteX19" fmla="*/ 5222 w 74243"/>
                  <a:gd name="connsiteY19" fmla="*/ 45752 h 4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243" h="45339">
                    <a:moveTo>
                      <a:pt x="5222" y="45752"/>
                    </a:moveTo>
                    <a:cubicBezTo>
                      <a:pt x="4574" y="45762"/>
                      <a:pt x="3974" y="45390"/>
                      <a:pt x="3689" y="44809"/>
                    </a:cubicBezTo>
                    <a:cubicBezTo>
                      <a:pt x="1707" y="41152"/>
                      <a:pt x="726" y="37046"/>
                      <a:pt x="831" y="32893"/>
                    </a:cubicBezTo>
                    <a:cubicBezTo>
                      <a:pt x="964" y="28864"/>
                      <a:pt x="1964" y="24912"/>
                      <a:pt x="3765" y="21302"/>
                    </a:cubicBezTo>
                    <a:cubicBezTo>
                      <a:pt x="6346" y="16110"/>
                      <a:pt x="10079" y="11586"/>
                      <a:pt x="14680" y="8062"/>
                    </a:cubicBezTo>
                    <a:cubicBezTo>
                      <a:pt x="19157" y="4509"/>
                      <a:pt x="24415" y="2090"/>
                      <a:pt x="30025" y="1004"/>
                    </a:cubicBezTo>
                    <a:cubicBezTo>
                      <a:pt x="32254" y="613"/>
                      <a:pt x="34511" y="413"/>
                      <a:pt x="36768" y="413"/>
                    </a:cubicBezTo>
                    <a:cubicBezTo>
                      <a:pt x="40912" y="413"/>
                      <a:pt x="45027" y="1070"/>
                      <a:pt x="48970" y="2347"/>
                    </a:cubicBezTo>
                    <a:cubicBezTo>
                      <a:pt x="52942" y="3633"/>
                      <a:pt x="56685" y="5509"/>
                      <a:pt x="60096" y="7919"/>
                    </a:cubicBezTo>
                    <a:lnTo>
                      <a:pt x="60752" y="8395"/>
                    </a:lnTo>
                    <a:cubicBezTo>
                      <a:pt x="65324" y="11643"/>
                      <a:pt x="69211" y="15758"/>
                      <a:pt x="72211" y="20492"/>
                    </a:cubicBezTo>
                    <a:cubicBezTo>
                      <a:pt x="75402" y="25959"/>
                      <a:pt x="75926" y="31150"/>
                      <a:pt x="73745" y="35932"/>
                    </a:cubicBezTo>
                    <a:cubicBezTo>
                      <a:pt x="72411" y="38561"/>
                      <a:pt x="69639" y="40142"/>
                      <a:pt x="66696" y="39951"/>
                    </a:cubicBezTo>
                    <a:cubicBezTo>
                      <a:pt x="65182" y="39961"/>
                      <a:pt x="63686" y="39609"/>
                      <a:pt x="62334" y="38923"/>
                    </a:cubicBezTo>
                    <a:cubicBezTo>
                      <a:pt x="58981" y="37160"/>
                      <a:pt x="57171" y="34065"/>
                      <a:pt x="55247" y="30779"/>
                    </a:cubicBezTo>
                    <a:cubicBezTo>
                      <a:pt x="53847" y="28007"/>
                      <a:pt x="51942" y="25511"/>
                      <a:pt x="49637" y="23435"/>
                    </a:cubicBezTo>
                    <a:cubicBezTo>
                      <a:pt x="45513" y="20092"/>
                      <a:pt x="40388" y="18225"/>
                      <a:pt x="35073" y="18120"/>
                    </a:cubicBezTo>
                    <a:cubicBezTo>
                      <a:pt x="34492" y="18120"/>
                      <a:pt x="33911" y="18149"/>
                      <a:pt x="33340" y="18196"/>
                    </a:cubicBezTo>
                    <a:cubicBezTo>
                      <a:pt x="18433" y="19549"/>
                      <a:pt x="10585" y="35151"/>
                      <a:pt x="7231" y="44323"/>
                    </a:cubicBezTo>
                    <a:cubicBezTo>
                      <a:pt x="6917" y="45171"/>
                      <a:pt x="6117" y="45733"/>
                      <a:pt x="5222" y="45752"/>
                    </a:cubicBezTo>
                    <a:close/>
                  </a:path>
                </a:pathLst>
              </a:custGeom>
              <a:solidFill>
                <a:srgbClr val="000000"/>
              </a:solidFill>
              <a:ln w="9525" cap="flat">
                <a:noFill/>
                <a:prstDash val="solid"/>
                <a:miter/>
              </a:ln>
            </p:spPr>
            <p:txBody>
              <a:bodyPr rtlCol="0" anchor="ctr"/>
              <a:lstStyle/>
              <a:p>
                <a:endParaRPr lang="en-US"/>
              </a:p>
            </p:txBody>
          </p:sp>
          <p:sp>
            <p:nvSpPr>
              <p:cNvPr id="52" name="Полілінія: фігура 51">
                <a:extLst>
                  <a:ext uri="{FF2B5EF4-FFF2-40B4-BE49-F238E27FC236}">
                    <a16:creationId xmlns:a16="http://schemas.microsoft.com/office/drawing/2014/main" id="{97F67764-082B-729F-3F5E-D42AFA0B1C1A}"/>
                  </a:ext>
                </a:extLst>
              </p:cNvPr>
              <p:cNvSpPr/>
              <p:nvPr/>
            </p:nvSpPr>
            <p:spPr>
              <a:xfrm>
                <a:off x="10166117" y="2434045"/>
                <a:ext cx="68965" cy="48254"/>
              </a:xfrm>
              <a:custGeom>
                <a:avLst/>
                <a:gdLst>
                  <a:gd name="connsiteX0" fmla="*/ 58962 w 68965"/>
                  <a:gd name="connsiteY0" fmla="*/ 48667 h 48254"/>
                  <a:gd name="connsiteX1" fmla="*/ 52609 w 68965"/>
                  <a:gd name="connsiteY1" fmla="*/ 46762 h 48254"/>
                  <a:gd name="connsiteX2" fmla="*/ 48599 w 68965"/>
                  <a:gd name="connsiteY2" fmla="*/ 41104 h 48254"/>
                  <a:gd name="connsiteX3" fmla="*/ 47656 w 68965"/>
                  <a:gd name="connsiteY3" fmla="*/ 36856 h 48254"/>
                  <a:gd name="connsiteX4" fmla="*/ 43332 w 68965"/>
                  <a:gd name="connsiteY4" fmla="*/ 26254 h 48254"/>
                  <a:gd name="connsiteX5" fmla="*/ 31502 w 68965"/>
                  <a:gd name="connsiteY5" fmla="*/ 20625 h 48254"/>
                  <a:gd name="connsiteX6" fmla="*/ 30502 w 68965"/>
                  <a:gd name="connsiteY6" fmla="*/ 20663 h 48254"/>
                  <a:gd name="connsiteX7" fmla="*/ 16157 w 68965"/>
                  <a:gd name="connsiteY7" fmla="*/ 27607 h 48254"/>
                  <a:gd name="connsiteX8" fmla="*/ 11956 w 68965"/>
                  <a:gd name="connsiteY8" fmla="*/ 33103 h 48254"/>
                  <a:gd name="connsiteX9" fmla="*/ 7041 w 68965"/>
                  <a:gd name="connsiteY9" fmla="*/ 39218 h 48254"/>
                  <a:gd name="connsiteX10" fmla="*/ 5546 w 68965"/>
                  <a:gd name="connsiteY10" fmla="*/ 39799 h 48254"/>
                  <a:gd name="connsiteX11" fmla="*/ 4108 w 68965"/>
                  <a:gd name="connsiteY11" fmla="*/ 39218 h 48254"/>
                  <a:gd name="connsiteX12" fmla="*/ 1051 w 68965"/>
                  <a:gd name="connsiteY12" fmla="*/ 27569 h 48254"/>
                  <a:gd name="connsiteX13" fmla="*/ 5556 w 68965"/>
                  <a:gd name="connsiteY13" fmla="*/ 15739 h 48254"/>
                  <a:gd name="connsiteX14" fmla="*/ 16300 w 68965"/>
                  <a:gd name="connsiteY14" fmla="*/ 5252 h 48254"/>
                  <a:gd name="connsiteX15" fmla="*/ 30511 w 68965"/>
                  <a:gd name="connsiteY15" fmla="*/ 508 h 48254"/>
                  <a:gd name="connsiteX16" fmla="*/ 32797 w 68965"/>
                  <a:gd name="connsiteY16" fmla="*/ 413 h 48254"/>
                  <a:gd name="connsiteX17" fmla="*/ 62762 w 68965"/>
                  <a:gd name="connsiteY17" fmla="*/ 16025 h 48254"/>
                  <a:gd name="connsiteX18" fmla="*/ 69030 w 68965"/>
                  <a:gd name="connsiteY18" fmla="*/ 41094 h 48254"/>
                  <a:gd name="connsiteX19" fmla="*/ 65182 w 68965"/>
                  <a:gd name="connsiteY19" fmla="*/ 46781 h 48254"/>
                  <a:gd name="connsiteX20" fmla="*/ 58962 w 68965"/>
                  <a:gd name="connsiteY20" fmla="*/ 48667 h 48254"/>
                  <a:gd name="connsiteX21" fmla="*/ 58962 w 68965"/>
                  <a:gd name="connsiteY21" fmla="*/ 48667 h 4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965" h="48254">
                    <a:moveTo>
                      <a:pt x="58962" y="48667"/>
                    </a:moveTo>
                    <a:cubicBezTo>
                      <a:pt x="56705" y="48676"/>
                      <a:pt x="54495" y="48010"/>
                      <a:pt x="52609" y="46762"/>
                    </a:cubicBezTo>
                    <a:cubicBezTo>
                      <a:pt x="50628" y="45419"/>
                      <a:pt x="49209" y="43409"/>
                      <a:pt x="48599" y="41104"/>
                    </a:cubicBezTo>
                    <a:cubicBezTo>
                      <a:pt x="48199" y="39647"/>
                      <a:pt x="47923" y="38227"/>
                      <a:pt x="47656" y="36856"/>
                    </a:cubicBezTo>
                    <a:cubicBezTo>
                      <a:pt x="46913" y="33112"/>
                      <a:pt x="46218" y="29588"/>
                      <a:pt x="43332" y="26254"/>
                    </a:cubicBezTo>
                    <a:cubicBezTo>
                      <a:pt x="40388" y="22749"/>
                      <a:pt x="36073" y="20701"/>
                      <a:pt x="31502" y="20625"/>
                    </a:cubicBezTo>
                    <a:cubicBezTo>
                      <a:pt x="31168" y="20625"/>
                      <a:pt x="30835" y="20635"/>
                      <a:pt x="30502" y="20663"/>
                    </a:cubicBezTo>
                    <a:cubicBezTo>
                      <a:pt x="25034" y="21168"/>
                      <a:pt x="19938" y="23635"/>
                      <a:pt x="16157" y="27607"/>
                    </a:cubicBezTo>
                    <a:cubicBezTo>
                      <a:pt x="14585" y="29302"/>
                      <a:pt x="13175" y="31141"/>
                      <a:pt x="11956" y="33103"/>
                    </a:cubicBezTo>
                    <a:cubicBezTo>
                      <a:pt x="10594" y="35351"/>
                      <a:pt x="8947" y="37408"/>
                      <a:pt x="7041" y="39218"/>
                    </a:cubicBezTo>
                    <a:cubicBezTo>
                      <a:pt x="6632" y="39580"/>
                      <a:pt x="6099" y="39789"/>
                      <a:pt x="5546" y="39799"/>
                    </a:cubicBezTo>
                    <a:cubicBezTo>
                      <a:pt x="5013" y="39799"/>
                      <a:pt x="4499" y="39589"/>
                      <a:pt x="4108" y="39218"/>
                    </a:cubicBezTo>
                    <a:cubicBezTo>
                      <a:pt x="641" y="36018"/>
                      <a:pt x="536" y="31122"/>
                      <a:pt x="1051" y="27569"/>
                    </a:cubicBezTo>
                    <a:cubicBezTo>
                      <a:pt x="1727" y="23359"/>
                      <a:pt x="3260" y="19330"/>
                      <a:pt x="5556" y="15739"/>
                    </a:cubicBezTo>
                    <a:cubicBezTo>
                      <a:pt x="8337" y="11510"/>
                      <a:pt x="12004" y="7928"/>
                      <a:pt x="16300" y="5252"/>
                    </a:cubicBezTo>
                    <a:cubicBezTo>
                      <a:pt x="20595" y="2575"/>
                      <a:pt x="25472" y="946"/>
                      <a:pt x="30511" y="508"/>
                    </a:cubicBezTo>
                    <a:cubicBezTo>
                      <a:pt x="31264" y="451"/>
                      <a:pt x="32025" y="413"/>
                      <a:pt x="32797" y="413"/>
                    </a:cubicBezTo>
                    <a:cubicBezTo>
                      <a:pt x="43589" y="413"/>
                      <a:pt x="55352" y="6538"/>
                      <a:pt x="62762" y="16025"/>
                    </a:cubicBezTo>
                    <a:cubicBezTo>
                      <a:pt x="68887" y="23864"/>
                      <a:pt x="71107" y="32760"/>
                      <a:pt x="69030" y="41094"/>
                    </a:cubicBezTo>
                    <a:cubicBezTo>
                      <a:pt x="68487" y="43399"/>
                      <a:pt x="67116" y="45419"/>
                      <a:pt x="65182" y="46781"/>
                    </a:cubicBezTo>
                    <a:cubicBezTo>
                      <a:pt x="63335" y="48038"/>
                      <a:pt x="61172" y="48686"/>
                      <a:pt x="58962" y="48667"/>
                    </a:cubicBezTo>
                    <a:lnTo>
                      <a:pt x="58962" y="48667"/>
                    </a:lnTo>
                    <a:close/>
                  </a:path>
                </a:pathLst>
              </a:custGeom>
              <a:solidFill>
                <a:srgbClr val="000000"/>
              </a:solidFill>
              <a:ln w="9525" cap="flat">
                <a:noFill/>
                <a:prstDash val="solid"/>
                <a:miter/>
              </a:ln>
            </p:spPr>
            <p:txBody>
              <a:bodyPr rtlCol="0" anchor="ctr"/>
              <a:lstStyle/>
              <a:p>
                <a:endParaRPr lang="en-US" dirty="0"/>
              </a:p>
            </p:txBody>
          </p:sp>
          <p:sp>
            <p:nvSpPr>
              <p:cNvPr id="53" name="Полілінія: фігура 52">
                <a:extLst>
                  <a:ext uri="{FF2B5EF4-FFF2-40B4-BE49-F238E27FC236}">
                    <a16:creationId xmlns:a16="http://schemas.microsoft.com/office/drawing/2014/main" id="{17763C68-FBC6-4DCB-AAE8-DDF411461665}"/>
                  </a:ext>
                </a:extLst>
              </p:cNvPr>
              <p:cNvSpPr/>
              <p:nvPr/>
            </p:nvSpPr>
            <p:spPr>
              <a:xfrm>
                <a:off x="9972357" y="2384914"/>
                <a:ext cx="79899" cy="57523"/>
              </a:xfrm>
              <a:custGeom>
                <a:avLst/>
                <a:gdLst>
                  <a:gd name="connsiteX0" fmla="*/ 6101 w 79899"/>
                  <a:gd name="connsiteY0" fmla="*/ 57936 h 57523"/>
                  <a:gd name="connsiteX1" fmla="*/ 4081 w 79899"/>
                  <a:gd name="connsiteY1" fmla="*/ 57078 h 57523"/>
                  <a:gd name="connsiteX2" fmla="*/ 3710 w 79899"/>
                  <a:gd name="connsiteY2" fmla="*/ 36657 h 57523"/>
                  <a:gd name="connsiteX3" fmla="*/ 16902 w 79899"/>
                  <a:gd name="connsiteY3" fmla="*/ 18835 h 57523"/>
                  <a:gd name="connsiteX4" fmla="*/ 60622 w 79899"/>
                  <a:gd name="connsiteY4" fmla="*/ 414 h 57523"/>
                  <a:gd name="connsiteX5" fmla="*/ 70871 w 79899"/>
                  <a:gd name="connsiteY5" fmla="*/ 1929 h 57523"/>
                  <a:gd name="connsiteX6" fmla="*/ 77758 w 79899"/>
                  <a:gd name="connsiteY6" fmla="*/ 7167 h 57523"/>
                  <a:gd name="connsiteX7" fmla="*/ 80672 w 79899"/>
                  <a:gd name="connsiteY7" fmla="*/ 15330 h 57523"/>
                  <a:gd name="connsiteX8" fmla="*/ 74081 w 79899"/>
                  <a:gd name="connsiteY8" fmla="*/ 26494 h 57523"/>
                  <a:gd name="connsiteX9" fmla="*/ 53802 w 79899"/>
                  <a:gd name="connsiteY9" fmla="*/ 31227 h 57523"/>
                  <a:gd name="connsiteX10" fmla="*/ 32904 w 79899"/>
                  <a:gd name="connsiteY10" fmla="*/ 36181 h 57523"/>
                  <a:gd name="connsiteX11" fmla="*/ 18264 w 79899"/>
                  <a:gd name="connsiteY11" fmla="*/ 46744 h 57523"/>
                  <a:gd name="connsiteX12" fmla="*/ 16426 w 79899"/>
                  <a:gd name="connsiteY12" fmla="*/ 49087 h 57523"/>
                  <a:gd name="connsiteX13" fmla="*/ 7720 w 79899"/>
                  <a:gd name="connsiteY13" fmla="*/ 57555 h 57523"/>
                  <a:gd name="connsiteX14" fmla="*/ 6101 w 79899"/>
                  <a:gd name="connsiteY14" fmla="*/ 57936 h 57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899" h="57523">
                    <a:moveTo>
                      <a:pt x="6101" y="57936"/>
                    </a:moveTo>
                    <a:cubicBezTo>
                      <a:pt x="5330" y="57955"/>
                      <a:pt x="4596" y="57650"/>
                      <a:pt x="4081" y="57078"/>
                    </a:cubicBezTo>
                    <a:cubicBezTo>
                      <a:pt x="-1243" y="51058"/>
                      <a:pt x="939" y="42648"/>
                      <a:pt x="3710" y="36657"/>
                    </a:cubicBezTo>
                    <a:cubicBezTo>
                      <a:pt x="6939" y="29932"/>
                      <a:pt x="11416" y="23884"/>
                      <a:pt x="16902" y="18835"/>
                    </a:cubicBezTo>
                    <a:cubicBezTo>
                      <a:pt x="27256" y="9672"/>
                      <a:pt x="44792" y="414"/>
                      <a:pt x="60622" y="414"/>
                    </a:cubicBezTo>
                    <a:cubicBezTo>
                      <a:pt x="64099" y="385"/>
                      <a:pt x="67556" y="900"/>
                      <a:pt x="70871" y="1929"/>
                    </a:cubicBezTo>
                    <a:cubicBezTo>
                      <a:pt x="73671" y="2881"/>
                      <a:pt x="76090" y="4719"/>
                      <a:pt x="77758" y="7167"/>
                    </a:cubicBezTo>
                    <a:cubicBezTo>
                      <a:pt x="79462" y="9568"/>
                      <a:pt x="80472" y="12387"/>
                      <a:pt x="80672" y="15330"/>
                    </a:cubicBezTo>
                    <a:cubicBezTo>
                      <a:pt x="81129" y="20093"/>
                      <a:pt x="78472" y="24598"/>
                      <a:pt x="74081" y="26494"/>
                    </a:cubicBezTo>
                    <a:cubicBezTo>
                      <a:pt x="67651" y="29437"/>
                      <a:pt x="60612" y="30342"/>
                      <a:pt x="53802" y="31227"/>
                    </a:cubicBezTo>
                    <a:cubicBezTo>
                      <a:pt x="46811" y="32132"/>
                      <a:pt x="39581" y="33066"/>
                      <a:pt x="32904" y="36181"/>
                    </a:cubicBezTo>
                    <a:cubicBezTo>
                      <a:pt x="26275" y="39266"/>
                      <a:pt x="21617" y="42629"/>
                      <a:pt x="18264" y="46744"/>
                    </a:cubicBezTo>
                    <a:cubicBezTo>
                      <a:pt x="17655" y="47487"/>
                      <a:pt x="17054" y="48268"/>
                      <a:pt x="16426" y="49087"/>
                    </a:cubicBezTo>
                    <a:cubicBezTo>
                      <a:pt x="13873" y="52402"/>
                      <a:pt x="11244" y="55831"/>
                      <a:pt x="7720" y="57555"/>
                    </a:cubicBezTo>
                    <a:cubicBezTo>
                      <a:pt x="7215" y="57802"/>
                      <a:pt x="6663" y="57926"/>
                      <a:pt x="6101" y="57936"/>
                    </a:cubicBezTo>
                    <a:close/>
                  </a:path>
                </a:pathLst>
              </a:custGeom>
              <a:solidFill>
                <a:srgbClr val="000000"/>
              </a:solidFill>
              <a:ln w="9525" cap="flat">
                <a:noFill/>
                <a:prstDash val="solid"/>
                <a:miter/>
              </a:ln>
            </p:spPr>
            <p:txBody>
              <a:bodyPr rtlCol="0" anchor="ctr"/>
              <a:lstStyle/>
              <a:p>
                <a:endParaRPr lang="en-US"/>
              </a:p>
            </p:txBody>
          </p:sp>
          <p:sp>
            <p:nvSpPr>
              <p:cNvPr id="54" name="Полілінія: фігура 53">
                <a:extLst>
                  <a:ext uri="{FF2B5EF4-FFF2-40B4-BE49-F238E27FC236}">
                    <a16:creationId xmlns:a16="http://schemas.microsoft.com/office/drawing/2014/main" id="{D01E4D3B-16E9-C043-D967-433DCDF4C955}"/>
                  </a:ext>
                </a:extLst>
              </p:cNvPr>
              <p:cNvSpPr/>
              <p:nvPr/>
            </p:nvSpPr>
            <p:spPr>
              <a:xfrm>
                <a:off x="10154288" y="2384065"/>
                <a:ext cx="83531" cy="45151"/>
              </a:xfrm>
              <a:custGeom>
                <a:avLst/>
                <a:gdLst>
                  <a:gd name="connsiteX0" fmla="*/ 73431 w 83531"/>
                  <a:gd name="connsiteY0" fmla="*/ 45564 h 45151"/>
                  <a:gd name="connsiteX1" fmla="*/ 68097 w 83531"/>
                  <a:gd name="connsiteY1" fmla="*/ 44088 h 45151"/>
                  <a:gd name="connsiteX2" fmla="*/ 59686 w 83531"/>
                  <a:gd name="connsiteY2" fmla="*/ 35515 h 45151"/>
                  <a:gd name="connsiteX3" fmla="*/ 54238 w 83531"/>
                  <a:gd name="connsiteY3" fmla="*/ 29105 h 45151"/>
                  <a:gd name="connsiteX4" fmla="*/ 39912 w 83531"/>
                  <a:gd name="connsiteY4" fmla="*/ 20208 h 45151"/>
                  <a:gd name="connsiteX5" fmla="*/ 22024 w 83531"/>
                  <a:gd name="connsiteY5" fmla="*/ 16675 h 45151"/>
                  <a:gd name="connsiteX6" fmla="*/ 21672 w 83531"/>
                  <a:gd name="connsiteY6" fmla="*/ 16675 h 45151"/>
                  <a:gd name="connsiteX7" fmla="*/ 13213 w 83531"/>
                  <a:gd name="connsiteY7" fmla="*/ 17761 h 45151"/>
                  <a:gd name="connsiteX8" fmla="*/ 7669 w 83531"/>
                  <a:gd name="connsiteY8" fmla="*/ 18675 h 45151"/>
                  <a:gd name="connsiteX9" fmla="*/ 7669 w 83531"/>
                  <a:gd name="connsiteY9" fmla="*/ 18875 h 45151"/>
                  <a:gd name="connsiteX10" fmla="*/ 6536 w 83531"/>
                  <a:gd name="connsiteY10" fmla="*/ 19123 h 45151"/>
                  <a:gd name="connsiteX11" fmla="*/ 2193 w 83531"/>
                  <a:gd name="connsiteY11" fmla="*/ 18389 h 45151"/>
                  <a:gd name="connsiteX12" fmla="*/ 1155 w 83531"/>
                  <a:gd name="connsiteY12" fmla="*/ 14417 h 45151"/>
                  <a:gd name="connsiteX13" fmla="*/ 9279 w 83531"/>
                  <a:gd name="connsiteY13" fmla="*/ 6559 h 45151"/>
                  <a:gd name="connsiteX14" fmla="*/ 33854 w 83531"/>
                  <a:gd name="connsiteY14" fmla="*/ 415 h 45151"/>
                  <a:gd name="connsiteX15" fmla="*/ 45103 w 83531"/>
                  <a:gd name="connsiteY15" fmla="*/ 1406 h 45151"/>
                  <a:gd name="connsiteX16" fmla="*/ 68134 w 83531"/>
                  <a:gd name="connsiteY16" fmla="*/ 11103 h 45151"/>
                  <a:gd name="connsiteX17" fmla="*/ 68906 w 83531"/>
                  <a:gd name="connsiteY17" fmla="*/ 11674 h 45151"/>
                  <a:gd name="connsiteX18" fmla="*/ 84336 w 83531"/>
                  <a:gd name="connsiteY18" fmla="*/ 34763 h 45151"/>
                  <a:gd name="connsiteX19" fmla="*/ 80879 w 83531"/>
                  <a:gd name="connsiteY19" fmla="*/ 42459 h 45151"/>
                  <a:gd name="connsiteX20" fmla="*/ 73431 w 83531"/>
                  <a:gd name="connsiteY20" fmla="*/ 45564 h 45151"/>
                  <a:gd name="connsiteX21" fmla="*/ 73431 w 83531"/>
                  <a:gd name="connsiteY21" fmla="*/ 45564 h 4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3531" h="45151">
                    <a:moveTo>
                      <a:pt x="73431" y="45564"/>
                    </a:moveTo>
                    <a:cubicBezTo>
                      <a:pt x="71554" y="45555"/>
                      <a:pt x="69706" y="45050"/>
                      <a:pt x="68097" y="44088"/>
                    </a:cubicBezTo>
                    <a:cubicBezTo>
                      <a:pt x="64553" y="42049"/>
                      <a:pt x="62077" y="38725"/>
                      <a:pt x="59686" y="35515"/>
                    </a:cubicBezTo>
                    <a:cubicBezTo>
                      <a:pt x="58076" y="33210"/>
                      <a:pt x="56257" y="31067"/>
                      <a:pt x="54238" y="29105"/>
                    </a:cubicBezTo>
                    <a:cubicBezTo>
                      <a:pt x="50027" y="25304"/>
                      <a:pt x="45179" y="22295"/>
                      <a:pt x="39912" y="20208"/>
                    </a:cubicBezTo>
                    <a:cubicBezTo>
                      <a:pt x="34216" y="17932"/>
                      <a:pt x="28158" y="16732"/>
                      <a:pt x="22024" y="16675"/>
                    </a:cubicBezTo>
                    <a:lnTo>
                      <a:pt x="21672" y="16675"/>
                    </a:lnTo>
                    <a:cubicBezTo>
                      <a:pt x="18823" y="16770"/>
                      <a:pt x="15995" y="17132"/>
                      <a:pt x="13213" y="17761"/>
                    </a:cubicBezTo>
                    <a:cubicBezTo>
                      <a:pt x="11384" y="18113"/>
                      <a:pt x="9498" y="18475"/>
                      <a:pt x="7669" y="18675"/>
                    </a:cubicBezTo>
                    <a:cubicBezTo>
                      <a:pt x="7708" y="18742"/>
                      <a:pt x="7708" y="18818"/>
                      <a:pt x="7669" y="18875"/>
                    </a:cubicBezTo>
                    <a:cubicBezTo>
                      <a:pt x="7565" y="19037"/>
                      <a:pt x="7175" y="19123"/>
                      <a:pt x="6536" y="19123"/>
                    </a:cubicBezTo>
                    <a:cubicBezTo>
                      <a:pt x="5060" y="19075"/>
                      <a:pt x="3593" y="18837"/>
                      <a:pt x="2193" y="18389"/>
                    </a:cubicBezTo>
                    <a:cubicBezTo>
                      <a:pt x="516" y="17675"/>
                      <a:pt x="659" y="15570"/>
                      <a:pt x="1155" y="14417"/>
                    </a:cubicBezTo>
                    <a:cubicBezTo>
                      <a:pt x="2365" y="11560"/>
                      <a:pt x="5098" y="8912"/>
                      <a:pt x="9279" y="6559"/>
                    </a:cubicBezTo>
                    <a:cubicBezTo>
                      <a:pt x="16814" y="2444"/>
                      <a:pt x="25272" y="330"/>
                      <a:pt x="33854" y="415"/>
                    </a:cubicBezTo>
                    <a:cubicBezTo>
                      <a:pt x="37626" y="425"/>
                      <a:pt x="41388" y="758"/>
                      <a:pt x="45103" y="1406"/>
                    </a:cubicBezTo>
                    <a:cubicBezTo>
                      <a:pt x="53418" y="2835"/>
                      <a:pt x="61295" y="6159"/>
                      <a:pt x="68134" y="11103"/>
                    </a:cubicBezTo>
                    <a:lnTo>
                      <a:pt x="68906" y="11674"/>
                    </a:lnTo>
                    <a:cubicBezTo>
                      <a:pt x="75764" y="16837"/>
                      <a:pt x="84812" y="24847"/>
                      <a:pt x="84336" y="34763"/>
                    </a:cubicBezTo>
                    <a:cubicBezTo>
                      <a:pt x="84203" y="37677"/>
                      <a:pt x="82974" y="40430"/>
                      <a:pt x="80879" y="42459"/>
                    </a:cubicBezTo>
                    <a:cubicBezTo>
                      <a:pt x="78878" y="44431"/>
                      <a:pt x="76212" y="45545"/>
                      <a:pt x="73431" y="45564"/>
                    </a:cubicBezTo>
                    <a:lnTo>
                      <a:pt x="73431" y="45564"/>
                    </a:lnTo>
                    <a:close/>
                  </a:path>
                </a:pathLst>
              </a:custGeom>
              <a:solidFill>
                <a:srgbClr val="000000"/>
              </a:solidFill>
              <a:ln w="9525" cap="flat">
                <a:noFill/>
                <a:prstDash val="solid"/>
                <a:miter/>
              </a:ln>
            </p:spPr>
            <p:txBody>
              <a:bodyPr rtlCol="0" anchor="ctr"/>
              <a:lstStyle/>
              <a:p>
                <a:endParaRPr lang="en-US"/>
              </a:p>
            </p:txBody>
          </p:sp>
        </p:grpSp>
      </p:grpSp>
      <p:sp>
        <p:nvSpPr>
          <p:cNvPr id="56" name="Бульбашка прямої мови: овальна 55">
            <a:extLst>
              <a:ext uri="{FF2B5EF4-FFF2-40B4-BE49-F238E27FC236}">
                <a16:creationId xmlns:a16="http://schemas.microsoft.com/office/drawing/2014/main" id="{3020F631-41C5-2030-96C9-F8B9417AB7B0}"/>
              </a:ext>
            </a:extLst>
          </p:cNvPr>
          <p:cNvSpPr/>
          <p:nvPr/>
        </p:nvSpPr>
        <p:spPr>
          <a:xfrm>
            <a:off x="6163809" y="2028551"/>
            <a:ext cx="927227" cy="704187"/>
          </a:xfrm>
          <a:prstGeom prst="wedgeEllipseCallout">
            <a:avLst>
              <a:gd name="adj1" fmla="val -71840"/>
              <a:gd name="adj2" fmla="val 24319"/>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7" name="Бульбашка прямої мови: овальна 56">
            <a:extLst>
              <a:ext uri="{FF2B5EF4-FFF2-40B4-BE49-F238E27FC236}">
                <a16:creationId xmlns:a16="http://schemas.microsoft.com/office/drawing/2014/main" id="{846C18CC-B6C2-85CC-AB63-E9C943A1756A}"/>
              </a:ext>
            </a:extLst>
          </p:cNvPr>
          <p:cNvSpPr/>
          <p:nvPr/>
        </p:nvSpPr>
        <p:spPr>
          <a:xfrm flipH="1">
            <a:off x="6096000" y="2028550"/>
            <a:ext cx="927227" cy="704187"/>
          </a:xfrm>
          <a:prstGeom prst="wedgeEllipseCallout">
            <a:avLst>
              <a:gd name="adj1" fmla="val -71840"/>
              <a:gd name="adj2" fmla="val 24319"/>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7922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path" presetSubtype="0" accel="50000" decel="50000" fill="hold" nodeType="withEffect">
                                  <p:stCondLst>
                                    <p:cond delay="0"/>
                                  </p:stCondLst>
                                  <p:childTnLst>
                                    <p:animMotion origin="layout" path="M -4.375E-6 2.96296E-6 L -0.10872 -0.34792 " pathEditMode="relative" rAng="0" ptsTypes="AA">
                                      <p:cBhvr>
                                        <p:cTn id="16" dur="2000" fill="hold"/>
                                        <p:tgtEl>
                                          <p:spTgt spid="24"/>
                                        </p:tgtEl>
                                        <p:attrNameLst>
                                          <p:attrName>ppt_x</p:attrName>
                                          <p:attrName>ppt_y</p:attrName>
                                        </p:attrNameLst>
                                      </p:cBhvr>
                                      <p:rCtr x="-5443" y="-17407"/>
                                    </p:animMotion>
                                  </p:childTnLst>
                                </p:cTn>
                              </p:par>
                              <p:par>
                                <p:cTn id="17" presetID="42" presetClass="path" presetSubtype="0" accel="50000" decel="50000" fill="hold" nodeType="withEffect">
                                  <p:stCondLst>
                                    <p:cond delay="0"/>
                                  </p:stCondLst>
                                  <p:childTnLst>
                                    <p:animMotion origin="layout" path="M 3.125E-6 0 L 0.42526 -0.35093 " pathEditMode="relative" rAng="0" ptsTypes="AA">
                                      <p:cBhvr>
                                        <p:cTn id="18" dur="2000" fill="hold"/>
                                        <p:tgtEl>
                                          <p:spTgt spid="9"/>
                                        </p:tgtEl>
                                        <p:attrNameLst>
                                          <p:attrName>ppt_x</p:attrName>
                                          <p:attrName>ppt_y</p:attrName>
                                        </p:attrNameLst>
                                      </p:cBhvr>
                                      <p:rCtr x="21263" y="-17546"/>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1" nodeType="clickEffect">
                                  <p:stCondLst>
                                    <p:cond delay="0"/>
                                  </p:stCondLst>
                                  <p:childTnLst>
                                    <p:set>
                                      <p:cBhvr>
                                        <p:cTn id="27" dur="1" fill="hold">
                                          <p:stCondLst>
                                            <p:cond delay="0"/>
                                          </p:stCondLst>
                                        </p:cTn>
                                        <p:tgtEl>
                                          <p:spTgt spid="56"/>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fade">
                                      <p:cBhvr>
                                        <p:cTn id="3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sphere">
          <a:fgClr>
            <a:schemeClr val="accent6"/>
          </a:fgClr>
          <a:bgClr>
            <a:srgbClr val="00B0F0"/>
          </a:bgClr>
        </a:pattFill>
        <a:effectLst/>
      </p:bgPr>
    </p:bg>
    <p:spTree>
      <p:nvGrpSpPr>
        <p:cNvPr id="1" name=""/>
        <p:cNvGrpSpPr/>
        <p:nvPr/>
      </p:nvGrpSpPr>
      <p:grpSpPr>
        <a:xfrm>
          <a:off x="0" y="0"/>
          <a:ext cx="0" cy="0"/>
          <a:chOff x="0" y="0"/>
          <a:chExt cx="0" cy="0"/>
        </a:xfrm>
      </p:grpSpPr>
      <p:grpSp>
        <p:nvGrpSpPr>
          <p:cNvPr id="3" name="Графіка 6" descr="Girl wearing necklace">
            <a:extLst>
              <a:ext uri="{FF2B5EF4-FFF2-40B4-BE49-F238E27FC236}">
                <a16:creationId xmlns:a16="http://schemas.microsoft.com/office/drawing/2014/main" id="{1C3D31C1-CE0E-BE8D-E8C0-14BBBEB9477D}"/>
              </a:ext>
            </a:extLst>
          </p:cNvPr>
          <p:cNvGrpSpPr/>
          <p:nvPr/>
        </p:nvGrpSpPr>
        <p:grpSpPr>
          <a:xfrm flipH="1">
            <a:off x="6691974" y="1436079"/>
            <a:ext cx="2870880" cy="10062730"/>
            <a:chOff x="9484880" y="2078244"/>
            <a:chExt cx="1217959" cy="4269072"/>
          </a:xfrm>
        </p:grpSpPr>
        <p:grpSp>
          <p:nvGrpSpPr>
            <p:cNvPr id="4" name="Графіка 6" descr="Girl wearing necklace">
              <a:extLst>
                <a:ext uri="{FF2B5EF4-FFF2-40B4-BE49-F238E27FC236}">
                  <a16:creationId xmlns:a16="http://schemas.microsoft.com/office/drawing/2014/main" id="{F56B0C44-89D0-144B-C554-C94F5003905E}"/>
                </a:ext>
              </a:extLst>
            </p:cNvPr>
            <p:cNvGrpSpPr/>
            <p:nvPr/>
          </p:nvGrpSpPr>
          <p:grpSpPr>
            <a:xfrm>
              <a:off x="9484880" y="2589075"/>
              <a:ext cx="1217959" cy="3758241"/>
              <a:chOff x="9484880" y="2589075"/>
              <a:chExt cx="1217959" cy="3758241"/>
            </a:xfrm>
          </p:grpSpPr>
          <p:sp>
            <p:nvSpPr>
              <p:cNvPr id="23" name="Полілінія: фігура 22">
                <a:extLst>
                  <a:ext uri="{FF2B5EF4-FFF2-40B4-BE49-F238E27FC236}">
                    <a16:creationId xmlns:a16="http://schemas.microsoft.com/office/drawing/2014/main" id="{8446B0FA-5714-C9DF-C87C-DE0315577797}"/>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24" name="Полілінія: фігура 23">
                <a:extLst>
                  <a:ext uri="{FF2B5EF4-FFF2-40B4-BE49-F238E27FC236}">
                    <a16:creationId xmlns:a16="http://schemas.microsoft.com/office/drawing/2014/main" id="{7DEC01EC-5EDC-D0A9-FD1E-4422058A4FA4}"/>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25" name="Графіка 6" descr="Girl wearing necklace">
                <a:extLst>
                  <a:ext uri="{FF2B5EF4-FFF2-40B4-BE49-F238E27FC236}">
                    <a16:creationId xmlns:a16="http://schemas.microsoft.com/office/drawing/2014/main" id="{F47B6F8C-35B1-A659-1B36-4AC35510D8FF}"/>
                  </a:ext>
                </a:extLst>
              </p:cNvPr>
              <p:cNvGrpSpPr/>
              <p:nvPr/>
            </p:nvGrpSpPr>
            <p:grpSpPr>
              <a:xfrm>
                <a:off x="9885356" y="5496683"/>
                <a:ext cx="335397" cy="468844"/>
                <a:chOff x="9885356" y="5496683"/>
                <a:chExt cx="335397" cy="468844"/>
              </a:xfrm>
              <a:solidFill>
                <a:srgbClr val="FFFFFF"/>
              </a:solidFill>
            </p:grpSpPr>
            <p:sp>
              <p:nvSpPr>
                <p:cNvPr id="32" name="Полілінія: фігура 31">
                  <a:extLst>
                    <a:ext uri="{FF2B5EF4-FFF2-40B4-BE49-F238E27FC236}">
                      <a16:creationId xmlns:a16="http://schemas.microsoft.com/office/drawing/2014/main" id="{CB31BBB9-5640-24EA-BA2E-21126DD574F9}"/>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33" name="Полілінія: фігура 32">
                  <a:extLst>
                    <a:ext uri="{FF2B5EF4-FFF2-40B4-BE49-F238E27FC236}">
                      <a16:creationId xmlns:a16="http://schemas.microsoft.com/office/drawing/2014/main" id="{015DEABE-2EF8-869F-17C1-72800993A0FB}"/>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26" name="Графіка 6" descr="Girl wearing necklace">
                <a:extLst>
                  <a:ext uri="{FF2B5EF4-FFF2-40B4-BE49-F238E27FC236}">
                    <a16:creationId xmlns:a16="http://schemas.microsoft.com/office/drawing/2014/main" id="{A4374D12-F800-DE9E-B2BD-EBD38AEBBAC5}"/>
                  </a:ext>
                </a:extLst>
              </p:cNvPr>
              <p:cNvGrpSpPr/>
              <p:nvPr/>
            </p:nvGrpSpPr>
            <p:grpSpPr>
              <a:xfrm>
                <a:off x="9859305" y="6028064"/>
                <a:ext cx="429747" cy="300381"/>
                <a:chOff x="9859305" y="6028064"/>
                <a:chExt cx="429747" cy="300381"/>
              </a:xfrm>
              <a:solidFill>
                <a:srgbClr val="FFFFFF"/>
              </a:solidFill>
            </p:grpSpPr>
            <p:sp>
              <p:nvSpPr>
                <p:cNvPr id="30" name="Полілінія: фігура 29">
                  <a:extLst>
                    <a:ext uri="{FF2B5EF4-FFF2-40B4-BE49-F238E27FC236}">
                      <a16:creationId xmlns:a16="http://schemas.microsoft.com/office/drawing/2014/main" id="{665C091E-71EE-E323-1ED2-B907590B09D1}"/>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31" name="Полілінія: фігура 30">
                  <a:extLst>
                    <a:ext uri="{FF2B5EF4-FFF2-40B4-BE49-F238E27FC236}">
                      <a16:creationId xmlns:a16="http://schemas.microsoft.com/office/drawing/2014/main" id="{5BD68C2D-926C-EFD9-F84A-9E0B740561E0}"/>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27" name="Графіка 6" descr="Girl wearing necklace">
                <a:extLst>
                  <a:ext uri="{FF2B5EF4-FFF2-40B4-BE49-F238E27FC236}">
                    <a16:creationId xmlns:a16="http://schemas.microsoft.com/office/drawing/2014/main" id="{9655E198-B882-6F5D-75B1-EB86D6A551C8}"/>
                  </a:ext>
                </a:extLst>
              </p:cNvPr>
              <p:cNvGrpSpPr/>
              <p:nvPr/>
            </p:nvGrpSpPr>
            <p:grpSpPr>
              <a:xfrm>
                <a:off x="9484880" y="2589075"/>
                <a:ext cx="1217959" cy="3758241"/>
                <a:chOff x="9484880" y="2589075"/>
                <a:chExt cx="1217959" cy="3758241"/>
              </a:xfrm>
              <a:solidFill>
                <a:srgbClr val="000000"/>
              </a:solidFill>
            </p:grpSpPr>
            <p:sp>
              <p:nvSpPr>
                <p:cNvPr id="28" name="Полілінія: фігура 27">
                  <a:extLst>
                    <a:ext uri="{FF2B5EF4-FFF2-40B4-BE49-F238E27FC236}">
                      <a16:creationId xmlns:a16="http://schemas.microsoft.com/office/drawing/2014/main" id="{D7FECE2C-9DA6-2820-AF60-5CDEA20C0E9B}"/>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29" name="Полілінія: фігура 28">
                  <a:extLst>
                    <a:ext uri="{FF2B5EF4-FFF2-40B4-BE49-F238E27FC236}">
                      <a16:creationId xmlns:a16="http://schemas.microsoft.com/office/drawing/2014/main" id="{D4343693-B962-7E3F-DD46-EA33A425C6D7}"/>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5" name="Графіка 6" descr="Girl wearing necklace">
              <a:extLst>
                <a:ext uri="{FF2B5EF4-FFF2-40B4-BE49-F238E27FC236}">
                  <a16:creationId xmlns:a16="http://schemas.microsoft.com/office/drawing/2014/main" id="{CFB5F495-381B-14CD-F9DE-E36C8E17F8DC}"/>
                </a:ext>
              </a:extLst>
            </p:cNvPr>
            <p:cNvGrpSpPr/>
            <p:nvPr/>
          </p:nvGrpSpPr>
          <p:grpSpPr>
            <a:xfrm>
              <a:off x="9884872" y="2761214"/>
              <a:ext cx="361204" cy="817610"/>
              <a:chOff x="9884872" y="2761214"/>
              <a:chExt cx="361204" cy="817610"/>
            </a:xfrm>
          </p:grpSpPr>
          <p:sp>
            <p:nvSpPr>
              <p:cNvPr id="18" name="Полілінія: фігура 17">
                <a:extLst>
                  <a:ext uri="{FF2B5EF4-FFF2-40B4-BE49-F238E27FC236}">
                    <a16:creationId xmlns:a16="http://schemas.microsoft.com/office/drawing/2014/main" id="{937484BB-68D4-5092-E6EE-D5E0FE886B73}"/>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19" name="Полілінія: фігура 18">
                <a:extLst>
                  <a:ext uri="{FF2B5EF4-FFF2-40B4-BE49-F238E27FC236}">
                    <a16:creationId xmlns:a16="http://schemas.microsoft.com/office/drawing/2014/main" id="{AB39519B-B1D6-AF07-5D27-F179058CBBF4}"/>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20" name="Графіка 6" descr="Girl wearing necklace">
                <a:extLst>
                  <a:ext uri="{FF2B5EF4-FFF2-40B4-BE49-F238E27FC236}">
                    <a16:creationId xmlns:a16="http://schemas.microsoft.com/office/drawing/2014/main" id="{1C0C965E-6B82-F916-FDC1-9A5EE16908D0}"/>
                  </a:ext>
                </a:extLst>
              </p:cNvPr>
              <p:cNvGrpSpPr/>
              <p:nvPr/>
            </p:nvGrpSpPr>
            <p:grpSpPr>
              <a:xfrm>
                <a:off x="9884872" y="2761214"/>
                <a:ext cx="361204" cy="817610"/>
                <a:chOff x="9884872" y="2761214"/>
                <a:chExt cx="361204" cy="817610"/>
              </a:xfrm>
              <a:solidFill>
                <a:srgbClr val="000000"/>
              </a:solidFill>
            </p:grpSpPr>
            <p:sp>
              <p:nvSpPr>
                <p:cNvPr id="21" name="Полілінія: фігура 20">
                  <a:extLst>
                    <a:ext uri="{FF2B5EF4-FFF2-40B4-BE49-F238E27FC236}">
                      <a16:creationId xmlns:a16="http://schemas.microsoft.com/office/drawing/2014/main" id="{B64DF481-C69C-91C8-56EC-AC216834FA00}"/>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22" name="Полілінія: фігура 21">
                  <a:extLst>
                    <a:ext uri="{FF2B5EF4-FFF2-40B4-BE49-F238E27FC236}">
                      <a16:creationId xmlns:a16="http://schemas.microsoft.com/office/drawing/2014/main" id="{9AA069D2-8380-C383-BD4D-AB99E5407B04}"/>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6" name="Графіка 6" descr="Girl wearing necklace">
              <a:extLst>
                <a:ext uri="{FF2B5EF4-FFF2-40B4-BE49-F238E27FC236}">
                  <a16:creationId xmlns:a16="http://schemas.microsoft.com/office/drawing/2014/main" id="{60D293E4-4504-10D8-1D2A-066031A664B4}"/>
                </a:ext>
              </a:extLst>
            </p:cNvPr>
            <p:cNvGrpSpPr/>
            <p:nvPr/>
          </p:nvGrpSpPr>
          <p:grpSpPr>
            <a:xfrm>
              <a:off x="9596926" y="2078244"/>
              <a:ext cx="795119" cy="914275"/>
              <a:chOff x="9596926" y="2078244"/>
              <a:chExt cx="795119" cy="914275"/>
            </a:xfrm>
          </p:grpSpPr>
          <p:sp>
            <p:nvSpPr>
              <p:cNvPr id="14" name="Полілінія: фігура 13">
                <a:extLst>
                  <a:ext uri="{FF2B5EF4-FFF2-40B4-BE49-F238E27FC236}">
                    <a16:creationId xmlns:a16="http://schemas.microsoft.com/office/drawing/2014/main" id="{7E7283A4-4CD7-3938-A75D-8A26B5E67E7B}"/>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a:p>
            </p:txBody>
          </p:sp>
          <p:grpSp>
            <p:nvGrpSpPr>
              <p:cNvPr id="15" name="Графіка 6" descr="Girl wearing necklace">
                <a:extLst>
                  <a:ext uri="{FF2B5EF4-FFF2-40B4-BE49-F238E27FC236}">
                    <a16:creationId xmlns:a16="http://schemas.microsoft.com/office/drawing/2014/main" id="{B8A116B2-8A62-4024-F10F-4B175024A7B9}"/>
                  </a:ext>
                </a:extLst>
              </p:cNvPr>
              <p:cNvGrpSpPr/>
              <p:nvPr/>
            </p:nvGrpSpPr>
            <p:grpSpPr>
              <a:xfrm>
                <a:off x="9596926" y="2078244"/>
                <a:ext cx="795119" cy="914275"/>
                <a:chOff x="9596926" y="2078244"/>
                <a:chExt cx="795119" cy="914275"/>
              </a:xfrm>
              <a:solidFill>
                <a:srgbClr val="000000"/>
              </a:solidFill>
            </p:grpSpPr>
            <p:sp>
              <p:nvSpPr>
                <p:cNvPr id="16" name="Полілінія: фігура 15">
                  <a:extLst>
                    <a:ext uri="{FF2B5EF4-FFF2-40B4-BE49-F238E27FC236}">
                      <a16:creationId xmlns:a16="http://schemas.microsoft.com/office/drawing/2014/main" id="{03EB012D-FFB8-E469-7ADA-454FCAEDCC28}"/>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17" name="Полілінія: фігура 16">
                  <a:extLst>
                    <a:ext uri="{FF2B5EF4-FFF2-40B4-BE49-F238E27FC236}">
                      <a16:creationId xmlns:a16="http://schemas.microsoft.com/office/drawing/2014/main" id="{E25DF341-5226-48C0-40D8-DF35AA60D4E1}"/>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pic>
        <p:nvPicPr>
          <p:cNvPr id="35" name="Графіка 34" descr="A bored face">
            <a:extLst>
              <a:ext uri="{FF2B5EF4-FFF2-40B4-BE49-F238E27FC236}">
                <a16:creationId xmlns:a16="http://schemas.microsoft.com/office/drawing/2014/main" id="{851C8654-94A6-95CB-8475-B6E187611D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700944" y="1982261"/>
            <a:ext cx="805384" cy="880889"/>
          </a:xfrm>
          <a:prstGeom prst="rect">
            <a:avLst/>
          </a:prstGeom>
        </p:spPr>
      </p:pic>
      <p:grpSp>
        <p:nvGrpSpPr>
          <p:cNvPr id="37" name="Графіка 4" descr="Woman in black skirt">
            <a:extLst>
              <a:ext uri="{FF2B5EF4-FFF2-40B4-BE49-F238E27FC236}">
                <a16:creationId xmlns:a16="http://schemas.microsoft.com/office/drawing/2014/main" id="{092F72C5-8614-6655-A99D-72DC272B38DD}"/>
              </a:ext>
            </a:extLst>
          </p:cNvPr>
          <p:cNvGrpSpPr/>
          <p:nvPr/>
        </p:nvGrpSpPr>
        <p:grpSpPr>
          <a:xfrm>
            <a:off x="2058961" y="1367261"/>
            <a:ext cx="4395199" cy="10131548"/>
            <a:chOff x="5596104" y="2071473"/>
            <a:chExt cx="1891611" cy="4360428"/>
          </a:xfrm>
        </p:grpSpPr>
        <p:grpSp>
          <p:nvGrpSpPr>
            <p:cNvPr id="38" name="Графіка 4" descr="Woman in black skirt">
              <a:extLst>
                <a:ext uri="{FF2B5EF4-FFF2-40B4-BE49-F238E27FC236}">
                  <a16:creationId xmlns:a16="http://schemas.microsoft.com/office/drawing/2014/main" id="{4C31E1B2-629C-7A2B-E635-EFD89EB13B47}"/>
                </a:ext>
              </a:extLst>
            </p:cNvPr>
            <p:cNvGrpSpPr/>
            <p:nvPr/>
          </p:nvGrpSpPr>
          <p:grpSpPr>
            <a:xfrm>
              <a:off x="5596104" y="2619030"/>
              <a:ext cx="1891611" cy="3812871"/>
              <a:chOff x="5596104" y="2619030"/>
              <a:chExt cx="1891611" cy="3812871"/>
            </a:xfrm>
          </p:grpSpPr>
          <p:sp>
            <p:nvSpPr>
              <p:cNvPr id="49" name="Полілінія: фігура 48">
                <a:extLst>
                  <a:ext uri="{FF2B5EF4-FFF2-40B4-BE49-F238E27FC236}">
                    <a16:creationId xmlns:a16="http://schemas.microsoft.com/office/drawing/2014/main" id="{C4BE6C11-8296-0708-E8C6-91ADC989EBAA}"/>
                  </a:ext>
                </a:extLst>
              </p:cNvPr>
              <p:cNvSpPr/>
              <p:nvPr/>
            </p:nvSpPr>
            <p:spPr>
              <a:xfrm>
                <a:off x="5609333" y="2626924"/>
                <a:ext cx="1867965" cy="3788275"/>
              </a:xfrm>
              <a:custGeom>
                <a:avLst/>
                <a:gdLst>
                  <a:gd name="connsiteX0" fmla="*/ 1866649 w 1867965"/>
                  <a:gd name="connsiteY0" fmla="*/ 3583745 h 3788275"/>
                  <a:gd name="connsiteX1" fmla="*/ 1672434 w 1867965"/>
                  <a:gd name="connsiteY1" fmla="*/ 3495725 h 3788275"/>
                  <a:gd name="connsiteX2" fmla="*/ 1479620 w 1867965"/>
                  <a:gd name="connsiteY2" fmla="*/ 3381158 h 3788275"/>
                  <a:gd name="connsiteX3" fmla="*/ 1404172 w 1867965"/>
                  <a:gd name="connsiteY3" fmla="*/ 3255409 h 3788275"/>
                  <a:gd name="connsiteX4" fmla="*/ 1340926 w 1867965"/>
                  <a:gd name="connsiteY4" fmla="*/ 2977888 h 3788275"/>
                  <a:gd name="connsiteX5" fmla="*/ 1370634 w 1867965"/>
                  <a:gd name="connsiteY5" fmla="*/ 2959200 h 3788275"/>
                  <a:gd name="connsiteX6" fmla="*/ 1216530 w 1867965"/>
                  <a:gd name="connsiteY6" fmla="*/ 1810790 h 3788275"/>
                  <a:gd name="connsiteX7" fmla="*/ 1143587 w 1867965"/>
                  <a:gd name="connsiteY7" fmla="*/ 1288753 h 3788275"/>
                  <a:gd name="connsiteX8" fmla="*/ 1342993 w 1867965"/>
                  <a:gd name="connsiteY8" fmla="*/ 978667 h 3788275"/>
                  <a:gd name="connsiteX9" fmla="*/ 1340726 w 1867965"/>
                  <a:gd name="connsiteY9" fmla="*/ 880807 h 3788275"/>
                  <a:gd name="connsiteX10" fmla="*/ 1242085 w 1867965"/>
                  <a:gd name="connsiteY10" fmla="*/ 572778 h 3788275"/>
                  <a:gd name="connsiteX11" fmla="*/ 1182763 w 1867965"/>
                  <a:gd name="connsiteY11" fmla="*/ 392127 h 3788275"/>
                  <a:gd name="connsiteX12" fmla="*/ 958850 w 1867965"/>
                  <a:gd name="connsiteY12" fmla="*/ 201856 h 3788275"/>
                  <a:gd name="connsiteX13" fmla="*/ 947277 w 1867965"/>
                  <a:gd name="connsiteY13" fmla="*/ 199722 h 3788275"/>
                  <a:gd name="connsiteX14" fmla="*/ 889993 w 1867965"/>
                  <a:gd name="connsiteY14" fmla="*/ 191169 h 3788275"/>
                  <a:gd name="connsiteX15" fmla="*/ 889993 w 1867965"/>
                  <a:gd name="connsiteY15" fmla="*/ 115892 h 3788275"/>
                  <a:gd name="connsiteX16" fmla="*/ 648411 w 1867965"/>
                  <a:gd name="connsiteY16" fmla="*/ 21 h 3788275"/>
                  <a:gd name="connsiteX17" fmla="*/ 646792 w 1867965"/>
                  <a:gd name="connsiteY17" fmla="*/ 1326 h 3788275"/>
                  <a:gd name="connsiteX18" fmla="*/ 642582 w 1867965"/>
                  <a:gd name="connsiteY18" fmla="*/ 77040 h 3788275"/>
                  <a:gd name="connsiteX19" fmla="*/ 623131 w 1867965"/>
                  <a:gd name="connsiteY19" fmla="*/ 171795 h 3788275"/>
                  <a:gd name="connsiteX20" fmla="*/ 192906 w 1867965"/>
                  <a:gd name="connsiteY20" fmla="*/ 424426 h 3788275"/>
                  <a:gd name="connsiteX21" fmla="*/ 38649 w 1867965"/>
                  <a:gd name="connsiteY21" fmla="*/ 727474 h 3788275"/>
                  <a:gd name="connsiteX22" fmla="*/ 1768 w 1867965"/>
                  <a:gd name="connsiteY22" fmla="*/ 898114 h 3788275"/>
                  <a:gd name="connsiteX23" fmla="*/ 412858 w 1867965"/>
                  <a:gd name="connsiteY23" fmla="*/ 1252558 h 3788275"/>
                  <a:gd name="connsiteX24" fmla="*/ 257429 w 1867965"/>
                  <a:gd name="connsiteY24" fmla="*/ 2004490 h 3788275"/>
                  <a:gd name="connsiteX25" fmla="*/ 201298 w 1867965"/>
                  <a:gd name="connsiteY25" fmla="*/ 2492780 h 3788275"/>
                  <a:gd name="connsiteX26" fmla="*/ 173513 w 1867965"/>
                  <a:gd name="connsiteY26" fmla="*/ 2858616 h 3788275"/>
                  <a:gd name="connsiteX27" fmla="*/ 188763 w 1867965"/>
                  <a:gd name="connsiteY27" fmla="*/ 2881000 h 3788275"/>
                  <a:gd name="connsiteX28" fmla="*/ 379082 w 1867965"/>
                  <a:gd name="connsiteY28" fmla="*/ 2922024 h 3788275"/>
                  <a:gd name="connsiteX29" fmla="*/ 395874 w 1867965"/>
                  <a:gd name="connsiteY29" fmla="*/ 2985746 h 3788275"/>
                  <a:gd name="connsiteX30" fmla="*/ 431469 w 1867965"/>
                  <a:gd name="connsiteY30" fmla="*/ 3116401 h 3788275"/>
                  <a:gd name="connsiteX31" fmla="*/ 501821 w 1867965"/>
                  <a:gd name="connsiteY31" fmla="*/ 3357431 h 3788275"/>
                  <a:gd name="connsiteX32" fmla="*/ 496468 w 1867965"/>
                  <a:gd name="connsiteY32" fmla="*/ 3499096 h 3788275"/>
                  <a:gd name="connsiteX33" fmla="*/ 490181 w 1867965"/>
                  <a:gd name="connsiteY33" fmla="*/ 3530376 h 3788275"/>
                  <a:gd name="connsiteX34" fmla="*/ 490181 w 1867965"/>
                  <a:gd name="connsiteY34" fmla="*/ 3530376 h 3788275"/>
                  <a:gd name="connsiteX35" fmla="*/ 532301 w 1867965"/>
                  <a:gd name="connsiteY35" fmla="*/ 3616340 h 3788275"/>
                  <a:gd name="connsiteX36" fmla="*/ 585355 w 1867965"/>
                  <a:gd name="connsiteY36" fmla="*/ 3660955 h 3788275"/>
                  <a:gd name="connsiteX37" fmla="*/ 658650 w 1867965"/>
                  <a:gd name="connsiteY37" fmla="*/ 3735374 h 3788275"/>
                  <a:gd name="connsiteX38" fmla="*/ 852522 w 1867965"/>
                  <a:gd name="connsiteY38" fmla="*/ 3788275 h 3788275"/>
                  <a:gd name="connsiteX39" fmla="*/ 959545 w 1867965"/>
                  <a:gd name="connsiteY39" fmla="*/ 3700779 h 3788275"/>
                  <a:gd name="connsiteX40" fmla="*/ 714657 w 1867965"/>
                  <a:gd name="connsiteY40" fmla="*/ 3490343 h 3788275"/>
                  <a:gd name="connsiteX41" fmla="*/ 665994 w 1867965"/>
                  <a:gd name="connsiteY41" fmla="*/ 3408742 h 3788275"/>
                  <a:gd name="connsiteX42" fmla="*/ 651535 w 1867965"/>
                  <a:gd name="connsiteY42" fmla="*/ 3349173 h 3788275"/>
                  <a:gd name="connsiteX43" fmla="*/ 641248 w 1867965"/>
                  <a:gd name="connsiteY43" fmla="*/ 3275211 h 3788275"/>
                  <a:gd name="connsiteX44" fmla="*/ 632085 w 1867965"/>
                  <a:gd name="connsiteY44" fmla="*/ 3052031 h 3788275"/>
                  <a:gd name="connsiteX45" fmla="*/ 999893 w 1867965"/>
                  <a:gd name="connsiteY45" fmla="*/ 3018817 h 3788275"/>
                  <a:gd name="connsiteX46" fmla="*/ 1127814 w 1867965"/>
                  <a:gd name="connsiteY46" fmla="*/ 3033267 h 3788275"/>
                  <a:gd name="connsiteX47" fmla="*/ 1235465 w 1867965"/>
                  <a:gd name="connsiteY47" fmla="*/ 3305444 h 3788275"/>
                  <a:gd name="connsiteX48" fmla="*/ 1251458 w 1867965"/>
                  <a:gd name="connsiteY48" fmla="*/ 3459825 h 3788275"/>
                  <a:gd name="connsiteX49" fmla="*/ 1244981 w 1867965"/>
                  <a:gd name="connsiteY49" fmla="*/ 3493658 h 3788275"/>
                  <a:gd name="connsiteX50" fmla="*/ 1340335 w 1867965"/>
                  <a:gd name="connsiteY50" fmla="*/ 3615330 h 3788275"/>
                  <a:gd name="connsiteX51" fmla="*/ 1582518 w 1867965"/>
                  <a:gd name="connsiteY51" fmla="*/ 3614568 h 3788275"/>
                  <a:gd name="connsiteX52" fmla="*/ 1621028 w 1867965"/>
                  <a:gd name="connsiteY52" fmla="*/ 3618721 h 3788275"/>
                  <a:gd name="connsiteX53" fmla="*/ 1866649 w 1867965"/>
                  <a:gd name="connsiteY53" fmla="*/ 3583745 h 3788275"/>
                  <a:gd name="connsiteX54" fmla="*/ 446195 w 1867965"/>
                  <a:gd name="connsiteY54" fmla="*/ 1109026 h 3788275"/>
                  <a:gd name="connsiteX55" fmla="*/ 317922 w 1867965"/>
                  <a:gd name="connsiteY55" fmla="*/ 1003356 h 3788275"/>
                  <a:gd name="connsiteX56" fmla="*/ 190001 w 1867965"/>
                  <a:gd name="connsiteY56" fmla="*/ 871196 h 3788275"/>
                  <a:gd name="connsiteX57" fmla="*/ 189401 w 1867965"/>
                  <a:gd name="connsiteY57" fmla="*/ 852794 h 3788275"/>
                  <a:gd name="connsiteX58" fmla="*/ 375177 w 1867965"/>
                  <a:gd name="connsiteY58" fmla="*/ 642463 h 3788275"/>
                  <a:gd name="connsiteX59" fmla="*/ 446195 w 1867965"/>
                  <a:gd name="connsiteY59" fmla="*/ 1109026 h 3788275"/>
                  <a:gd name="connsiteX60" fmla="*/ 1125851 w 1867965"/>
                  <a:gd name="connsiteY60" fmla="*/ 830972 h 3788275"/>
                  <a:gd name="connsiteX61" fmla="*/ 1173638 w 1867965"/>
                  <a:gd name="connsiteY61" fmla="*/ 961189 h 3788275"/>
                  <a:gd name="connsiteX62" fmla="*/ 1116907 w 1867965"/>
                  <a:gd name="connsiteY62" fmla="*/ 1105378 h 3788275"/>
                  <a:gd name="connsiteX63" fmla="*/ 1125851 w 1867965"/>
                  <a:gd name="connsiteY63" fmla="*/ 830972 h 378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867965" h="3788275">
                    <a:moveTo>
                      <a:pt x="1866649" y="3583745"/>
                    </a:moveTo>
                    <a:cubicBezTo>
                      <a:pt x="1856867" y="3522271"/>
                      <a:pt x="1672434" y="3495725"/>
                      <a:pt x="1672434" y="3495725"/>
                    </a:cubicBezTo>
                    <a:lnTo>
                      <a:pt x="1479620" y="3381158"/>
                    </a:lnTo>
                    <a:cubicBezTo>
                      <a:pt x="1479620" y="3381158"/>
                      <a:pt x="1433509" y="3333657"/>
                      <a:pt x="1404172" y="3255409"/>
                    </a:cubicBezTo>
                    <a:cubicBezTo>
                      <a:pt x="1374835" y="3177161"/>
                      <a:pt x="1340926" y="2977888"/>
                      <a:pt x="1340926" y="2977888"/>
                    </a:cubicBezTo>
                    <a:lnTo>
                      <a:pt x="1370634" y="2959200"/>
                    </a:lnTo>
                    <a:lnTo>
                      <a:pt x="1216530" y="1810790"/>
                    </a:lnTo>
                    <a:lnTo>
                      <a:pt x="1143587" y="1288753"/>
                    </a:lnTo>
                    <a:cubicBezTo>
                      <a:pt x="1238932" y="1209953"/>
                      <a:pt x="1312675" y="1062039"/>
                      <a:pt x="1342993" y="978667"/>
                    </a:cubicBezTo>
                    <a:cubicBezTo>
                      <a:pt x="1358252" y="936700"/>
                      <a:pt x="1354385" y="923327"/>
                      <a:pt x="1340726" y="880807"/>
                    </a:cubicBezTo>
                    <a:lnTo>
                      <a:pt x="1242085" y="572778"/>
                    </a:lnTo>
                    <a:lnTo>
                      <a:pt x="1182763" y="392127"/>
                    </a:lnTo>
                    <a:cubicBezTo>
                      <a:pt x="1147711" y="299153"/>
                      <a:pt x="1056081" y="222325"/>
                      <a:pt x="958850" y="201856"/>
                    </a:cubicBezTo>
                    <a:cubicBezTo>
                      <a:pt x="951496" y="200313"/>
                      <a:pt x="947277" y="199722"/>
                      <a:pt x="947277" y="199722"/>
                    </a:cubicBezTo>
                    <a:lnTo>
                      <a:pt x="889993" y="191169"/>
                    </a:lnTo>
                    <a:lnTo>
                      <a:pt x="889993" y="115892"/>
                    </a:lnTo>
                    <a:cubicBezTo>
                      <a:pt x="855503" y="37626"/>
                      <a:pt x="667346" y="3288"/>
                      <a:pt x="648411" y="21"/>
                    </a:cubicBezTo>
                    <a:cubicBezTo>
                      <a:pt x="647592" y="-122"/>
                      <a:pt x="646839" y="488"/>
                      <a:pt x="646792" y="1326"/>
                    </a:cubicBezTo>
                    <a:lnTo>
                      <a:pt x="642582" y="77040"/>
                    </a:lnTo>
                    <a:lnTo>
                      <a:pt x="623131" y="171795"/>
                    </a:lnTo>
                    <a:cubicBezTo>
                      <a:pt x="298977" y="226287"/>
                      <a:pt x="263686" y="338854"/>
                      <a:pt x="192906" y="424426"/>
                    </a:cubicBezTo>
                    <a:cubicBezTo>
                      <a:pt x="136432" y="492711"/>
                      <a:pt x="72310" y="636539"/>
                      <a:pt x="38649" y="727474"/>
                    </a:cubicBezTo>
                    <a:cubicBezTo>
                      <a:pt x="29810" y="751353"/>
                      <a:pt x="-8624" y="874854"/>
                      <a:pt x="1768" y="898114"/>
                    </a:cubicBezTo>
                    <a:cubicBezTo>
                      <a:pt x="70777" y="1052629"/>
                      <a:pt x="412858" y="1252558"/>
                      <a:pt x="412858" y="1252558"/>
                    </a:cubicBezTo>
                    <a:cubicBezTo>
                      <a:pt x="350859" y="1425866"/>
                      <a:pt x="257429" y="2004490"/>
                      <a:pt x="257429" y="2004490"/>
                    </a:cubicBezTo>
                    <a:lnTo>
                      <a:pt x="201298" y="2492780"/>
                    </a:lnTo>
                    <a:lnTo>
                      <a:pt x="173513" y="2858616"/>
                    </a:lnTo>
                    <a:cubicBezTo>
                      <a:pt x="172523" y="2870075"/>
                      <a:pt x="177276" y="2880419"/>
                      <a:pt x="188763" y="2881000"/>
                    </a:cubicBezTo>
                    <a:cubicBezTo>
                      <a:pt x="263715" y="2884744"/>
                      <a:pt x="379082" y="2922024"/>
                      <a:pt x="379082" y="2922024"/>
                    </a:cubicBezTo>
                    <a:lnTo>
                      <a:pt x="395874" y="2985746"/>
                    </a:lnTo>
                    <a:lnTo>
                      <a:pt x="431469" y="3116401"/>
                    </a:lnTo>
                    <a:lnTo>
                      <a:pt x="501821" y="3357431"/>
                    </a:lnTo>
                    <a:cubicBezTo>
                      <a:pt x="514480" y="3404342"/>
                      <a:pt x="511041" y="3452967"/>
                      <a:pt x="496468" y="3499096"/>
                    </a:cubicBezTo>
                    <a:cubicBezTo>
                      <a:pt x="493249" y="3509269"/>
                      <a:pt x="491058" y="3519747"/>
                      <a:pt x="490181" y="3530376"/>
                    </a:cubicBezTo>
                    <a:lnTo>
                      <a:pt x="490181" y="3530376"/>
                    </a:lnTo>
                    <a:cubicBezTo>
                      <a:pt x="494687" y="3562790"/>
                      <a:pt x="509451" y="3592908"/>
                      <a:pt x="532301" y="3616340"/>
                    </a:cubicBezTo>
                    <a:lnTo>
                      <a:pt x="585355" y="3660955"/>
                    </a:lnTo>
                    <a:lnTo>
                      <a:pt x="658650" y="3735374"/>
                    </a:lnTo>
                    <a:cubicBezTo>
                      <a:pt x="707390" y="3770825"/>
                      <a:pt x="792257" y="3788351"/>
                      <a:pt x="852522" y="3788275"/>
                    </a:cubicBezTo>
                    <a:cubicBezTo>
                      <a:pt x="953106" y="3788161"/>
                      <a:pt x="981386" y="3718648"/>
                      <a:pt x="959545" y="3700779"/>
                    </a:cubicBezTo>
                    <a:cubicBezTo>
                      <a:pt x="852960" y="3613511"/>
                      <a:pt x="762663" y="3533596"/>
                      <a:pt x="714657" y="3490343"/>
                    </a:cubicBezTo>
                    <a:cubicBezTo>
                      <a:pt x="690588" y="3468654"/>
                      <a:pt x="673643" y="3440222"/>
                      <a:pt x="665994" y="3408742"/>
                    </a:cubicBezTo>
                    <a:lnTo>
                      <a:pt x="651535" y="3349173"/>
                    </a:lnTo>
                    <a:cubicBezTo>
                      <a:pt x="645649" y="3324922"/>
                      <a:pt x="642200" y="3300148"/>
                      <a:pt x="641248" y="3275211"/>
                    </a:cubicBezTo>
                    <a:lnTo>
                      <a:pt x="632085" y="3052031"/>
                    </a:lnTo>
                    <a:cubicBezTo>
                      <a:pt x="914406" y="3053831"/>
                      <a:pt x="999893" y="3018817"/>
                      <a:pt x="999893" y="3018817"/>
                    </a:cubicBezTo>
                    <a:cubicBezTo>
                      <a:pt x="1046003" y="3043963"/>
                      <a:pt x="1127814" y="3033267"/>
                      <a:pt x="1127814" y="3033267"/>
                    </a:cubicBezTo>
                    <a:lnTo>
                      <a:pt x="1235465" y="3305444"/>
                    </a:lnTo>
                    <a:cubicBezTo>
                      <a:pt x="1250496" y="3349430"/>
                      <a:pt x="1254229" y="3413428"/>
                      <a:pt x="1251458" y="3459825"/>
                    </a:cubicBezTo>
                    <a:lnTo>
                      <a:pt x="1244981" y="3493658"/>
                    </a:lnTo>
                    <a:cubicBezTo>
                      <a:pt x="1217625" y="3592679"/>
                      <a:pt x="1340335" y="3615330"/>
                      <a:pt x="1340335" y="3615330"/>
                    </a:cubicBezTo>
                    <a:lnTo>
                      <a:pt x="1582518" y="3614568"/>
                    </a:lnTo>
                    <a:cubicBezTo>
                      <a:pt x="1595472" y="3614530"/>
                      <a:pt x="1608388" y="3615892"/>
                      <a:pt x="1621028" y="3618721"/>
                    </a:cubicBezTo>
                    <a:cubicBezTo>
                      <a:pt x="1900815" y="3681348"/>
                      <a:pt x="1866649" y="3583745"/>
                      <a:pt x="1866649" y="3583745"/>
                    </a:cubicBezTo>
                    <a:close/>
                    <a:moveTo>
                      <a:pt x="446195" y="1109026"/>
                    </a:moveTo>
                    <a:lnTo>
                      <a:pt x="317922" y="1003356"/>
                    </a:lnTo>
                    <a:lnTo>
                      <a:pt x="190001" y="871196"/>
                    </a:lnTo>
                    <a:cubicBezTo>
                      <a:pt x="186429" y="867739"/>
                      <a:pt x="186058" y="856480"/>
                      <a:pt x="189401" y="852794"/>
                    </a:cubicBezTo>
                    <a:lnTo>
                      <a:pt x="375177" y="642463"/>
                    </a:lnTo>
                    <a:cubicBezTo>
                      <a:pt x="375167" y="642463"/>
                      <a:pt x="501688" y="884608"/>
                      <a:pt x="446195" y="1109026"/>
                    </a:cubicBezTo>
                    <a:close/>
                    <a:moveTo>
                      <a:pt x="1125851" y="830972"/>
                    </a:moveTo>
                    <a:lnTo>
                      <a:pt x="1173638" y="961189"/>
                    </a:lnTo>
                    <a:lnTo>
                      <a:pt x="1116907" y="1105378"/>
                    </a:lnTo>
                    <a:cubicBezTo>
                      <a:pt x="1079179" y="992212"/>
                      <a:pt x="1125851" y="830972"/>
                      <a:pt x="1125851" y="830972"/>
                    </a:cubicBezTo>
                    <a:close/>
                  </a:path>
                </a:pathLst>
              </a:custGeom>
              <a:solidFill>
                <a:srgbClr val="FFFFFF"/>
              </a:solidFill>
              <a:ln w="9525" cap="flat">
                <a:noFill/>
                <a:prstDash val="solid"/>
                <a:miter/>
              </a:ln>
            </p:spPr>
            <p:txBody>
              <a:bodyPr rtlCol="0" anchor="ctr"/>
              <a:lstStyle/>
              <a:p>
                <a:endParaRPr lang="en-US"/>
              </a:p>
            </p:txBody>
          </p:sp>
          <p:sp>
            <p:nvSpPr>
              <p:cNvPr id="50" name="Полілінія: фігура 49">
                <a:extLst>
                  <a:ext uri="{FF2B5EF4-FFF2-40B4-BE49-F238E27FC236}">
                    <a16:creationId xmlns:a16="http://schemas.microsoft.com/office/drawing/2014/main" id="{86D53263-55A5-1CAE-1CB6-761BE7D71F64}"/>
                  </a:ext>
                </a:extLst>
              </p:cNvPr>
              <p:cNvSpPr/>
              <p:nvPr/>
            </p:nvSpPr>
            <p:spPr>
              <a:xfrm>
                <a:off x="5678758" y="2710674"/>
                <a:ext cx="1220703" cy="957554"/>
              </a:xfrm>
              <a:custGeom>
                <a:avLst/>
                <a:gdLst>
                  <a:gd name="connsiteX0" fmla="*/ 1220637 w 1220703"/>
                  <a:gd name="connsiteY0" fmla="*/ 671651 h 957554"/>
                  <a:gd name="connsiteX1" fmla="*/ 1096355 w 1220703"/>
                  <a:gd name="connsiteY1" fmla="*/ 291022 h 957554"/>
                  <a:gd name="connsiteX2" fmla="*/ 897445 w 1220703"/>
                  <a:gd name="connsiteY2" fmla="*/ 129555 h 957554"/>
                  <a:gd name="connsiteX3" fmla="*/ 832808 w 1220703"/>
                  <a:gd name="connsiteY3" fmla="*/ 113314 h 957554"/>
                  <a:gd name="connsiteX4" fmla="*/ 814758 w 1220703"/>
                  <a:gd name="connsiteY4" fmla="*/ 82663 h 957554"/>
                  <a:gd name="connsiteX5" fmla="*/ 758932 w 1220703"/>
                  <a:gd name="connsiteY5" fmla="*/ 60432 h 957554"/>
                  <a:gd name="connsiteX6" fmla="*/ 581777 w 1220703"/>
                  <a:gd name="connsiteY6" fmla="*/ 1729 h 957554"/>
                  <a:gd name="connsiteX7" fmla="*/ 572175 w 1220703"/>
                  <a:gd name="connsiteY7" fmla="*/ 4663 h 957554"/>
                  <a:gd name="connsiteX8" fmla="*/ 564555 w 1220703"/>
                  <a:gd name="connsiteY8" fmla="*/ 43782 h 957554"/>
                  <a:gd name="connsiteX9" fmla="*/ 553354 w 1220703"/>
                  <a:gd name="connsiteY9" fmla="*/ 80368 h 957554"/>
                  <a:gd name="connsiteX10" fmla="*/ 543962 w 1220703"/>
                  <a:gd name="connsiteY10" fmla="*/ 92512 h 957554"/>
                  <a:gd name="connsiteX11" fmla="*/ 336070 w 1220703"/>
                  <a:gd name="connsiteY11" fmla="*/ 152834 h 957554"/>
                  <a:gd name="connsiteX12" fmla="*/ 18 w 1220703"/>
                  <a:gd name="connsiteY12" fmla="*/ 579906 h 957554"/>
                  <a:gd name="connsiteX13" fmla="*/ 65074 w 1220703"/>
                  <a:gd name="connsiteY13" fmla="*/ 657402 h 957554"/>
                  <a:gd name="connsiteX14" fmla="*/ 156495 w 1220703"/>
                  <a:gd name="connsiteY14" fmla="*/ 711913 h 957554"/>
                  <a:gd name="connsiteX15" fmla="*/ 298398 w 1220703"/>
                  <a:gd name="connsiteY15" fmla="*/ 561561 h 957554"/>
                  <a:gd name="connsiteX16" fmla="*/ 312352 w 1220703"/>
                  <a:gd name="connsiteY16" fmla="*/ 568124 h 957554"/>
                  <a:gd name="connsiteX17" fmla="*/ 383409 w 1220703"/>
                  <a:gd name="connsiteY17" fmla="*/ 790161 h 957554"/>
                  <a:gd name="connsiteX18" fmla="*/ 392915 w 1220703"/>
                  <a:gd name="connsiteY18" fmla="*/ 903547 h 957554"/>
                  <a:gd name="connsiteX19" fmla="*/ 407307 w 1220703"/>
                  <a:gd name="connsiteY19" fmla="*/ 911919 h 957554"/>
                  <a:gd name="connsiteX20" fmla="*/ 1026165 w 1220703"/>
                  <a:gd name="connsiteY20" fmla="*/ 928274 h 957554"/>
                  <a:gd name="connsiteX21" fmla="*/ 1030718 w 1220703"/>
                  <a:gd name="connsiteY21" fmla="*/ 917444 h 957554"/>
                  <a:gd name="connsiteX22" fmla="*/ 1048168 w 1220703"/>
                  <a:gd name="connsiteY22" fmla="*/ 752566 h 957554"/>
                  <a:gd name="connsiteX23" fmla="*/ 1066361 w 1220703"/>
                  <a:gd name="connsiteY23" fmla="*/ 743450 h 957554"/>
                  <a:gd name="connsiteX24" fmla="*/ 1080353 w 1220703"/>
                  <a:gd name="connsiteY24" fmla="*/ 762310 h 957554"/>
                  <a:gd name="connsiteX25" fmla="*/ 1183966 w 1220703"/>
                  <a:gd name="connsiteY25" fmla="*/ 738374 h 957554"/>
                  <a:gd name="connsiteX26" fmla="*/ 1214799 w 1220703"/>
                  <a:gd name="connsiteY26" fmla="*/ 687520 h 957554"/>
                  <a:gd name="connsiteX27" fmla="*/ 1220637 w 1220703"/>
                  <a:gd name="connsiteY27" fmla="*/ 671651 h 9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20703" h="957554">
                    <a:moveTo>
                      <a:pt x="1220637" y="671651"/>
                    </a:moveTo>
                    <a:cubicBezTo>
                      <a:pt x="1181118" y="545759"/>
                      <a:pt x="1148162" y="412361"/>
                      <a:pt x="1096355" y="291022"/>
                    </a:cubicBezTo>
                    <a:cubicBezTo>
                      <a:pt x="1064580" y="211165"/>
                      <a:pt x="978883" y="158511"/>
                      <a:pt x="897445" y="129555"/>
                    </a:cubicBezTo>
                    <a:cubicBezTo>
                      <a:pt x="876080" y="122077"/>
                      <a:pt x="854077" y="117620"/>
                      <a:pt x="832808" y="113314"/>
                    </a:cubicBezTo>
                    <a:cubicBezTo>
                      <a:pt x="820625" y="112267"/>
                      <a:pt x="814044" y="89578"/>
                      <a:pt x="814758" y="82663"/>
                    </a:cubicBezTo>
                    <a:cubicBezTo>
                      <a:pt x="815777" y="34543"/>
                      <a:pt x="815882" y="68033"/>
                      <a:pt x="758932" y="60432"/>
                    </a:cubicBezTo>
                    <a:cubicBezTo>
                      <a:pt x="695857" y="55898"/>
                      <a:pt x="628478" y="44582"/>
                      <a:pt x="581777" y="1729"/>
                    </a:cubicBezTo>
                    <a:cubicBezTo>
                      <a:pt x="578776" y="-1605"/>
                      <a:pt x="572766" y="157"/>
                      <a:pt x="572175" y="4663"/>
                    </a:cubicBezTo>
                    <a:cubicBezTo>
                      <a:pt x="570051" y="17950"/>
                      <a:pt x="567489" y="31114"/>
                      <a:pt x="564555" y="43782"/>
                    </a:cubicBezTo>
                    <a:cubicBezTo>
                      <a:pt x="561231" y="57927"/>
                      <a:pt x="558412" y="68918"/>
                      <a:pt x="553354" y="80368"/>
                    </a:cubicBezTo>
                    <a:cubicBezTo>
                      <a:pt x="550639" y="87226"/>
                      <a:pt x="546134" y="91998"/>
                      <a:pt x="543962" y="92512"/>
                    </a:cubicBezTo>
                    <a:cubicBezTo>
                      <a:pt x="474773" y="108904"/>
                      <a:pt x="401945" y="128173"/>
                      <a:pt x="336070" y="152834"/>
                    </a:cubicBezTo>
                    <a:cubicBezTo>
                      <a:pt x="174954" y="230624"/>
                      <a:pt x="73551" y="413914"/>
                      <a:pt x="18" y="579906"/>
                    </a:cubicBezTo>
                    <a:cubicBezTo>
                      <a:pt x="-1058" y="607367"/>
                      <a:pt x="46157" y="639799"/>
                      <a:pt x="65074" y="657402"/>
                    </a:cubicBezTo>
                    <a:cubicBezTo>
                      <a:pt x="92211" y="678776"/>
                      <a:pt x="123110" y="700940"/>
                      <a:pt x="156495" y="711913"/>
                    </a:cubicBezTo>
                    <a:cubicBezTo>
                      <a:pt x="203301" y="665479"/>
                      <a:pt x="255193" y="614558"/>
                      <a:pt x="298398" y="561561"/>
                    </a:cubicBezTo>
                    <a:cubicBezTo>
                      <a:pt x="310714" y="546454"/>
                      <a:pt x="311628" y="566228"/>
                      <a:pt x="312352" y="568124"/>
                    </a:cubicBezTo>
                    <a:cubicBezTo>
                      <a:pt x="343194" y="640199"/>
                      <a:pt x="373389" y="724905"/>
                      <a:pt x="383409" y="790161"/>
                    </a:cubicBezTo>
                    <a:cubicBezTo>
                      <a:pt x="390495" y="831500"/>
                      <a:pt x="393601" y="868590"/>
                      <a:pt x="392915" y="903547"/>
                    </a:cubicBezTo>
                    <a:cubicBezTo>
                      <a:pt x="393124" y="910500"/>
                      <a:pt x="402535" y="910043"/>
                      <a:pt x="407307" y="911919"/>
                    </a:cubicBezTo>
                    <a:cubicBezTo>
                      <a:pt x="613009" y="950838"/>
                      <a:pt x="824959" y="983309"/>
                      <a:pt x="1026165" y="928274"/>
                    </a:cubicBezTo>
                    <a:cubicBezTo>
                      <a:pt x="1031147" y="927140"/>
                      <a:pt x="1030680" y="921511"/>
                      <a:pt x="1030718" y="917444"/>
                    </a:cubicBezTo>
                    <a:cubicBezTo>
                      <a:pt x="1032661" y="862951"/>
                      <a:pt x="1038443" y="804363"/>
                      <a:pt x="1048168" y="752566"/>
                    </a:cubicBezTo>
                    <a:cubicBezTo>
                      <a:pt x="1048473" y="750918"/>
                      <a:pt x="1064894" y="738326"/>
                      <a:pt x="1066361" y="743450"/>
                    </a:cubicBezTo>
                    <a:cubicBezTo>
                      <a:pt x="1069380" y="749708"/>
                      <a:pt x="1069809" y="768349"/>
                      <a:pt x="1080353" y="762310"/>
                    </a:cubicBezTo>
                    <a:cubicBezTo>
                      <a:pt x="1119006" y="762062"/>
                      <a:pt x="1150867" y="759700"/>
                      <a:pt x="1183966" y="738374"/>
                    </a:cubicBezTo>
                    <a:cubicBezTo>
                      <a:pt x="1202864" y="723010"/>
                      <a:pt x="1206979" y="706570"/>
                      <a:pt x="1214799" y="687520"/>
                    </a:cubicBezTo>
                    <a:cubicBezTo>
                      <a:pt x="1216084" y="681966"/>
                      <a:pt x="1221352" y="677385"/>
                      <a:pt x="1220637" y="671651"/>
                    </a:cubicBezTo>
                    <a:close/>
                  </a:path>
                </a:pathLst>
              </a:custGeom>
              <a:solidFill>
                <a:srgbClr val="FFFF00"/>
              </a:solidFill>
              <a:ln w="9525" cap="flat">
                <a:noFill/>
                <a:prstDash val="solid"/>
                <a:miter/>
              </a:ln>
            </p:spPr>
            <p:txBody>
              <a:bodyPr rtlCol="0" anchor="ctr"/>
              <a:lstStyle/>
              <a:p>
                <a:endParaRPr lang="en-US"/>
              </a:p>
            </p:txBody>
          </p:sp>
          <p:sp>
            <p:nvSpPr>
              <p:cNvPr id="51" name="Полілінія: фігура 50">
                <a:extLst>
                  <a:ext uri="{FF2B5EF4-FFF2-40B4-BE49-F238E27FC236}">
                    <a16:creationId xmlns:a16="http://schemas.microsoft.com/office/drawing/2014/main" id="{D68C6DCB-3FEB-30A3-E263-C3E3D6D27A0D}"/>
                  </a:ext>
                </a:extLst>
              </p:cNvPr>
              <p:cNvSpPr/>
              <p:nvPr/>
            </p:nvSpPr>
            <p:spPr>
              <a:xfrm>
                <a:off x="5596104" y="2619030"/>
                <a:ext cx="1891611" cy="3812871"/>
              </a:xfrm>
              <a:custGeom>
                <a:avLst/>
                <a:gdLst>
                  <a:gd name="connsiteX0" fmla="*/ 1888402 w 1891611"/>
                  <a:gd name="connsiteY0" fmla="*/ 3580934 h 3812871"/>
                  <a:gd name="connsiteX1" fmla="*/ 1727791 w 1891611"/>
                  <a:gd name="connsiteY1" fmla="*/ 3499857 h 3812871"/>
                  <a:gd name="connsiteX2" fmla="*/ 1499315 w 1891611"/>
                  <a:gd name="connsiteY2" fmla="*/ 3384890 h 3812871"/>
                  <a:gd name="connsiteX3" fmla="*/ 1361308 w 1891611"/>
                  <a:gd name="connsiteY3" fmla="*/ 2996327 h 3812871"/>
                  <a:gd name="connsiteX4" fmla="*/ 1393817 w 1891611"/>
                  <a:gd name="connsiteY4" fmla="*/ 2923204 h 3812871"/>
                  <a:gd name="connsiteX5" fmla="*/ 1167083 w 1891611"/>
                  <a:gd name="connsiteY5" fmla="*/ 1299782 h 3812871"/>
                  <a:gd name="connsiteX6" fmla="*/ 1373833 w 1891611"/>
                  <a:gd name="connsiteY6" fmla="*/ 935851 h 3812871"/>
                  <a:gd name="connsiteX7" fmla="*/ 1351183 w 1891611"/>
                  <a:gd name="connsiteY7" fmla="*/ 839029 h 3812871"/>
                  <a:gd name="connsiteX8" fmla="*/ 1260714 w 1891611"/>
                  <a:gd name="connsiteY8" fmla="*/ 546516 h 3812871"/>
                  <a:gd name="connsiteX9" fmla="*/ 1168150 w 1891611"/>
                  <a:gd name="connsiteY9" fmla="*/ 323031 h 3812871"/>
                  <a:gd name="connsiteX10" fmla="*/ 908765 w 1891611"/>
                  <a:gd name="connsiteY10" fmla="*/ 189434 h 3812871"/>
                  <a:gd name="connsiteX11" fmla="*/ 908251 w 1891611"/>
                  <a:gd name="connsiteY11" fmla="*/ 150124 h 3812871"/>
                  <a:gd name="connsiteX12" fmla="*/ 911461 w 1891611"/>
                  <a:gd name="connsiteY12" fmla="*/ 123425 h 3812871"/>
                  <a:gd name="connsiteX13" fmla="*/ 894887 w 1891611"/>
                  <a:gd name="connsiteY13" fmla="*/ 139894 h 3812871"/>
                  <a:gd name="connsiteX14" fmla="*/ 763814 w 1891611"/>
                  <a:gd name="connsiteY14" fmla="*/ 130940 h 3812871"/>
                  <a:gd name="connsiteX15" fmla="*/ 663363 w 1891611"/>
                  <a:gd name="connsiteY15" fmla="*/ 80648 h 3812871"/>
                  <a:gd name="connsiteX16" fmla="*/ 666268 w 1891611"/>
                  <a:gd name="connsiteY16" fmla="*/ 5601 h 3812871"/>
                  <a:gd name="connsiteX17" fmla="*/ 651362 w 1891611"/>
                  <a:gd name="connsiteY17" fmla="*/ 9706 h 3812871"/>
                  <a:gd name="connsiteX18" fmla="*/ 623492 w 1891611"/>
                  <a:gd name="connsiteY18" fmla="*/ 173774 h 3812871"/>
                  <a:gd name="connsiteX19" fmla="*/ 165491 w 1891611"/>
                  <a:gd name="connsiteY19" fmla="*/ 467497 h 3812871"/>
                  <a:gd name="connsiteX20" fmla="*/ 719 w 1891611"/>
                  <a:gd name="connsiteY20" fmla="*/ 878786 h 3812871"/>
                  <a:gd name="connsiteX21" fmla="*/ 7710 w 1891611"/>
                  <a:gd name="connsiteY21" fmla="*/ 907276 h 3812871"/>
                  <a:gd name="connsiteX22" fmla="*/ 413713 w 1891611"/>
                  <a:gd name="connsiteY22" fmla="*/ 1265120 h 3812871"/>
                  <a:gd name="connsiteX23" fmla="*/ 229442 w 1891611"/>
                  <a:gd name="connsiteY23" fmla="*/ 2205962 h 3812871"/>
                  <a:gd name="connsiteX24" fmla="*/ 180712 w 1891611"/>
                  <a:gd name="connsiteY24" fmla="*/ 2884561 h 3812871"/>
                  <a:gd name="connsiteX25" fmla="*/ 229880 w 1891611"/>
                  <a:gd name="connsiteY25" fmla="*/ 2902706 h 3812871"/>
                  <a:gd name="connsiteX26" fmla="*/ 368926 w 1891611"/>
                  <a:gd name="connsiteY26" fmla="*/ 2936148 h 3812871"/>
                  <a:gd name="connsiteX27" fmla="*/ 388319 w 1891611"/>
                  <a:gd name="connsiteY27" fmla="*/ 2961933 h 3812871"/>
                  <a:gd name="connsiteX28" fmla="*/ 514126 w 1891611"/>
                  <a:gd name="connsiteY28" fmla="*/ 3466386 h 3812871"/>
                  <a:gd name="connsiteX29" fmla="*/ 511763 w 1891611"/>
                  <a:gd name="connsiteY29" fmla="*/ 3606451 h 3812871"/>
                  <a:gd name="connsiteX30" fmla="*/ 605689 w 1891611"/>
                  <a:gd name="connsiteY30" fmla="*/ 3700510 h 3812871"/>
                  <a:gd name="connsiteX31" fmla="*/ 979755 w 1891611"/>
                  <a:gd name="connsiteY31" fmla="*/ 3763176 h 3812871"/>
                  <a:gd name="connsiteX32" fmla="*/ 901164 w 1891611"/>
                  <a:gd name="connsiteY32" fmla="*/ 3629492 h 3812871"/>
                  <a:gd name="connsiteX33" fmla="*/ 704997 w 1891611"/>
                  <a:gd name="connsiteY33" fmla="*/ 3456899 h 3812871"/>
                  <a:gd name="connsiteX34" fmla="*/ 654362 w 1891611"/>
                  <a:gd name="connsiteY34" fmla="*/ 3071546 h 3812871"/>
                  <a:gd name="connsiteX35" fmla="*/ 1015264 w 1891611"/>
                  <a:gd name="connsiteY35" fmla="*/ 3040752 h 3812871"/>
                  <a:gd name="connsiteX36" fmla="*/ 1133498 w 1891611"/>
                  <a:gd name="connsiteY36" fmla="*/ 3053791 h 3812871"/>
                  <a:gd name="connsiteX37" fmla="*/ 1257380 w 1891611"/>
                  <a:gd name="connsiteY37" fmla="*/ 3432086 h 3812871"/>
                  <a:gd name="connsiteX38" fmla="*/ 1285565 w 1891611"/>
                  <a:gd name="connsiteY38" fmla="*/ 3607899 h 3812871"/>
                  <a:gd name="connsiteX39" fmla="*/ 1351564 w 1891611"/>
                  <a:gd name="connsiteY39" fmla="*/ 3631016 h 3812871"/>
                  <a:gd name="connsiteX40" fmla="*/ 1448957 w 1891611"/>
                  <a:gd name="connsiteY40" fmla="*/ 3634312 h 3812871"/>
                  <a:gd name="connsiteX41" fmla="*/ 1585174 w 1891611"/>
                  <a:gd name="connsiteY41" fmla="*/ 3634150 h 3812871"/>
                  <a:gd name="connsiteX42" fmla="*/ 1851121 w 1891611"/>
                  <a:gd name="connsiteY42" fmla="*/ 3655429 h 3812871"/>
                  <a:gd name="connsiteX43" fmla="*/ 1888402 w 1891611"/>
                  <a:gd name="connsiteY43" fmla="*/ 3580934 h 3812871"/>
                  <a:gd name="connsiteX44" fmla="*/ 1123583 w 1891611"/>
                  <a:gd name="connsiteY44" fmla="*/ 1058142 h 3812871"/>
                  <a:gd name="connsiteX45" fmla="*/ 1139566 w 1891611"/>
                  <a:gd name="connsiteY45" fmla="*/ 859774 h 3812871"/>
                  <a:gd name="connsiteX46" fmla="*/ 1177847 w 1891611"/>
                  <a:gd name="connsiteY46" fmla="*/ 968702 h 3812871"/>
                  <a:gd name="connsiteX47" fmla="*/ 1131117 w 1891611"/>
                  <a:gd name="connsiteY47" fmla="*/ 1093708 h 3812871"/>
                  <a:gd name="connsiteX48" fmla="*/ 1123583 w 1891611"/>
                  <a:gd name="connsiteY48" fmla="*/ 1058142 h 3812871"/>
                  <a:gd name="connsiteX49" fmla="*/ 459595 w 1891611"/>
                  <a:gd name="connsiteY49" fmla="*/ 1045969 h 3812871"/>
                  <a:gd name="connsiteX50" fmla="*/ 450346 w 1891611"/>
                  <a:gd name="connsiteY50" fmla="*/ 1097366 h 3812871"/>
                  <a:gd name="connsiteX51" fmla="*/ 206154 w 1891611"/>
                  <a:gd name="connsiteY51" fmla="*/ 872900 h 3812871"/>
                  <a:gd name="connsiteX52" fmla="*/ 391282 w 1891611"/>
                  <a:gd name="connsiteY52" fmla="*/ 668893 h 3812871"/>
                  <a:gd name="connsiteX53" fmla="*/ 459595 w 1891611"/>
                  <a:gd name="connsiteY53" fmla="*/ 1045969 h 3812871"/>
                  <a:gd name="connsiteX54" fmla="*/ 1345029 w 1891611"/>
                  <a:gd name="connsiteY54" fmla="*/ 911924 h 3812871"/>
                  <a:gd name="connsiteX55" fmla="*/ 1357050 w 1891611"/>
                  <a:gd name="connsiteY55" fmla="*/ 936756 h 3812871"/>
                  <a:gd name="connsiteX56" fmla="*/ 1162902 w 1891611"/>
                  <a:gd name="connsiteY56" fmla="*/ 1274417 h 3812871"/>
                  <a:gd name="connsiteX57" fmla="*/ 1135013 w 1891611"/>
                  <a:gd name="connsiteY57" fmla="*/ 1114854 h 3812871"/>
                  <a:gd name="connsiteX58" fmla="*/ 1189439 w 1891611"/>
                  <a:gd name="connsiteY58" fmla="*/ 977446 h 3812871"/>
                  <a:gd name="connsiteX59" fmla="*/ 1193191 w 1891611"/>
                  <a:gd name="connsiteY59" fmla="*/ 950033 h 3812871"/>
                  <a:gd name="connsiteX60" fmla="*/ 1162321 w 1891611"/>
                  <a:gd name="connsiteY60" fmla="*/ 856831 h 3812871"/>
                  <a:gd name="connsiteX61" fmla="*/ 1305501 w 1891611"/>
                  <a:gd name="connsiteY61" fmla="*/ 788137 h 3812871"/>
                  <a:gd name="connsiteX62" fmla="*/ 1345029 w 1891611"/>
                  <a:gd name="connsiteY62" fmla="*/ 911924 h 3812871"/>
                  <a:gd name="connsiteX63" fmla="*/ 1177961 w 1891611"/>
                  <a:gd name="connsiteY63" fmla="*/ 968502 h 3812871"/>
                  <a:gd name="connsiteX64" fmla="*/ 1177980 w 1891611"/>
                  <a:gd name="connsiteY64" fmla="*/ 968226 h 3812871"/>
                  <a:gd name="connsiteX65" fmla="*/ 1178037 w 1891611"/>
                  <a:gd name="connsiteY65" fmla="*/ 968378 h 3812871"/>
                  <a:gd name="connsiteX66" fmla="*/ 1177961 w 1891611"/>
                  <a:gd name="connsiteY66" fmla="*/ 968502 h 3812871"/>
                  <a:gd name="connsiteX67" fmla="*/ 169997 w 1891611"/>
                  <a:gd name="connsiteY67" fmla="*/ 510997 h 3812871"/>
                  <a:gd name="connsiteX68" fmla="*/ 415132 w 1891611"/>
                  <a:gd name="connsiteY68" fmla="*/ 252413 h 3812871"/>
                  <a:gd name="connsiteX69" fmla="*/ 636922 w 1891611"/>
                  <a:gd name="connsiteY69" fmla="*/ 187757 h 3812871"/>
                  <a:gd name="connsiteX70" fmla="*/ 637912 w 1891611"/>
                  <a:gd name="connsiteY70" fmla="*/ 187767 h 3812871"/>
                  <a:gd name="connsiteX71" fmla="*/ 641637 w 1891611"/>
                  <a:gd name="connsiteY71" fmla="*/ 174346 h 3812871"/>
                  <a:gd name="connsiteX72" fmla="*/ 660915 w 1891611"/>
                  <a:gd name="connsiteY72" fmla="*/ 97193 h 3812871"/>
                  <a:gd name="connsiteX73" fmla="*/ 836594 w 1891611"/>
                  <a:gd name="connsiteY73" fmla="*/ 157315 h 3812871"/>
                  <a:gd name="connsiteX74" fmla="*/ 892973 w 1891611"/>
                  <a:gd name="connsiteY74" fmla="*/ 153105 h 3812871"/>
                  <a:gd name="connsiteX75" fmla="*/ 895602 w 1891611"/>
                  <a:gd name="connsiteY75" fmla="*/ 193177 h 3812871"/>
                  <a:gd name="connsiteX76" fmla="*/ 899926 w 1891611"/>
                  <a:gd name="connsiteY76" fmla="*/ 207360 h 3812871"/>
                  <a:gd name="connsiteX77" fmla="*/ 907841 w 1891611"/>
                  <a:gd name="connsiteY77" fmla="*/ 227286 h 3812871"/>
                  <a:gd name="connsiteX78" fmla="*/ 918976 w 1891611"/>
                  <a:gd name="connsiteY78" fmla="*/ 222590 h 3812871"/>
                  <a:gd name="connsiteX79" fmla="*/ 914547 w 1891611"/>
                  <a:gd name="connsiteY79" fmla="*/ 210360 h 3812871"/>
                  <a:gd name="connsiteX80" fmla="*/ 1138966 w 1891611"/>
                  <a:gd name="connsiteY80" fmla="*/ 326946 h 3812871"/>
                  <a:gd name="connsiteX81" fmla="*/ 1174465 w 1891611"/>
                  <a:gd name="connsiteY81" fmla="*/ 384982 h 3812871"/>
                  <a:gd name="connsiteX82" fmla="*/ 1298490 w 1891611"/>
                  <a:gd name="connsiteY82" fmla="*/ 764896 h 3812871"/>
                  <a:gd name="connsiteX83" fmla="*/ 1263810 w 1891611"/>
                  <a:gd name="connsiteY83" fmla="*/ 825551 h 3812871"/>
                  <a:gd name="connsiteX84" fmla="*/ 1160025 w 1891611"/>
                  <a:gd name="connsiteY84" fmla="*/ 849621 h 3812871"/>
                  <a:gd name="connsiteX85" fmla="*/ 1147681 w 1891611"/>
                  <a:gd name="connsiteY85" fmla="*/ 817826 h 3812871"/>
                  <a:gd name="connsiteX86" fmla="*/ 1137137 w 1891611"/>
                  <a:gd name="connsiteY86" fmla="*/ 512017 h 3812871"/>
                  <a:gd name="connsiteX87" fmla="*/ 1127297 w 1891611"/>
                  <a:gd name="connsiteY87" fmla="*/ 517770 h 3812871"/>
                  <a:gd name="connsiteX88" fmla="*/ 1126821 w 1891611"/>
                  <a:gd name="connsiteY88" fmla="*/ 838257 h 3812871"/>
                  <a:gd name="connsiteX89" fmla="*/ 1108162 w 1891611"/>
                  <a:gd name="connsiteY89" fmla="*/ 1014470 h 3812871"/>
                  <a:gd name="connsiteX90" fmla="*/ 481712 w 1891611"/>
                  <a:gd name="connsiteY90" fmla="*/ 995315 h 3812871"/>
                  <a:gd name="connsiteX91" fmla="*/ 400778 w 1891611"/>
                  <a:gd name="connsiteY91" fmla="*/ 657787 h 3812871"/>
                  <a:gd name="connsiteX92" fmla="*/ 456623 w 1891611"/>
                  <a:gd name="connsiteY92" fmla="*/ 579711 h 3812871"/>
                  <a:gd name="connsiteX93" fmla="*/ 468548 w 1891611"/>
                  <a:gd name="connsiteY93" fmla="*/ 517332 h 3812871"/>
                  <a:gd name="connsiteX94" fmla="*/ 411494 w 1891611"/>
                  <a:gd name="connsiteY94" fmla="*/ 604295 h 3812871"/>
                  <a:gd name="connsiteX95" fmla="*/ 239567 w 1891611"/>
                  <a:gd name="connsiteY95" fmla="*/ 797976 h 3812871"/>
                  <a:gd name="connsiteX96" fmla="*/ 151785 w 1891611"/>
                  <a:gd name="connsiteY96" fmla="*/ 744703 h 3812871"/>
                  <a:gd name="connsiteX97" fmla="*/ 88377 w 1891611"/>
                  <a:gd name="connsiteY97" fmla="*/ 673704 h 3812871"/>
                  <a:gd name="connsiteX98" fmla="*/ 169997 w 1891611"/>
                  <a:gd name="connsiteY98" fmla="*/ 510997 h 3812871"/>
                  <a:gd name="connsiteX99" fmla="*/ 368136 w 1891611"/>
                  <a:gd name="connsiteY99" fmla="*/ 1210085 h 3812871"/>
                  <a:gd name="connsiteX100" fmla="*/ 18473 w 1891611"/>
                  <a:gd name="connsiteY100" fmla="*/ 902246 h 3812871"/>
                  <a:gd name="connsiteX101" fmla="*/ 80624 w 1891611"/>
                  <a:gd name="connsiteY101" fmla="*/ 692706 h 3812871"/>
                  <a:gd name="connsiteX102" fmla="*/ 232576 w 1891611"/>
                  <a:gd name="connsiteY102" fmla="*/ 806044 h 3812871"/>
                  <a:gd name="connsiteX103" fmla="*/ 194324 w 1891611"/>
                  <a:gd name="connsiteY103" fmla="*/ 881320 h 3812871"/>
                  <a:gd name="connsiteX104" fmla="*/ 474740 w 1891611"/>
                  <a:gd name="connsiteY104" fmla="*/ 1142029 h 3812871"/>
                  <a:gd name="connsiteX105" fmla="*/ 581896 w 1891611"/>
                  <a:gd name="connsiteY105" fmla="*/ 1193464 h 3812871"/>
                  <a:gd name="connsiteX106" fmla="*/ 687328 w 1891611"/>
                  <a:gd name="connsiteY106" fmla="*/ 1188578 h 3812871"/>
                  <a:gd name="connsiteX107" fmla="*/ 765357 w 1891611"/>
                  <a:gd name="connsiteY107" fmla="*/ 1222439 h 3812871"/>
                  <a:gd name="connsiteX108" fmla="*/ 697329 w 1891611"/>
                  <a:gd name="connsiteY108" fmla="*/ 1233983 h 3812871"/>
                  <a:gd name="connsiteX109" fmla="*/ 688262 w 1891611"/>
                  <a:gd name="connsiteY109" fmla="*/ 1245680 h 3812871"/>
                  <a:gd name="connsiteX110" fmla="*/ 528775 w 1891611"/>
                  <a:gd name="connsiteY110" fmla="*/ 1368962 h 3812871"/>
                  <a:gd name="connsiteX111" fmla="*/ 484017 w 1891611"/>
                  <a:gd name="connsiteY111" fmla="*/ 1294115 h 3812871"/>
                  <a:gd name="connsiteX112" fmla="*/ 455766 w 1891611"/>
                  <a:gd name="connsiteY112" fmla="*/ 1269197 h 3812871"/>
                  <a:gd name="connsiteX113" fmla="*/ 368136 w 1891611"/>
                  <a:gd name="connsiteY113" fmla="*/ 1210085 h 3812871"/>
                  <a:gd name="connsiteX114" fmla="*/ 656924 w 1891611"/>
                  <a:gd name="connsiteY114" fmla="*/ 3402025 h 3812871"/>
                  <a:gd name="connsiteX115" fmla="*/ 763452 w 1891611"/>
                  <a:gd name="connsiteY115" fmla="*/ 3551720 h 3812871"/>
                  <a:gd name="connsiteX116" fmla="*/ 859797 w 1891611"/>
                  <a:gd name="connsiteY116" fmla="*/ 3631721 h 3812871"/>
                  <a:gd name="connsiteX117" fmla="*/ 710731 w 1891611"/>
                  <a:gd name="connsiteY117" fmla="*/ 3699129 h 3812871"/>
                  <a:gd name="connsiteX118" fmla="*/ 709398 w 1891611"/>
                  <a:gd name="connsiteY118" fmla="*/ 3699244 h 3812871"/>
                  <a:gd name="connsiteX119" fmla="*/ 576495 w 1891611"/>
                  <a:gd name="connsiteY119" fmla="*/ 3536690 h 3812871"/>
                  <a:gd name="connsiteX120" fmla="*/ 540815 w 1891611"/>
                  <a:gd name="connsiteY120" fmla="*/ 3467824 h 3812871"/>
                  <a:gd name="connsiteX121" fmla="*/ 428010 w 1891611"/>
                  <a:gd name="connsiteY121" fmla="*/ 3020740 h 3812871"/>
                  <a:gd name="connsiteX122" fmla="*/ 640417 w 1891611"/>
                  <a:gd name="connsiteY122" fmla="*/ 3070470 h 3812871"/>
                  <a:gd name="connsiteX123" fmla="*/ 656924 w 1891611"/>
                  <a:gd name="connsiteY123" fmla="*/ 3402025 h 3812871"/>
                  <a:gd name="connsiteX124" fmla="*/ 1211394 w 1891611"/>
                  <a:gd name="connsiteY124" fmla="*/ 3182189 h 3812871"/>
                  <a:gd name="connsiteX125" fmla="*/ 1154082 w 1891611"/>
                  <a:gd name="connsiteY125" fmla="*/ 3051820 h 3812871"/>
                  <a:gd name="connsiteX126" fmla="*/ 1347296 w 1891611"/>
                  <a:gd name="connsiteY126" fmla="*/ 3003243 h 3812871"/>
                  <a:gd name="connsiteX127" fmla="*/ 1474036 w 1891611"/>
                  <a:gd name="connsiteY127" fmla="*/ 3402245 h 3812871"/>
                  <a:gd name="connsiteX128" fmla="*/ 1689072 w 1891611"/>
                  <a:gd name="connsiteY128" fmla="*/ 3517707 h 3812871"/>
                  <a:gd name="connsiteX129" fmla="*/ 1581840 w 1891611"/>
                  <a:gd name="connsiteY129" fmla="*/ 3566741 h 3812871"/>
                  <a:gd name="connsiteX130" fmla="*/ 1469255 w 1891611"/>
                  <a:gd name="connsiteY130" fmla="*/ 3550930 h 3812871"/>
                  <a:gd name="connsiteX131" fmla="*/ 1369185 w 1891611"/>
                  <a:gd name="connsiteY131" fmla="*/ 3520841 h 3812871"/>
                  <a:gd name="connsiteX132" fmla="*/ 1276326 w 1891611"/>
                  <a:gd name="connsiteY132" fmla="*/ 3435201 h 3812871"/>
                  <a:gd name="connsiteX133" fmla="*/ 1281812 w 1891611"/>
                  <a:gd name="connsiteY133" fmla="*/ 3420780 h 3812871"/>
                  <a:gd name="connsiteX134" fmla="*/ 1281774 w 1891611"/>
                  <a:gd name="connsiteY134" fmla="*/ 3420904 h 3812871"/>
                  <a:gd name="connsiteX135" fmla="*/ 1211394 w 1891611"/>
                  <a:gd name="connsiteY135" fmla="*/ 3182189 h 381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891611" h="3812871">
                    <a:moveTo>
                      <a:pt x="1888402" y="3580934"/>
                    </a:moveTo>
                    <a:cubicBezTo>
                      <a:pt x="1860627" y="3521726"/>
                      <a:pt x="1784132" y="3514887"/>
                      <a:pt x="1727791" y="3499857"/>
                    </a:cubicBezTo>
                    <a:cubicBezTo>
                      <a:pt x="1643343" y="3480474"/>
                      <a:pt x="1573144" y="3427400"/>
                      <a:pt x="1499315" y="3384890"/>
                    </a:cubicBezTo>
                    <a:cubicBezTo>
                      <a:pt x="1408723" y="3275629"/>
                      <a:pt x="1391473" y="3130087"/>
                      <a:pt x="1361308" y="2996327"/>
                    </a:cubicBezTo>
                    <a:cubicBezTo>
                      <a:pt x="1403732" y="2972877"/>
                      <a:pt x="1398636" y="2968162"/>
                      <a:pt x="1393817" y="2923204"/>
                    </a:cubicBezTo>
                    <a:cubicBezTo>
                      <a:pt x="1311587" y="2383022"/>
                      <a:pt x="1251884" y="1839602"/>
                      <a:pt x="1167083" y="1299782"/>
                    </a:cubicBezTo>
                    <a:cubicBezTo>
                      <a:pt x="1261381" y="1204408"/>
                      <a:pt x="1359745" y="1072611"/>
                      <a:pt x="1373833" y="935851"/>
                    </a:cubicBezTo>
                    <a:cubicBezTo>
                      <a:pt x="1390692" y="929640"/>
                      <a:pt x="1353726" y="855955"/>
                      <a:pt x="1351183" y="839029"/>
                    </a:cubicBezTo>
                    <a:cubicBezTo>
                      <a:pt x="1319979" y="741855"/>
                      <a:pt x="1292128" y="643633"/>
                      <a:pt x="1260714" y="546516"/>
                    </a:cubicBezTo>
                    <a:cubicBezTo>
                      <a:pt x="1234196" y="470764"/>
                      <a:pt x="1213375" y="390201"/>
                      <a:pt x="1168150" y="323031"/>
                    </a:cubicBezTo>
                    <a:cubicBezTo>
                      <a:pt x="1106838" y="249727"/>
                      <a:pt x="1005139" y="192491"/>
                      <a:pt x="908765" y="189434"/>
                    </a:cubicBezTo>
                    <a:cubicBezTo>
                      <a:pt x="906136" y="176537"/>
                      <a:pt x="906079" y="163106"/>
                      <a:pt x="908251" y="150124"/>
                    </a:cubicBezTo>
                    <a:cubicBezTo>
                      <a:pt x="909670" y="141704"/>
                      <a:pt x="913566" y="131855"/>
                      <a:pt x="911461" y="123425"/>
                    </a:cubicBezTo>
                    <a:cubicBezTo>
                      <a:pt x="903355" y="111052"/>
                      <a:pt x="895468" y="132007"/>
                      <a:pt x="894887" y="139894"/>
                    </a:cubicBezTo>
                    <a:cubicBezTo>
                      <a:pt x="851368" y="147581"/>
                      <a:pt x="806562" y="140304"/>
                      <a:pt x="763814" y="130940"/>
                    </a:cubicBezTo>
                    <a:cubicBezTo>
                      <a:pt x="726266" y="123301"/>
                      <a:pt x="692138" y="105537"/>
                      <a:pt x="663363" y="80648"/>
                    </a:cubicBezTo>
                    <a:cubicBezTo>
                      <a:pt x="666221" y="55779"/>
                      <a:pt x="669574" y="30557"/>
                      <a:pt x="666268" y="5601"/>
                    </a:cubicBezTo>
                    <a:cubicBezTo>
                      <a:pt x="664811" y="-4238"/>
                      <a:pt x="650019" y="0"/>
                      <a:pt x="651362" y="9706"/>
                    </a:cubicBezTo>
                    <a:cubicBezTo>
                      <a:pt x="653972" y="63818"/>
                      <a:pt x="643237" y="123120"/>
                      <a:pt x="623492" y="173774"/>
                    </a:cubicBezTo>
                    <a:cubicBezTo>
                      <a:pt x="395301" y="204912"/>
                      <a:pt x="287926" y="271691"/>
                      <a:pt x="165491" y="467497"/>
                    </a:cubicBezTo>
                    <a:cubicBezTo>
                      <a:pt x="89253" y="593617"/>
                      <a:pt x="22397" y="731873"/>
                      <a:pt x="719" y="878786"/>
                    </a:cubicBezTo>
                    <a:cubicBezTo>
                      <a:pt x="1195" y="888121"/>
                      <a:pt x="-3920" y="903913"/>
                      <a:pt x="7710" y="907276"/>
                    </a:cubicBezTo>
                    <a:cubicBezTo>
                      <a:pt x="81700" y="1071429"/>
                      <a:pt x="273162" y="1163774"/>
                      <a:pt x="413713" y="1265120"/>
                    </a:cubicBezTo>
                    <a:cubicBezTo>
                      <a:pt x="317577" y="1570406"/>
                      <a:pt x="270238" y="1889208"/>
                      <a:pt x="229442" y="2205962"/>
                    </a:cubicBezTo>
                    <a:cubicBezTo>
                      <a:pt x="207802" y="2430666"/>
                      <a:pt x="169644" y="2659600"/>
                      <a:pt x="180712" y="2884561"/>
                    </a:cubicBezTo>
                    <a:cubicBezTo>
                      <a:pt x="174693" y="2898677"/>
                      <a:pt x="220651" y="2900344"/>
                      <a:pt x="229880" y="2902706"/>
                    </a:cubicBezTo>
                    <a:cubicBezTo>
                      <a:pt x="276648" y="2910688"/>
                      <a:pt x="325035" y="2917556"/>
                      <a:pt x="368926" y="2936148"/>
                    </a:cubicBezTo>
                    <a:cubicBezTo>
                      <a:pt x="379975" y="2942158"/>
                      <a:pt x="384671" y="2950807"/>
                      <a:pt x="388319" y="2961933"/>
                    </a:cubicBezTo>
                    <a:cubicBezTo>
                      <a:pt x="415447" y="3133449"/>
                      <a:pt x="500305" y="3292117"/>
                      <a:pt x="514126" y="3466386"/>
                    </a:cubicBezTo>
                    <a:cubicBezTo>
                      <a:pt x="484036" y="3505781"/>
                      <a:pt x="478835" y="3567208"/>
                      <a:pt x="511763" y="3606451"/>
                    </a:cubicBezTo>
                    <a:cubicBezTo>
                      <a:pt x="541691" y="3639046"/>
                      <a:pt x="574828" y="3668773"/>
                      <a:pt x="605689" y="3700510"/>
                    </a:cubicBezTo>
                    <a:cubicBezTo>
                      <a:pt x="680375" y="3790436"/>
                      <a:pt x="892068" y="3866522"/>
                      <a:pt x="979755" y="3763176"/>
                    </a:cubicBezTo>
                    <a:cubicBezTo>
                      <a:pt x="1024627" y="3709788"/>
                      <a:pt x="937026" y="3659286"/>
                      <a:pt x="901164" y="3629492"/>
                    </a:cubicBezTo>
                    <a:cubicBezTo>
                      <a:pt x="827584" y="3581610"/>
                      <a:pt x="768205" y="3516907"/>
                      <a:pt x="704997" y="3456899"/>
                    </a:cubicBezTo>
                    <a:cubicBezTo>
                      <a:pt x="652791" y="3335360"/>
                      <a:pt x="663544" y="3200343"/>
                      <a:pt x="654362" y="3071546"/>
                    </a:cubicBezTo>
                    <a:cubicBezTo>
                      <a:pt x="774387" y="3076947"/>
                      <a:pt x="899898" y="3077509"/>
                      <a:pt x="1015264" y="3040752"/>
                    </a:cubicBezTo>
                    <a:cubicBezTo>
                      <a:pt x="1051555" y="3058573"/>
                      <a:pt x="1094274" y="3055773"/>
                      <a:pt x="1133498" y="3053791"/>
                    </a:cubicBezTo>
                    <a:cubicBezTo>
                      <a:pt x="1184552" y="3176407"/>
                      <a:pt x="1227824" y="3303185"/>
                      <a:pt x="1257380" y="3432086"/>
                    </a:cubicBezTo>
                    <a:cubicBezTo>
                      <a:pt x="1251475" y="3490884"/>
                      <a:pt x="1219337" y="3571923"/>
                      <a:pt x="1285565" y="3607899"/>
                    </a:cubicBezTo>
                    <a:cubicBezTo>
                      <a:pt x="1305472" y="3618662"/>
                      <a:pt x="1327999" y="3635112"/>
                      <a:pt x="1351564" y="3631016"/>
                    </a:cubicBezTo>
                    <a:cubicBezTo>
                      <a:pt x="1382205" y="3641113"/>
                      <a:pt x="1417334" y="3635779"/>
                      <a:pt x="1448957" y="3634312"/>
                    </a:cubicBezTo>
                    <a:cubicBezTo>
                      <a:pt x="1494401" y="3632207"/>
                      <a:pt x="1539730" y="3631597"/>
                      <a:pt x="1585174" y="3634150"/>
                    </a:cubicBezTo>
                    <a:cubicBezTo>
                      <a:pt x="1674442" y="3633483"/>
                      <a:pt x="1762377" y="3671745"/>
                      <a:pt x="1851121" y="3655429"/>
                    </a:cubicBezTo>
                    <a:cubicBezTo>
                      <a:pt x="1882554" y="3648599"/>
                      <a:pt x="1898994" y="3609994"/>
                      <a:pt x="1888402" y="3580934"/>
                    </a:cubicBezTo>
                    <a:close/>
                    <a:moveTo>
                      <a:pt x="1123583" y="1058142"/>
                    </a:moveTo>
                    <a:cubicBezTo>
                      <a:pt x="1124669" y="991800"/>
                      <a:pt x="1128098" y="925240"/>
                      <a:pt x="1139566" y="859774"/>
                    </a:cubicBezTo>
                    <a:cubicBezTo>
                      <a:pt x="1150177" y="896808"/>
                      <a:pt x="1165026" y="932517"/>
                      <a:pt x="1177847" y="968702"/>
                    </a:cubicBezTo>
                    <a:cubicBezTo>
                      <a:pt x="1159273" y="1009279"/>
                      <a:pt x="1152443" y="1054256"/>
                      <a:pt x="1131117" y="1093708"/>
                    </a:cubicBezTo>
                    <a:cubicBezTo>
                      <a:pt x="1128374" y="1082031"/>
                      <a:pt x="1127640" y="1069372"/>
                      <a:pt x="1123583" y="1058142"/>
                    </a:cubicBezTo>
                    <a:close/>
                    <a:moveTo>
                      <a:pt x="459595" y="1045969"/>
                    </a:moveTo>
                    <a:cubicBezTo>
                      <a:pt x="457233" y="1063248"/>
                      <a:pt x="454147" y="1080316"/>
                      <a:pt x="450346" y="1097366"/>
                    </a:cubicBezTo>
                    <a:cubicBezTo>
                      <a:pt x="362268" y="1030243"/>
                      <a:pt x="282211" y="953215"/>
                      <a:pt x="206154" y="872900"/>
                    </a:cubicBezTo>
                    <a:cubicBezTo>
                      <a:pt x="257065" y="795919"/>
                      <a:pt x="331788" y="738664"/>
                      <a:pt x="391282" y="668893"/>
                    </a:cubicBezTo>
                    <a:cubicBezTo>
                      <a:pt x="436983" y="788604"/>
                      <a:pt x="478531" y="916305"/>
                      <a:pt x="459595" y="1045969"/>
                    </a:cubicBezTo>
                    <a:close/>
                    <a:moveTo>
                      <a:pt x="1345029" y="911924"/>
                    </a:moveTo>
                    <a:cubicBezTo>
                      <a:pt x="1348801" y="920077"/>
                      <a:pt x="1349887" y="930888"/>
                      <a:pt x="1357050" y="936756"/>
                    </a:cubicBezTo>
                    <a:cubicBezTo>
                      <a:pt x="1330370" y="1066534"/>
                      <a:pt x="1254609" y="1180881"/>
                      <a:pt x="1162902" y="1274417"/>
                    </a:cubicBezTo>
                    <a:cubicBezTo>
                      <a:pt x="1154110" y="1221134"/>
                      <a:pt x="1144823" y="1167937"/>
                      <a:pt x="1135013" y="1114854"/>
                    </a:cubicBezTo>
                    <a:cubicBezTo>
                      <a:pt x="1161597" y="1072877"/>
                      <a:pt x="1170741" y="1023033"/>
                      <a:pt x="1189439" y="977446"/>
                    </a:cubicBezTo>
                    <a:cubicBezTo>
                      <a:pt x="1203469" y="975265"/>
                      <a:pt x="1196839" y="958425"/>
                      <a:pt x="1193191" y="950033"/>
                    </a:cubicBezTo>
                    <a:cubicBezTo>
                      <a:pt x="1182847" y="918982"/>
                      <a:pt x="1172151" y="888054"/>
                      <a:pt x="1162321" y="856831"/>
                    </a:cubicBezTo>
                    <a:cubicBezTo>
                      <a:pt x="1219328" y="866356"/>
                      <a:pt x="1289299" y="851983"/>
                      <a:pt x="1305501" y="788137"/>
                    </a:cubicBezTo>
                    <a:cubicBezTo>
                      <a:pt x="1318083" y="829580"/>
                      <a:pt x="1330980" y="870957"/>
                      <a:pt x="1345029" y="911924"/>
                    </a:cubicBezTo>
                    <a:close/>
                    <a:moveTo>
                      <a:pt x="1177961" y="968502"/>
                    </a:moveTo>
                    <a:cubicBezTo>
                      <a:pt x="1177961" y="968417"/>
                      <a:pt x="1177970" y="968312"/>
                      <a:pt x="1177980" y="968226"/>
                    </a:cubicBezTo>
                    <a:cubicBezTo>
                      <a:pt x="1177999" y="968274"/>
                      <a:pt x="1178018" y="968331"/>
                      <a:pt x="1178037" y="968378"/>
                    </a:cubicBezTo>
                    <a:cubicBezTo>
                      <a:pt x="1178018" y="968417"/>
                      <a:pt x="1177990" y="968455"/>
                      <a:pt x="1177961" y="968502"/>
                    </a:cubicBezTo>
                    <a:close/>
                    <a:moveTo>
                      <a:pt x="169997" y="510997"/>
                    </a:moveTo>
                    <a:cubicBezTo>
                      <a:pt x="231547" y="409623"/>
                      <a:pt x="306290" y="306115"/>
                      <a:pt x="415132" y="252413"/>
                    </a:cubicBezTo>
                    <a:cubicBezTo>
                      <a:pt x="486713" y="224238"/>
                      <a:pt x="562132" y="205293"/>
                      <a:pt x="636922" y="187757"/>
                    </a:cubicBezTo>
                    <a:cubicBezTo>
                      <a:pt x="637103" y="187700"/>
                      <a:pt x="637741" y="187729"/>
                      <a:pt x="637912" y="187767"/>
                    </a:cubicBezTo>
                    <a:cubicBezTo>
                      <a:pt x="645780" y="189681"/>
                      <a:pt x="649714" y="177003"/>
                      <a:pt x="641637" y="174346"/>
                    </a:cubicBezTo>
                    <a:cubicBezTo>
                      <a:pt x="651943" y="149809"/>
                      <a:pt x="656267" y="123292"/>
                      <a:pt x="660915" y="97193"/>
                    </a:cubicBezTo>
                    <a:cubicBezTo>
                      <a:pt x="708197" y="140770"/>
                      <a:pt x="774691" y="152276"/>
                      <a:pt x="836594" y="157315"/>
                    </a:cubicBezTo>
                    <a:cubicBezTo>
                      <a:pt x="853949" y="158411"/>
                      <a:pt x="876199" y="160897"/>
                      <a:pt x="892973" y="153105"/>
                    </a:cubicBezTo>
                    <a:cubicBezTo>
                      <a:pt x="891182" y="166469"/>
                      <a:pt x="892154" y="180194"/>
                      <a:pt x="895602" y="193177"/>
                    </a:cubicBezTo>
                    <a:cubicBezTo>
                      <a:pt x="891782" y="197568"/>
                      <a:pt x="893344" y="206226"/>
                      <a:pt x="899926" y="207360"/>
                    </a:cubicBezTo>
                    <a:cubicBezTo>
                      <a:pt x="902288" y="214084"/>
                      <a:pt x="905013" y="220704"/>
                      <a:pt x="907841" y="227286"/>
                    </a:cubicBezTo>
                    <a:cubicBezTo>
                      <a:pt x="910537" y="233563"/>
                      <a:pt x="921424" y="229057"/>
                      <a:pt x="918976" y="222590"/>
                    </a:cubicBezTo>
                    <a:cubicBezTo>
                      <a:pt x="917443" y="218542"/>
                      <a:pt x="915947" y="214465"/>
                      <a:pt x="914547" y="210360"/>
                    </a:cubicBezTo>
                    <a:cubicBezTo>
                      <a:pt x="998224" y="225467"/>
                      <a:pt x="1080663" y="263957"/>
                      <a:pt x="1138966" y="326946"/>
                    </a:cubicBezTo>
                    <a:cubicBezTo>
                      <a:pt x="1154253" y="344196"/>
                      <a:pt x="1164969" y="364132"/>
                      <a:pt x="1174465" y="384982"/>
                    </a:cubicBezTo>
                    <a:cubicBezTo>
                      <a:pt x="1226253" y="506378"/>
                      <a:pt x="1258847" y="638661"/>
                      <a:pt x="1298490" y="764896"/>
                    </a:cubicBezTo>
                    <a:cubicBezTo>
                      <a:pt x="1287765" y="785308"/>
                      <a:pt x="1283469" y="811026"/>
                      <a:pt x="1263810" y="825551"/>
                    </a:cubicBezTo>
                    <a:cubicBezTo>
                      <a:pt x="1233892" y="847097"/>
                      <a:pt x="1194487" y="846592"/>
                      <a:pt x="1160025" y="849621"/>
                    </a:cubicBezTo>
                    <a:cubicBezTo>
                      <a:pt x="1155825" y="839372"/>
                      <a:pt x="1154901" y="826466"/>
                      <a:pt x="1147681" y="817826"/>
                    </a:cubicBezTo>
                    <a:cubicBezTo>
                      <a:pt x="1170455" y="717585"/>
                      <a:pt x="1194506" y="605038"/>
                      <a:pt x="1137137" y="512017"/>
                    </a:cubicBezTo>
                    <a:cubicBezTo>
                      <a:pt x="1133327" y="505768"/>
                      <a:pt x="1123573" y="511417"/>
                      <a:pt x="1127297" y="517770"/>
                    </a:cubicBezTo>
                    <a:cubicBezTo>
                      <a:pt x="1183324" y="616668"/>
                      <a:pt x="1146919" y="734340"/>
                      <a:pt x="1126821" y="838257"/>
                    </a:cubicBezTo>
                    <a:cubicBezTo>
                      <a:pt x="1115706" y="896341"/>
                      <a:pt x="1110095" y="955396"/>
                      <a:pt x="1108162" y="1014470"/>
                    </a:cubicBezTo>
                    <a:cubicBezTo>
                      <a:pt x="903974" y="1069705"/>
                      <a:pt x="685680" y="1036768"/>
                      <a:pt x="481712" y="995315"/>
                    </a:cubicBezTo>
                    <a:cubicBezTo>
                      <a:pt x="484007" y="877796"/>
                      <a:pt x="446489" y="764591"/>
                      <a:pt x="400778" y="657787"/>
                    </a:cubicBezTo>
                    <a:cubicBezTo>
                      <a:pt x="421438" y="633365"/>
                      <a:pt x="440526" y="607410"/>
                      <a:pt x="456623" y="579711"/>
                    </a:cubicBezTo>
                    <a:cubicBezTo>
                      <a:pt x="462443" y="571872"/>
                      <a:pt x="496761" y="505397"/>
                      <a:pt x="468548" y="517332"/>
                    </a:cubicBezTo>
                    <a:cubicBezTo>
                      <a:pt x="446355" y="544040"/>
                      <a:pt x="431963" y="576263"/>
                      <a:pt x="411494" y="604295"/>
                    </a:cubicBezTo>
                    <a:cubicBezTo>
                      <a:pt x="363316" y="676561"/>
                      <a:pt x="297270" y="733816"/>
                      <a:pt x="239567" y="797976"/>
                    </a:cubicBezTo>
                    <a:cubicBezTo>
                      <a:pt x="207459" y="785737"/>
                      <a:pt x="178579" y="766220"/>
                      <a:pt x="151785" y="744703"/>
                    </a:cubicBezTo>
                    <a:cubicBezTo>
                      <a:pt x="130525" y="724900"/>
                      <a:pt x="95492" y="702755"/>
                      <a:pt x="88377" y="673704"/>
                    </a:cubicBezTo>
                    <a:cubicBezTo>
                      <a:pt x="111751" y="617658"/>
                      <a:pt x="139088" y="563204"/>
                      <a:pt x="169997" y="510997"/>
                    </a:cubicBezTo>
                    <a:close/>
                    <a:moveTo>
                      <a:pt x="368136" y="1210085"/>
                    </a:moveTo>
                    <a:cubicBezTo>
                      <a:pt x="238910" y="1123484"/>
                      <a:pt x="101331" y="1038130"/>
                      <a:pt x="18473" y="902246"/>
                    </a:cubicBezTo>
                    <a:cubicBezTo>
                      <a:pt x="33742" y="830923"/>
                      <a:pt x="52973" y="760343"/>
                      <a:pt x="80624" y="692706"/>
                    </a:cubicBezTo>
                    <a:cubicBezTo>
                      <a:pt x="97864" y="724910"/>
                      <a:pt x="195610" y="811768"/>
                      <a:pt x="232576" y="806044"/>
                    </a:cubicBezTo>
                    <a:cubicBezTo>
                      <a:pt x="225585" y="816845"/>
                      <a:pt x="167777" y="876262"/>
                      <a:pt x="194324" y="881320"/>
                    </a:cubicBezTo>
                    <a:cubicBezTo>
                      <a:pt x="275753" y="980161"/>
                      <a:pt x="370146" y="1068105"/>
                      <a:pt x="474740" y="1142029"/>
                    </a:cubicBezTo>
                    <a:cubicBezTo>
                      <a:pt x="488818" y="1149630"/>
                      <a:pt x="578667" y="1223591"/>
                      <a:pt x="581896" y="1193464"/>
                    </a:cubicBezTo>
                    <a:cubicBezTo>
                      <a:pt x="626940" y="1190454"/>
                      <a:pt x="639017" y="1162812"/>
                      <a:pt x="687328" y="1188578"/>
                    </a:cubicBezTo>
                    <a:cubicBezTo>
                      <a:pt x="710579" y="1199998"/>
                      <a:pt x="757632" y="1191873"/>
                      <a:pt x="765357" y="1222439"/>
                    </a:cubicBezTo>
                    <a:cubicBezTo>
                      <a:pt x="752555" y="1240955"/>
                      <a:pt x="717208" y="1233993"/>
                      <a:pt x="697329" y="1233983"/>
                    </a:cubicBezTo>
                    <a:cubicBezTo>
                      <a:pt x="686623" y="1231326"/>
                      <a:pt x="672498" y="1238889"/>
                      <a:pt x="688262" y="1245680"/>
                    </a:cubicBezTo>
                    <a:cubicBezTo>
                      <a:pt x="682470" y="1323442"/>
                      <a:pt x="597250" y="1361523"/>
                      <a:pt x="528775" y="1368962"/>
                    </a:cubicBezTo>
                    <a:cubicBezTo>
                      <a:pt x="536614" y="1353398"/>
                      <a:pt x="494676" y="1307326"/>
                      <a:pt x="484017" y="1294115"/>
                    </a:cubicBezTo>
                    <a:cubicBezTo>
                      <a:pt x="480331" y="1281865"/>
                      <a:pt x="465300" y="1276588"/>
                      <a:pt x="455766" y="1269197"/>
                    </a:cubicBezTo>
                    <a:cubicBezTo>
                      <a:pt x="426553" y="1249499"/>
                      <a:pt x="397349" y="1229792"/>
                      <a:pt x="368136" y="1210085"/>
                    </a:cubicBezTo>
                    <a:close/>
                    <a:moveTo>
                      <a:pt x="656924" y="3402025"/>
                    </a:moveTo>
                    <a:cubicBezTo>
                      <a:pt x="669212" y="3473416"/>
                      <a:pt x="714798" y="3504458"/>
                      <a:pt x="763452" y="3551720"/>
                    </a:cubicBezTo>
                    <a:cubicBezTo>
                      <a:pt x="793761" y="3580486"/>
                      <a:pt x="825450" y="3607861"/>
                      <a:pt x="859797" y="3631721"/>
                    </a:cubicBezTo>
                    <a:cubicBezTo>
                      <a:pt x="806057" y="3642818"/>
                      <a:pt x="753422" y="3664249"/>
                      <a:pt x="710731" y="3699129"/>
                    </a:cubicBezTo>
                    <a:cubicBezTo>
                      <a:pt x="710236" y="3699110"/>
                      <a:pt x="709493" y="3699158"/>
                      <a:pt x="709398" y="3699244"/>
                    </a:cubicBezTo>
                    <a:cubicBezTo>
                      <a:pt x="641589" y="3675041"/>
                      <a:pt x="594888" y="3604089"/>
                      <a:pt x="576495" y="3536690"/>
                    </a:cubicBezTo>
                    <a:cubicBezTo>
                      <a:pt x="570142" y="3511496"/>
                      <a:pt x="561503" y="3484998"/>
                      <a:pt x="540815" y="3467824"/>
                    </a:cubicBezTo>
                    <a:cubicBezTo>
                      <a:pt x="532290" y="3313367"/>
                      <a:pt x="465767" y="3169435"/>
                      <a:pt x="428010" y="3020740"/>
                    </a:cubicBezTo>
                    <a:cubicBezTo>
                      <a:pt x="491570" y="3058040"/>
                      <a:pt x="568751" y="3061964"/>
                      <a:pt x="640417" y="3070470"/>
                    </a:cubicBezTo>
                    <a:cubicBezTo>
                      <a:pt x="626921" y="3180112"/>
                      <a:pt x="633026" y="3294060"/>
                      <a:pt x="656924" y="3402025"/>
                    </a:cubicBezTo>
                    <a:close/>
                    <a:moveTo>
                      <a:pt x="1211394" y="3182189"/>
                    </a:moveTo>
                    <a:cubicBezTo>
                      <a:pt x="1193401" y="3138240"/>
                      <a:pt x="1174218" y="3094816"/>
                      <a:pt x="1154082" y="3051820"/>
                    </a:cubicBezTo>
                    <a:cubicBezTo>
                      <a:pt x="1220023" y="3043819"/>
                      <a:pt x="1286251" y="3030008"/>
                      <a:pt x="1347296" y="3003243"/>
                    </a:cubicBezTo>
                    <a:cubicBezTo>
                      <a:pt x="1356107" y="3143841"/>
                      <a:pt x="1394350" y="3284840"/>
                      <a:pt x="1474036" y="3402245"/>
                    </a:cubicBezTo>
                    <a:cubicBezTo>
                      <a:pt x="1542921" y="3442640"/>
                      <a:pt x="1612149" y="3491046"/>
                      <a:pt x="1689072" y="3517707"/>
                    </a:cubicBezTo>
                    <a:cubicBezTo>
                      <a:pt x="1715104" y="3555350"/>
                      <a:pt x="1604529" y="3571618"/>
                      <a:pt x="1581840" y="3566741"/>
                    </a:cubicBezTo>
                    <a:cubicBezTo>
                      <a:pt x="1544064" y="3564675"/>
                      <a:pt x="1506631" y="3556436"/>
                      <a:pt x="1469255" y="3550930"/>
                    </a:cubicBezTo>
                    <a:cubicBezTo>
                      <a:pt x="1434793" y="3545853"/>
                      <a:pt x="1399093" y="3539833"/>
                      <a:pt x="1369185" y="3520841"/>
                    </a:cubicBezTo>
                    <a:cubicBezTo>
                      <a:pt x="1333780" y="3497628"/>
                      <a:pt x="1307025" y="3463891"/>
                      <a:pt x="1276326" y="3435201"/>
                    </a:cubicBezTo>
                    <a:cubicBezTo>
                      <a:pt x="1280345" y="3432772"/>
                      <a:pt x="1281783" y="3424990"/>
                      <a:pt x="1281812" y="3420780"/>
                    </a:cubicBezTo>
                    <a:cubicBezTo>
                      <a:pt x="1281802" y="3420819"/>
                      <a:pt x="1281793" y="3420866"/>
                      <a:pt x="1281774" y="3420904"/>
                    </a:cubicBezTo>
                    <a:cubicBezTo>
                      <a:pt x="1272830" y="3338370"/>
                      <a:pt x="1241350" y="3259208"/>
                      <a:pt x="1211394" y="3182189"/>
                    </a:cubicBezTo>
                    <a:close/>
                  </a:path>
                </a:pathLst>
              </a:custGeom>
              <a:solidFill>
                <a:srgbClr val="000000"/>
              </a:solidFill>
              <a:ln w="9525" cap="flat">
                <a:noFill/>
                <a:prstDash val="solid"/>
                <a:miter/>
              </a:ln>
            </p:spPr>
            <p:txBody>
              <a:bodyPr rtlCol="0" anchor="ctr"/>
              <a:lstStyle/>
              <a:p>
                <a:endParaRPr lang="en-US"/>
              </a:p>
            </p:txBody>
          </p:sp>
        </p:grpSp>
        <p:grpSp>
          <p:nvGrpSpPr>
            <p:cNvPr id="39" name="Графіка 4" descr="Woman in black skirt">
              <a:extLst>
                <a:ext uri="{FF2B5EF4-FFF2-40B4-BE49-F238E27FC236}">
                  <a16:creationId xmlns:a16="http://schemas.microsoft.com/office/drawing/2014/main" id="{C20B5A97-74E5-68A8-84FE-42C780D0626D}"/>
                </a:ext>
              </a:extLst>
            </p:cNvPr>
            <p:cNvGrpSpPr/>
            <p:nvPr/>
          </p:nvGrpSpPr>
          <p:grpSpPr>
            <a:xfrm>
              <a:off x="5893809" y="2071473"/>
              <a:ext cx="808460" cy="704187"/>
              <a:chOff x="5893809" y="2071473"/>
              <a:chExt cx="808460" cy="704187"/>
            </a:xfrm>
          </p:grpSpPr>
          <p:sp>
            <p:nvSpPr>
              <p:cNvPr id="47" name="Полілінія: фігура 46">
                <a:extLst>
                  <a:ext uri="{FF2B5EF4-FFF2-40B4-BE49-F238E27FC236}">
                    <a16:creationId xmlns:a16="http://schemas.microsoft.com/office/drawing/2014/main" id="{4EE471CD-0ED2-C6E0-55C7-537B93D4BAE1}"/>
                  </a:ext>
                </a:extLst>
              </p:cNvPr>
              <p:cNvSpPr/>
              <p:nvPr/>
            </p:nvSpPr>
            <p:spPr>
              <a:xfrm>
                <a:off x="6093907" y="2210117"/>
                <a:ext cx="545574" cy="503833"/>
              </a:xfrm>
              <a:custGeom>
                <a:avLst/>
                <a:gdLst>
                  <a:gd name="connsiteX0" fmla="*/ 378166 w 545574"/>
                  <a:gd name="connsiteY0" fmla="*/ 2328 h 503833"/>
                  <a:gd name="connsiteX1" fmla="*/ 3738 w 545574"/>
                  <a:gd name="connsiteY1" fmla="*/ 263028 h 503833"/>
                  <a:gd name="connsiteX2" fmla="*/ 9740 w 545574"/>
                  <a:gd name="connsiteY2" fmla="*/ 280839 h 503833"/>
                  <a:gd name="connsiteX3" fmla="*/ 21170 w 545574"/>
                  <a:gd name="connsiteY3" fmla="*/ 307700 h 503833"/>
                  <a:gd name="connsiteX4" fmla="*/ 108799 w 545574"/>
                  <a:gd name="connsiteY4" fmla="*/ 439335 h 503833"/>
                  <a:gd name="connsiteX5" fmla="*/ 152043 w 545574"/>
                  <a:gd name="connsiteY5" fmla="*/ 441430 h 503833"/>
                  <a:gd name="connsiteX6" fmla="*/ 261104 w 545574"/>
                  <a:gd name="connsiteY6" fmla="*/ 491152 h 503833"/>
                  <a:gd name="connsiteX7" fmla="*/ 322160 w 545574"/>
                  <a:gd name="connsiteY7" fmla="*/ 502104 h 503833"/>
                  <a:gd name="connsiteX8" fmla="*/ 451032 w 545574"/>
                  <a:gd name="connsiteY8" fmla="*/ 500105 h 503833"/>
                  <a:gd name="connsiteX9" fmla="*/ 508182 w 545574"/>
                  <a:gd name="connsiteY9" fmla="*/ 451909 h 503833"/>
                  <a:gd name="connsiteX10" fmla="*/ 538282 w 545574"/>
                  <a:gd name="connsiteY10" fmla="*/ 199972 h 503833"/>
                  <a:gd name="connsiteX11" fmla="*/ 544377 w 545574"/>
                  <a:gd name="connsiteY11" fmla="*/ 88053 h 503833"/>
                  <a:gd name="connsiteX12" fmla="*/ 378166 w 545574"/>
                  <a:gd name="connsiteY12" fmla="*/ 2328 h 503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5574" h="503833">
                    <a:moveTo>
                      <a:pt x="378166" y="2328"/>
                    </a:moveTo>
                    <a:cubicBezTo>
                      <a:pt x="213765" y="-3672"/>
                      <a:pt x="56602" y="106817"/>
                      <a:pt x="3738" y="263028"/>
                    </a:cubicBezTo>
                    <a:cubicBezTo>
                      <a:pt x="1547" y="269980"/>
                      <a:pt x="4501" y="276744"/>
                      <a:pt x="9740" y="280839"/>
                    </a:cubicBezTo>
                    <a:cubicBezTo>
                      <a:pt x="17740" y="287221"/>
                      <a:pt x="21646" y="297412"/>
                      <a:pt x="21170" y="307700"/>
                    </a:cubicBezTo>
                    <a:cubicBezTo>
                      <a:pt x="18598" y="365707"/>
                      <a:pt x="46887" y="431525"/>
                      <a:pt x="108799" y="439335"/>
                    </a:cubicBezTo>
                    <a:cubicBezTo>
                      <a:pt x="123182" y="441145"/>
                      <a:pt x="137660" y="440097"/>
                      <a:pt x="152043" y="441430"/>
                    </a:cubicBezTo>
                    <a:cubicBezTo>
                      <a:pt x="164903" y="442573"/>
                      <a:pt x="234910" y="481912"/>
                      <a:pt x="261104" y="491152"/>
                    </a:cubicBezTo>
                    <a:cubicBezTo>
                      <a:pt x="276249" y="496390"/>
                      <a:pt x="297776" y="500009"/>
                      <a:pt x="322160" y="502104"/>
                    </a:cubicBezTo>
                    <a:cubicBezTo>
                      <a:pt x="377025" y="506772"/>
                      <a:pt x="407123" y="508296"/>
                      <a:pt x="451032" y="500105"/>
                    </a:cubicBezTo>
                    <a:cubicBezTo>
                      <a:pt x="463796" y="497819"/>
                      <a:pt x="493515" y="477912"/>
                      <a:pt x="508182" y="451909"/>
                    </a:cubicBezTo>
                    <a:cubicBezTo>
                      <a:pt x="558379" y="362944"/>
                      <a:pt x="535806" y="224261"/>
                      <a:pt x="538282" y="199972"/>
                    </a:cubicBezTo>
                    <a:cubicBezTo>
                      <a:pt x="541331" y="168729"/>
                      <a:pt x="555523" y="117772"/>
                      <a:pt x="544377" y="88053"/>
                    </a:cubicBezTo>
                    <a:cubicBezTo>
                      <a:pt x="514851" y="12234"/>
                      <a:pt x="451508" y="3946"/>
                      <a:pt x="378166" y="2328"/>
                    </a:cubicBezTo>
                    <a:close/>
                  </a:path>
                </a:pathLst>
              </a:custGeom>
              <a:solidFill>
                <a:srgbClr val="FFFFFF"/>
              </a:solidFill>
              <a:ln w="9525" cap="flat">
                <a:noFill/>
                <a:prstDash val="solid"/>
                <a:miter/>
              </a:ln>
            </p:spPr>
            <p:txBody>
              <a:bodyPr rtlCol="0" anchor="ctr"/>
              <a:lstStyle/>
              <a:p>
                <a:endParaRPr lang="en-US"/>
              </a:p>
            </p:txBody>
          </p:sp>
          <p:sp>
            <p:nvSpPr>
              <p:cNvPr id="48" name="Полілінія: фігура 47">
                <a:extLst>
                  <a:ext uri="{FF2B5EF4-FFF2-40B4-BE49-F238E27FC236}">
                    <a16:creationId xmlns:a16="http://schemas.microsoft.com/office/drawing/2014/main" id="{A80A38FA-1B44-AF53-458A-D92A79980E0C}"/>
                  </a:ext>
                </a:extLst>
              </p:cNvPr>
              <p:cNvSpPr/>
              <p:nvPr/>
            </p:nvSpPr>
            <p:spPr>
              <a:xfrm>
                <a:off x="5893809" y="2071473"/>
                <a:ext cx="808460" cy="704187"/>
              </a:xfrm>
              <a:custGeom>
                <a:avLst/>
                <a:gdLst>
                  <a:gd name="connsiteX0" fmla="*/ 691327 w 808460"/>
                  <a:gd name="connsiteY0" fmla="*/ 706281 h 704187"/>
                  <a:gd name="connsiteX1" fmla="*/ 636367 w 808460"/>
                  <a:gd name="connsiteY1" fmla="*/ 691993 h 704187"/>
                  <a:gd name="connsiteX2" fmla="*/ 607220 w 808460"/>
                  <a:gd name="connsiteY2" fmla="*/ 653227 h 704187"/>
                  <a:gd name="connsiteX3" fmla="*/ 503492 w 808460"/>
                  <a:gd name="connsiteY3" fmla="*/ 641226 h 704187"/>
                  <a:gd name="connsiteX4" fmla="*/ 471489 w 808460"/>
                  <a:gd name="connsiteY4" fmla="*/ 616747 h 704187"/>
                  <a:gd name="connsiteX5" fmla="*/ 472440 w 808460"/>
                  <a:gd name="connsiteY5" fmla="*/ 615413 h 704187"/>
                  <a:gd name="connsiteX6" fmla="*/ 575787 w 808460"/>
                  <a:gd name="connsiteY6" fmla="*/ 629224 h 704187"/>
                  <a:gd name="connsiteX7" fmla="*/ 667609 w 808460"/>
                  <a:gd name="connsiteY7" fmla="*/ 600744 h 704187"/>
                  <a:gd name="connsiteX8" fmla="*/ 711709 w 808460"/>
                  <a:gd name="connsiteY8" fmla="*/ 420626 h 704187"/>
                  <a:gd name="connsiteX9" fmla="*/ 725806 w 808460"/>
                  <a:gd name="connsiteY9" fmla="*/ 255558 h 704187"/>
                  <a:gd name="connsiteX10" fmla="*/ 708091 w 808460"/>
                  <a:gd name="connsiteY10" fmla="*/ 234985 h 704187"/>
                  <a:gd name="connsiteX11" fmla="*/ 701612 w 808460"/>
                  <a:gd name="connsiteY11" fmla="*/ 225744 h 704187"/>
                  <a:gd name="connsiteX12" fmla="*/ 695422 w 808460"/>
                  <a:gd name="connsiteY12" fmla="*/ 218886 h 704187"/>
                  <a:gd name="connsiteX13" fmla="*/ 666751 w 808460"/>
                  <a:gd name="connsiteY13" fmla="*/ 246224 h 704187"/>
                  <a:gd name="connsiteX14" fmla="*/ 659798 w 808460"/>
                  <a:gd name="connsiteY14" fmla="*/ 241080 h 704187"/>
                  <a:gd name="connsiteX15" fmla="*/ 644462 w 808460"/>
                  <a:gd name="connsiteY15" fmla="*/ 209075 h 704187"/>
                  <a:gd name="connsiteX16" fmla="*/ 593505 w 808460"/>
                  <a:gd name="connsiteY16" fmla="*/ 250224 h 704187"/>
                  <a:gd name="connsiteX17" fmla="*/ 586170 w 808460"/>
                  <a:gd name="connsiteY17" fmla="*/ 247843 h 704187"/>
                  <a:gd name="connsiteX18" fmla="*/ 584740 w 808460"/>
                  <a:gd name="connsiteY18" fmla="*/ 241462 h 704187"/>
                  <a:gd name="connsiteX19" fmla="*/ 587026 w 808460"/>
                  <a:gd name="connsiteY19" fmla="*/ 194978 h 704187"/>
                  <a:gd name="connsiteX20" fmla="*/ 562167 w 808460"/>
                  <a:gd name="connsiteY20" fmla="*/ 211173 h 704187"/>
                  <a:gd name="connsiteX21" fmla="*/ 490920 w 808460"/>
                  <a:gd name="connsiteY21" fmla="*/ 246129 h 704187"/>
                  <a:gd name="connsiteX22" fmla="*/ 495206 w 808460"/>
                  <a:gd name="connsiteY22" fmla="*/ 222316 h 704187"/>
                  <a:gd name="connsiteX23" fmla="*/ 495206 w 808460"/>
                  <a:gd name="connsiteY23" fmla="*/ 222126 h 704187"/>
                  <a:gd name="connsiteX24" fmla="*/ 309659 w 808460"/>
                  <a:gd name="connsiteY24" fmla="*/ 361761 h 704187"/>
                  <a:gd name="connsiteX25" fmla="*/ 316898 w 808460"/>
                  <a:gd name="connsiteY25" fmla="*/ 391194 h 704187"/>
                  <a:gd name="connsiteX26" fmla="*/ 309755 w 808460"/>
                  <a:gd name="connsiteY26" fmla="*/ 386432 h 704187"/>
                  <a:gd name="connsiteX27" fmla="*/ 276703 w 808460"/>
                  <a:gd name="connsiteY27" fmla="*/ 360429 h 704187"/>
                  <a:gd name="connsiteX28" fmla="*/ 250509 w 808460"/>
                  <a:gd name="connsiteY28" fmla="*/ 414530 h 704187"/>
                  <a:gd name="connsiteX29" fmla="*/ 262320 w 808460"/>
                  <a:gd name="connsiteY29" fmla="*/ 440344 h 704187"/>
                  <a:gd name="connsiteX30" fmla="*/ 274417 w 808460"/>
                  <a:gd name="connsiteY30" fmla="*/ 479967 h 704187"/>
                  <a:gd name="connsiteX31" fmla="*/ 303467 w 808460"/>
                  <a:gd name="connsiteY31" fmla="*/ 477586 h 704187"/>
                  <a:gd name="connsiteX32" fmla="*/ 298704 w 808460"/>
                  <a:gd name="connsiteY32" fmla="*/ 493970 h 704187"/>
                  <a:gd name="connsiteX33" fmla="*/ 364428 w 808460"/>
                  <a:gd name="connsiteY33" fmla="*/ 572551 h 704187"/>
                  <a:gd name="connsiteX34" fmla="*/ 386336 w 808460"/>
                  <a:gd name="connsiteY34" fmla="*/ 594267 h 704187"/>
                  <a:gd name="connsiteX35" fmla="*/ 398242 w 808460"/>
                  <a:gd name="connsiteY35" fmla="*/ 653704 h 704187"/>
                  <a:gd name="connsiteX36" fmla="*/ 379001 w 808460"/>
                  <a:gd name="connsiteY36" fmla="*/ 677611 h 704187"/>
                  <a:gd name="connsiteX37" fmla="*/ 371381 w 808460"/>
                  <a:gd name="connsiteY37" fmla="*/ 677801 h 704187"/>
                  <a:gd name="connsiteX38" fmla="*/ 332709 w 808460"/>
                  <a:gd name="connsiteY38" fmla="*/ 692566 h 704187"/>
                  <a:gd name="connsiteX39" fmla="*/ 285751 w 808460"/>
                  <a:gd name="connsiteY39" fmla="*/ 695613 h 704187"/>
                  <a:gd name="connsiteX40" fmla="*/ 43055 w 808460"/>
                  <a:gd name="connsiteY40" fmla="*/ 655132 h 704187"/>
                  <a:gd name="connsiteX41" fmla="*/ 12575 w 808460"/>
                  <a:gd name="connsiteY41" fmla="*/ 502922 h 704187"/>
                  <a:gd name="connsiteX42" fmla="*/ 137828 w 808460"/>
                  <a:gd name="connsiteY42" fmla="*/ 314518 h 704187"/>
                  <a:gd name="connsiteX43" fmla="*/ 137828 w 808460"/>
                  <a:gd name="connsiteY43" fmla="*/ 314518 h 704187"/>
                  <a:gd name="connsiteX44" fmla="*/ 141163 w 808460"/>
                  <a:gd name="connsiteY44" fmla="*/ 313376 h 704187"/>
                  <a:gd name="connsiteX45" fmla="*/ 206503 w 808460"/>
                  <a:gd name="connsiteY45" fmla="*/ 138687 h 704187"/>
                  <a:gd name="connsiteX46" fmla="*/ 345378 w 808460"/>
                  <a:gd name="connsiteY46" fmla="*/ 21243 h 704187"/>
                  <a:gd name="connsiteX47" fmla="*/ 518732 w 808460"/>
                  <a:gd name="connsiteY47" fmla="*/ 6290 h 704187"/>
                  <a:gd name="connsiteX48" fmla="*/ 776194 w 808460"/>
                  <a:gd name="connsiteY48" fmla="*/ 220126 h 704187"/>
                  <a:gd name="connsiteX49" fmla="*/ 778670 w 808460"/>
                  <a:gd name="connsiteY49" fmla="*/ 268893 h 704187"/>
                  <a:gd name="connsiteX50" fmla="*/ 778861 w 808460"/>
                  <a:gd name="connsiteY50" fmla="*/ 269369 h 704187"/>
                  <a:gd name="connsiteX51" fmla="*/ 775717 w 808460"/>
                  <a:gd name="connsiteY51" fmla="*/ 287657 h 704187"/>
                  <a:gd name="connsiteX52" fmla="*/ 775335 w 808460"/>
                  <a:gd name="connsiteY52" fmla="*/ 288038 h 704187"/>
                  <a:gd name="connsiteX53" fmla="*/ 768001 w 808460"/>
                  <a:gd name="connsiteY53" fmla="*/ 323757 h 704187"/>
                  <a:gd name="connsiteX54" fmla="*/ 763334 w 808460"/>
                  <a:gd name="connsiteY54" fmla="*/ 338807 h 704187"/>
                  <a:gd name="connsiteX55" fmla="*/ 791244 w 808460"/>
                  <a:gd name="connsiteY55" fmla="*/ 462251 h 704187"/>
                  <a:gd name="connsiteX56" fmla="*/ 791244 w 808460"/>
                  <a:gd name="connsiteY56" fmla="*/ 462251 h 704187"/>
                  <a:gd name="connsiteX57" fmla="*/ 691327 w 808460"/>
                  <a:gd name="connsiteY57" fmla="*/ 706281 h 704187"/>
                  <a:gd name="connsiteX58" fmla="*/ 300230 w 808460"/>
                  <a:gd name="connsiteY58" fmla="*/ 431962 h 704187"/>
                  <a:gd name="connsiteX59" fmla="*/ 292323 w 808460"/>
                  <a:gd name="connsiteY59" fmla="*/ 425484 h 704187"/>
                  <a:gd name="connsiteX60" fmla="*/ 266892 w 808460"/>
                  <a:gd name="connsiteY60" fmla="*/ 405863 h 704187"/>
                  <a:gd name="connsiteX61" fmla="*/ 262890 w 808460"/>
                  <a:gd name="connsiteY61" fmla="*/ 404719 h 704187"/>
                  <a:gd name="connsiteX62" fmla="*/ 308896 w 808460"/>
                  <a:gd name="connsiteY62" fmla="*/ 418436 h 704187"/>
                  <a:gd name="connsiteX63" fmla="*/ 300230 w 808460"/>
                  <a:gd name="connsiteY63" fmla="*/ 431962 h 70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808460" h="704187">
                    <a:moveTo>
                      <a:pt x="691327" y="706281"/>
                    </a:moveTo>
                    <a:cubicBezTo>
                      <a:pt x="673800" y="706376"/>
                      <a:pt x="649320" y="701329"/>
                      <a:pt x="636367" y="691993"/>
                    </a:cubicBezTo>
                    <a:cubicBezTo>
                      <a:pt x="620650" y="686374"/>
                      <a:pt x="605790" y="670848"/>
                      <a:pt x="607220" y="653227"/>
                    </a:cubicBezTo>
                    <a:cubicBezTo>
                      <a:pt x="575310" y="654561"/>
                      <a:pt x="534829" y="655132"/>
                      <a:pt x="503492" y="641226"/>
                    </a:cubicBezTo>
                    <a:cubicBezTo>
                      <a:pt x="490920" y="635606"/>
                      <a:pt x="479014" y="628938"/>
                      <a:pt x="471489" y="616747"/>
                    </a:cubicBezTo>
                    <a:cubicBezTo>
                      <a:pt x="471012" y="616080"/>
                      <a:pt x="471680" y="615127"/>
                      <a:pt x="472440" y="615413"/>
                    </a:cubicBezTo>
                    <a:cubicBezTo>
                      <a:pt x="505208" y="627415"/>
                      <a:pt x="539687" y="632653"/>
                      <a:pt x="575787" y="629224"/>
                    </a:cubicBezTo>
                    <a:cubicBezTo>
                      <a:pt x="609697" y="628843"/>
                      <a:pt x="641890" y="623223"/>
                      <a:pt x="667609" y="600744"/>
                    </a:cubicBezTo>
                    <a:cubicBezTo>
                      <a:pt x="721997" y="545119"/>
                      <a:pt x="709709" y="492255"/>
                      <a:pt x="711709" y="420626"/>
                    </a:cubicBezTo>
                    <a:cubicBezTo>
                      <a:pt x="711423" y="365763"/>
                      <a:pt x="714472" y="308899"/>
                      <a:pt x="725806" y="255558"/>
                    </a:cubicBezTo>
                    <a:cubicBezTo>
                      <a:pt x="721234" y="247461"/>
                      <a:pt x="713042" y="242699"/>
                      <a:pt x="708091" y="234985"/>
                    </a:cubicBezTo>
                    <a:cubicBezTo>
                      <a:pt x="705709" y="232127"/>
                      <a:pt x="703517" y="229079"/>
                      <a:pt x="701612" y="225744"/>
                    </a:cubicBezTo>
                    <a:cubicBezTo>
                      <a:pt x="699708" y="223363"/>
                      <a:pt x="697803" y="221172"/>
                      <a:pt x="695422" y="218886"/>
                    </a:cubicBezTo>
                    <a:cubicBezTo>
                      <a:pt x="689229" y="230318"/>
                      <a:pt x="679799" y="242889"/>
                      <a:pt x="666751" y="246224"/>
                    </a:cubicBezTo>
                    <a:cubicBezTo>
                      <a:pt x="663512" y="246320"/>
                      <a:pt x="660749" y="244129"/>
                      <a:pt x="659798" y="241080"/>
                    </a:cubicBezTo>
                    <a:cubicBezTo>
                      <a:pt x="656464" y="229651"/>
                      <a:pt x="651320" y="218791"/>
                      <a:pt x="644462" y="209075"/>
                    </a:cubicBezTo>
                    <a:cubicBezTo>
                      <a:pt x="632937" y="228221"/>
                      <a:pt x="614650" y="243080"/>
                      <a:pt x="593505" y="250224"/>
                    </a:cubicBezTo>
                    <a:cubicBezTo>
                      <a:pt x="590837" y="251177"/>
                      <a:pt x="587789" y="250129"/>
                      <a:pt x="586170" y="247843"/>
                    </a:cubicBezTo>
                    <a:cubicBezTo>
                      <a:pt x="584740" y="246033"/>
                      <a:pt x="584170" y="243652"/>
                      <a:pt x="584740" y="241462"/>
                    </a:cubicBezTo>
                    <a:cubicBezTo>
                      <a:pt x="588551" y="226316"/>
                      <a:pt x="589312" y="210505"/>
                      <a:pt x="587026" y="194978"/>
                    </a:cubicBezTo>
                    <a:cubicBezTo>
                      <a:pt x="578931" y="200790"/>
                      <a:pt x="570548" y="206315"/>
                      <a:pt x="562167" y="211173"/>
                    </a:cubicBezTo>
                    <a:cubicBezTo>
                      <a:pt x="550547" y="219077"/>
                      <a:pt x="501587" y="258321"/>
                      <a:pt x="490920" y="246129"/>
                    </a:cubicBezTo>
                    <a:cubicBezTo>
                      <a:pt x="488062" y="239080"/>
                      <a:pt x="495206" y="230032"/>
                      <a:pt x="495206" y="222316"/>
                    </a:cubicBezTo>
                    <a:cubicBezTo>
                      <a:pt x="495206" y="222221"/>
                      <a:pt x="495206" y="222221"/>
                      <a:pt x="495206" y="222126"/>
                    </a:cubicBezTo>
                    <a:cubicBezTo>
                      <a:pt x="452725" y="277657"/>
                      <a:pt x="373190" y="333854"/>
                      <a:pt x="309659" y="361761"/>
                    </a:cubicBezTo>
                    <a:cubicBezTo>
                      <a:pt x="315468" y="367763"/>
                      <a:pt x="333853" y="389004"/>
                      <a:pt x="316898" y="391194"/>
                    </a:cubicBezTo>
                    <a:cubicBezTo>
                      <a:pt x="313754" y="391290"/>
                      <a:pt x="310896" y="389385"/>
                      <a:pt x="309755" y="386432"/>
                    </a:cubicBezTo>
                    <a:cubicBezTo>
                      <a:pt x="304611" y="373002"/>
                      <a:pt x="291656" y="362810"/>
                      <a:pt x="276703" y="360429"/>
                    </a:cubicBezTo>
                    <a:cubicBezTo>
                      <a:pt x="251746" y="364238"/>
                      <a:pt x="236792" y="391194"/>
                      <a:pt x="250509" y="414530"/>
                    </a:cubicBezTo>
                    <a:cubicBezTo>
                      <a:pt x="254890" y="422817"/>
                      <a:pt x="259844" y="431104"/>
                      <a:pt x="262320" y="440344"/>
                    </a:cubicBezTo>
                    <a:cubicBezTo>
                      <a:pt x="266701" y="449487"/>
                      <a:pt x="258413" y="483682"/>
                      <a:pt x="274417" y="479967"/>
                    </a:cubicBezTo>
                    <a:cubicBezTo>
                      <a:pt x="283084" y="486063"/>
                      <a:pt x="294704" y="481301"/>
                      <a:pt x="303467" y="477586"/>
                    </a:cubicBezTo>
                    <a:cubicBezTo>
                      <a:pt x="305469" y="483302"/>
                      <a:pt x="302801" y="489873"/>
                      <a:pt x="298704" y="493970"/>
                    </a:cubicBezTo>
                    <a:cubicBezTo>
                      <a:pt x="319089" y="522735"/>
                      <a:pt x="338997" y="549786"/>
                      <a:pt x="364428" y="572551"/>
                    </a:cubicBezTo>
                    <a:cubicBezTo>
                      <a:pt x="371667" y="579122"/>
                      <a:pt x="382143" y="585409"/>
                      <a:pt x="386336" y="594267"/>
                    </a:cubicBezTo>
                    <a:cubicBezTo>
                      <a:pt x="404814" y="601221"/>
                      <a:pt x="398907" y="637606"/>
                      <a:pt x="398242" y="653704"/>
                    </a:cubicBezTo>
                    <a:cubicBezTo>
                      <a:pt x="396335" y="664372"/>
                      <a:pt x="387764" y="672087"/>
                      <a:pt x="379001" y="677611"/>
                    </a:cubicBezTo>
                    <a:cubicBezTo>
                      <a:pt x="376716" y="679135"/>
                      <a:pt x="373762" y="679135"/>
                      <a:pt x="371381" y="677801"/>
                    </a:cubicBezTo>
                    <a:cubicBezTo>
                      <a:pt x="361284" y="687898"/>
                      <a:pt x="345187" y="691232"/>
                      <a:pt x="332709" y="692566"/>
                    </a:cubicBezTo>
                    <a:cubicBezTo>
                      <a:pt x="317566" y="697423"/>
                      <a:pt x="301371" y="698471"/>
                      <a:pt x="285751" y="695613"/>
                    </a:cubicBezTo>
                    <a:cubicBezTo>
                      <a:pt x="204121" y="703234"/>
                      <a:pt x="114111" y="700471"/>
                      <a:pt x="43055" y="655132"/>
                    </a:cubicBezTo>
                    <a:cubicBezTo>
                      <a:pt x="-2952" y="621319"/>
                      <a:pt x="-3524" y="552833"/>
                      <a:pt x="12575" y="502922"/>
                    </a:cubicBezTo>
                    <a:cubicBezTo>
                      <a:pt x="35339" y="439010"/>
                      <a:pt x="68867" y="341951"/>
                      <a:pt x="137828" y="314518"/>
                    </a:cubicBezTo>
                    <a:lnTo>
                      <a:pt x="137828" y="314518"/>
                    </a:lnTo>
                    <a:cubicBezTo>
                      <a:pt x="138972" y="314136"/>
                      <a:pt x="140114" y="313757"/>
                      <a:pt x="141163" y="313376"/>
                    </a:cubicBezTo>
                    <a:cubicBezTo>
                      <a:pt x="146116" y="250415"/>
                      <a:pt x="170117" y="190025"/>
                      <a:pt x="206503" y="138687"/>
                    </a:cubicBezTo>
                    <a:cubicBezTo>
                      <a:pt x="232124" y="80204"/>
                      <a:pt x="283656" y="37056"/>
                      <a:pt x="345378" y="21243"/>
                    </a:cubicBezTo>
                    <a:cubicBezTo>
                      <a:pt x="401193" y="4860"/>
                      <a:pt x="461201" y="-3521"/>
                      <a:pt x="518732" y="6290"/>
                    </a:cubicBezTo>
                    <a:cubicBezTo>
                      <a:pt x="620459" y="-3616"/>
                      <a:pt x="787814" y="107254"/>
                      <a:pt x="776194" y="220126"/>
                    </a:cubicBezTo>
                    <a:cubicBezTo>
                      <a:pt x="778861" y="236222"/>
                      <a:pt x="780765" y="252701"/>
                      <a:pt x="778670" y="268893"/>
                    </a:cubicBezTo>
                    <a:lnTo>
                      <a:pt x="778861" y="269369"/>
                    </a:lnTo>
                    <a:cubicBezTo>
                      <a:pt x="778003" y="275371"/>
                      <a:pt x="776956" y="281466"/>
                      <a:pt x="775717" y="287657"/>
                    </a:cubicBezTo>
                    <a:lnTo>
                      <a:pt x="775335" y="288038"/>
                    </a:lnTo>
                    <a:cubicBezTo>
                      <a:pt x="774670" y="299944"/>
                      <a:pt x="767431" y="312613"/>
                      <a:pt x="768001" y="323757"/>
                    </a:cubicBezTo>
                    <a:cubicBezTo>
                      <a:pt x="766478" y="328996"/>
                      <a:pt x="764955" y="334044"/>
                      <a:pt x="763334" y="338807"/>
                    </a:cubicBezTo>
                    <a:cubicBezTo>
                      <a:pt x="771526" y="380242"/>
                      <a:pt x="779242" y="421769"/>
                      <a:pt x="791244" y="462251"/>
                    </a:cubicBezTo>
                    <a:lnTo>
                      <a:pt x="791244" y="462251"/>
                    </a:lnTo>
                    <a:cubicBezTo>
                      <a:pt x="825914" y="564073"/>
                      <a:pt x="829439" y="698376"/>
                      <a:pt x="691327" y="706281"/>
                    </a:cubicBezTo>
                    <a:close/>
                    <a:moveTo>
                      <a:pt x="300230" y="431962"/>
                    </a:moveTo>
                    <a:cubicBezTo>
                      <a:pt x="296418" y="432057"/>
                      <a:pt x="292990" y="429199"/>
                      <a:pt x="292323" y="425484"/>
                    </a:cubicBezTo>
                    <a:cubicBezTo>
                      <a:pt x="289179" y="414055"/>
                      <a:pt x="278798" y="406054"/>
                      <a:pt x="266892" y="405863"/>
                    </a:cubicBezTo>
                    <a:cubicBezTo>
                      <a:pt x="265653" y="405673"/>
                      <a:pt x="261367" y="407102"/>
                      <a:pt x="262890" y="404719"/>
                    </a:cubicBezTo>
                    <a:cubicBezTo>
                      <a:pt x="278512" y="394148"/>
                      <a:pt x="301181" y="401577"/>
                      <a:pt x="308896" y="418436"/>
                    </a:cubicBezTo>
                    <a:cubicBezTo>
                      <a:pt x="312422" y="424627"/>
                      <a:pt x="307087" y="432152"/>
                      <a:pt x="300230" y="431962"/>
                    </a:cubicBezTo>
                    <a:close/>
                  </a:path>
                </a:pathLst>
              </a:custGeom>
              <a:solidFill>
                <a:srgbClr val="000000"/>
              </a:solidFill>
              <a:ln w="9525" cap="flat">
                <a:noFill/>
                <a:prstDash val="solid"/>
                <a:miter/>
              </a:ln>
            </p:spPr>
            <p:txBody>
              <a:bodyPr rtlCol="0" anchor="ctr"/>
              <a:lstStyle/>
              <a:p>
                <a:endParaRPr lang="en-US"/>
              </a:p>
            </p:txBody>
          </p:sp>
        </p:grpSp>
      </p:grpSp>
      <p:pic>
        <p:nvPicPr>
          <p:cNvPr id="53" name="Графіка 52" descr="An eye rolling face">
            <a:extLst>
              <a:ext uri="{FF2B5EF4-FFF2-40B4-BE49-F238E27FC236}">
                <a16:creationId xmlns:a16="http://schemas.microsoft.com/office/drawing/2014/main" id="{6267A4EE-97A0-64E4-703F-4D6C6AB96E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7705090" y="2026907"/>
            <a:ext cx="780743" cy="805141"/>
          </a:xfrm>
          <a:prstGeom prst="rect">
            <a:avLst/>
          </a:prstGeom>
        </p:spPr>
      </p:pic>
      <p:pic>
        <p:nvPicPr>
          <p:cNvPr id="57" name="Графіка 56" descr="A smiling face">
            <a:extLst>
              <a:ext uri="{FF2B5EF4-FFF2-40B4-BE49-F238E27FC236}">
                <a16:creationId xmlns:a16="http://schemas.microsoft.com/office/drawing/2014/main" id="{9A2B77B1-DC85-C112-F5A4-72C8F0B7FE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83831" y="1983448"/>
            <a:ext cx="709490" cy="731663"/>
          </a:xfrm>
          <a:prstGeom prst="rect">
            <a:avLst/>
          </a:prstGeom>
        </p:spPr>
      </p:pic>
      <p:pic>
        <p:nvPicPr>
          <p:cNvPr id="59" name="Графіка 58" descr="A tired face">
            <a:extLst>
              <a:ext uri="{FF2B5EF4-FFF2-40B4-BE49-F238E27FC236}">
                <a16:creationId xmlns:a16="http://schemas.microsoft.com/office/drawing/2014/main" id="{E5EE9093-11D8-C532-BEC2-D8F08B47952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51449" y="1962152"/>
            <a:ext cx="774254" cy="774254"/>
          </a:xfrm>
          <a:prstGeom prst="rect">
            <a:avLst/>
          </a:prstGeom>
        </p:spPr>
      </p:pic>
      <p:sp>
        <p:nvSpPr>
          <p:cNvPr id="2" name="Бульбашка прямої мови: овальна 1">
            <a:extLst>
              <a:ext uri="{FF2B5EF4-FFF2-40B4-BE49-F238E27FC236}">
                <a16:creationId xmlns:a16="http://schemas.microsoft.com/office/drawing/2014/main" id="{2BC4556C-83C0-3CD0-75FB-895064309564}"/>
              </a:ext>
            </a:extLst>
          </p:cNvPr>
          <p:cNvSpPr/>
          <p:nvPr/>
        </p:nvSpPr>
        <p:spPr>
          <a:xfrm>
            <a:off x="5233210" y="1682852"/>
            <a:ext cx="1725579" cy="1310499"/>
          </a:xfrm>
          <a:prstGeom prst="wedgeEllipseCallout">
            <a:avLst>
              <a:gd name="adj1" fmla="val -71840"/>
              <a:gd name="adj2" fmla="val 24319"/>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 name="Бульбашка прямої мови: овальна 6">
            <a:extLst>
              <a:ext uri="{FF2B5EF4-FFF2-40B4-BE49-F238E27FC236}">
                <a16:creationId xmlns:a16="http://schemas.microsoft.com/office/drawing/2014/main" id="{2CEBD23B-FAF5-6228-8F9F-A36BBD316C7F}"/>
              </a:ext>
            </a:extLst>
          </p:cNvPr>
          <p:cNvSpPr/>
          <p:nvPr/>
        </p:nvSpPr>
        <p:spPr>
          <a:xfrm flipH="1">
            <a:off x="5119721" y="1682852"/>
            <a:ext cx="1725579" cy="1310499"/>
          </a:xfrm>
          <a:prstGeom prst="wedgeEllipseCallout">
            <a:avLst>
              <a:gd name="adj1" fmla="val -71840"/>
              <a:gd name="adj2" fmla="val 24319"/>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pic>
        <p:nvPicPr>
          <p:cNvPr id="11" name="Графіка 10" descr="An eating face">
            <a:extLst>
              <a:ext uri="{FF2B5EF4-FFF2-40B4-BE49-F238E27FC236}">
                <a16:creationId xmlns:a16="http://schemas.microsoft.com/office/drawing/2014/main" id="{B0E64F60-C5DB-A035-D5F9-5E07EBEAC5D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7744367" y="2033670"/>
            <a:ext cx="780743" cy="805142"/>
          </a:xfrm>
          <a:prstGeom prst="rect">
            <a:avLst/>
          </a:prstGeom>
        </p:spPr>
      </p:pic>
    </p:spTree>
    <p:extLst>
      <p:ext uri="{BB962C8B-B14F-4D97-AF65-F5344CB8AC3E}">
        <p14:creationId xmlns:p14="http://schemas.microsoft.com/office/powerpoint/2010/main" val="1886837137"/>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11"/>
                                        </p:tgtEl>
                                      </p:cBhvr>
                                    </p:animEffect>
                                    <p:set>
                                      <p:cBhvr>
                                        <p:cTn id="14" dur="1" fill="hold">
                                          <p:stCondLst>
                                            <p:cond delay="499"/>
                                          </p:stCondLst>
                                        </p:cTn>
                                        <p:tgtEl>
                                          <p:spTgt spid="11"/>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500"/>
                                        <p:tgtEl>
                                          <p:spTgt spid="57"/>
                                        </p:tgtEl>
                                      </p:cBhvr>
                                    </p:animEffect>
                                    <p:set>
                                      <p:cBhvr>
                                        <p:cTn id="27" dur="1" fill="hold">
                                          <p:stCondLst>
                                            <p:cond delay="499"/>
                                          </p:stCondLst>
                                        </p:cTn>
                                        <p:tgtEl>
                                          <p:spTgt spid="57"/>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500"/>
                                        <p:tgtEl>
                                          <p:spTgt spid="59"/>
                                        </p:tgtEl>
                                      </p:cBhvr>
                                    </p:animEffect>
                                  </p:childTnLst>
                                </p:cTn>
                              </p:par>
                              <p:par>
                                <p:cTn id="31" presetID="10" presetClass="entr" presetSubtype="0" fill="hold" grpId="2"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3" nodeType="clickEffect">
                                  <p:stCondLst>
                                    <p:cond delay="0"/>
                                  </p:stCondLst>
                                  <p:childTnLst>
                                    <p:set>
                                      <p:cBhvr>
                                        <p:cTn id="37" dur="1" fill="hold">
                                          <p:stCondLst>
                                            <p:cond delay="0"/>
                                          </p:stCondLst>
                                        </p:cTn>
                                        <p:tgtEl>
                                          <p:spTgt spid="2"/>
                                        </p:tgtEl>
                                        <p:attrNameLst>
                                          <p:attrName>style.visibility</p:attrName>
                                        </p:attrNameLst>
                                      </p:cBhvr>
                                      <p:to>
                                        <p:strVal val="hidden"/>
                                      </p:to>
                                    </p:set>
                                  </p:childTnLst>
                                </p:cTn>
                              </p:par>
                              <p:par>
                                <p:cTn id="38" presetID="10" presetClass="entr" presetSubtype="0" fill="hold" grpId="2"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par>
                                <p:cTn id="41" presetID="10" presetClass="exit" presetSubtype="0" fill="hold" nodeType="withEffect">
                                  <p:stCondLst>
                                    <p:cond delay="0"/>
                                  </p:stCondLst>
                                  <p:childTnLst>
                                    <p:animEffect transition="out" filter="fade">
                                      <p:cBhvr>
                                        <p:cTn id="42" dur="500"/>
                                        <p:tgtEl>
                                          <p:spTgt spid="35"/>
                                        </p:tgtEl>
                                      </p:cBhvr>
                                    </p:animEffect>
                                    <p:set>
                                      <p:cBhvr>
                                        <p:cTn id="43" dur="1" fill="hold">
                                          <p:stCondLst>
                                            <p:cond delay="499"/>
                                          </p:stCondLst>
                                        </p:cTn>
                                        <p:tgtEl>
                                          <p:spTgt spid="35"/>
                                        </p:tgtEl>
                                        <p:attrNameLst>
                                          <p:attrName>style.visibility</p:attrName>
                                        </p:attrNameLst>
                                      </p:cBhvr>
                                      <p:to>
                                        <p:strVal val="hidden"/>
                                      </p:to>
                                    </p:set>
                                  </p:childTnLst>
                                </p:cTn>
                              </p:par>
                              <p:par>
                                <p:cTn id="44" presetID="10" presetClass="entr" presetSubtype="0" fill="hold" nodeType="with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fade">
                                      <p:cBhvr>
                                        <p:cTn id="4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P spid="7" grpId="0" animBg="1"/>
      <p:bldP spid="7" grpId="1" animBg="1"/>
      <p:bldP spid="7"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phere">
          <a:fgClr>
            <a:schemeClr val="accent6"/>
          </a:fgClr>
          <a:bgClr>
            <a:srgbClr val="00B0F0"/>
          </a:bgClr>
        </a:pattFill>
        <a:effectLst/>
      </p:bgPr>
    </p:bg>
    <p:spTree>
      <p:nvGrpSpPr>
        <p:cNvPr id="1" name=""/>
        <p:cNvGrpSpPr/>
        <p:nvPr/>
      </p:nvGrpSpPr>
      <p:grpSpPr>
        <a:xfrm>
          <a:off x="0" y="0"/>
          <a:ext cx="0" cy="0"/>
          <a:chOff x="0" y="0"/>
          <a:chExt cx="0" cy="0"/>
        </a:xfrm>
      </p:grpSpPr>
      <p:grpSp>
        <p:nvGrpSpPr>
          <p:cNvPr id="19" name="Графіка 6" descr="Girl wearing necklace">
            <a:extLst>
              <a:ext uri="{FF2B5EF4-FFF2-40B4-BE49-F238E27FC236}">
                <a16:creationId xmlns:a16="http://schemas.microsoft.com/office/drawing/2014/main" id="{09E5F2B8-E977-4DBA-AF25-B52142F13635}"/>
              </a:ext>
            </a:extLst>
          </p:cNvPr>
          <p:cNvGrpSpPr/>
          <p:nvPr/>
        </p:nvGrpSpPr>
        <p:grpSpPr>
          <a:xfrm flipH="1">
            <a:off x="6691974" y="1436079"/>
            <a:ext cx="2870880" cy="10062730"/>
            <a:chOff x="9484880" y="2078244"/>
            <a:chExt cx="1217959" cy="4269072"/>
          </a:xfrm>
        </p:grpSpPr>
        <p:grpSp>
          <p:nvGrpSpPr>
            <p:cNvPr id="20" name="Графіка 6" descr="Girl wearing necklace">
              <a:extLst>
                <a:ext uri="{FF2B5EF4-FFF2-40B4-BE49-F238E27FC236}">
                  <a16:creationId xmlns:a16="http://schemas.microsoft.com/office/drawing/2014/main" id="{15885F5B-D970-4BA3-89AA-DB96C2BDE5DF}"/>
                </a:ext>
              </a:extLst>
            </p:cNvPr>
            <p:cNvGrpSpPr/>
            <p:nvPr/>
          </p:nvGrpSpPr>
          <p:grpSpPr>
            <a:xfrm>
              <a:off x="9484880" y="2589075"/>
              <a:ext cx="1217959" cy="3758241"/>
              <a:chOff x="9484880" y="2589075"/>
              <a:chExt cx="1217959" cy="3758241"/>
            </a:xfrm>
          </p:grpSpPr>
          <p:sp>
            <p:nvSpPr>
              <p:cNvPr id="32" name="Полілінія: фігура 31">
                <a:extLst>
                  <a:ext uri="{FF2B5EF4-FFF2-40B4-BE49-F238E27FC236}">
                    <a16:creationId xmlns:a16="http://schemas.microsoft.com/office/drawing/2014/main" id="{4D8E5059-7135-41BA-A6D1-BFA11A38ABA3}"/>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33" name="Полілінія: фігура 32">
                <a:extLst>
                  <a:ext uri="{FF2B5EF4-FFF2-40B4-BE49-F238E27FC236}">
                    <a16:creationId xmlns:a16="http://schemas.microsoft.com/office/drawing/2014/main" id="{C465E828-16CE-449E-97F6-4256C9DE83BA}"/>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35" name="Графіка 6" descr="Girl wearing necklace">
                <a:extLst>
                  <a:ext uri="{FF2B5EF4-FFF2-40B4-BE49-F238E27FC236}">
                    <a16:creationId xmlns:a16="http://schemas.microsoft.com/office/drawing/2014/main" id="{49D8BE6B-D5E3-423B-9F7A-AD97DBB7DBE4}"/>
                  </a:ext>
                </a:extLst>
              </p:cNvPr>
              <p:cNvGrpSpPr/>
              <p:nvPr/>
            </p:nvGrpSpPr>
            <p:grpSpPr>
              <a:xfrm>
                <a:off x="9885356" y="5496683"/>
                <a:ext cx="335397" cy="468844"/>
                <a:chOff x="9885356" y="5496683"/>
                <a:chExt cx="335397" cy="468844"/>
              </a:xfrm>
              <a:solidFill>
                <a:srgbClr val="FFFFFF"/>
              </a:solidFill>
            </p:grpSpPr>
            <p:sp>
              <p:nvSpPr>
                <p:cNvPr id="42" name="Полілінія: фігура 41">
                  <a:extLst>
                    <a:ext uri="{FF2B5EF4-FFF2-40B4-BE49-F238E27FC236}">
                      <a16:creationId xmlns:a16="http://schemas.microsoft.com/office/drawing/2014/main" id="{0889E268-96B2-49DF-91A2-50F679982544}"/>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43" name="Полілінія: фігура 42">
                  <a:extLst>
                    <a:ext uri="{FF2B5EF4-FFF2-40B4-BE49-F238E27FC236}">
                      <a16:creationId xmlns:a16="http://schemas.microsoft.com/office/drawing/2014/main" id="{DD583B94-1F61-4D67-9BEC-5EBACBBA3421}"/>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36" name="Графіка 6" descr="Girl wearing necklace">
                <a:extLst>
                  <a:ext uri="{FF2B5EF4-FFF2-40B4-BE49-F238E27FC236}">
                    <a16:creationId xmlns:a16="http://schemas.microsoft.com/office/drawing/2014/main" id="{218CCA71-782F-4FD4-B82C-B6AC80E80403}"/>
                  </a:ext>
                </a:extLst>
              </p:cNvPr>
              <p:cNvGrpSpPr/>
              <p:nvPr/>
            </p:nvGrpSpPr>
            <p:grpSpPr>
              <a:xfrm>
                <a:off x="9859305" y="6028064"/>
                <a:ext cx="429747" cy="300381"/>
                <a:chOff x="9859305" y="6028064"/>
                <a:chExt cx="429747" cy="300381"/>
              </a:xfrm>
              <a:solidFill>
                <a:srgbClr val="FFFFFF"/>
              </a:solidFill>
            </p:grpSpPr>
            <p:sp>
              <p:nvSpPr>
                <p:cNvPr id="40" name="Полілінія: фігура 39">
                  <a:extLst>
                    <a:ext uri="{FF2B5EF4-FFF2-40B4-BE49-F238E27FC236}">
                      <a16:creationId xmlns:a16="http://schemas.microsoft.com/office/drawing/2014/main" id="{6EF3F6CA-5F48-4D14-A0A9-4BC6777ADA8A}"/>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41" name="Полілінія: фігура 40">
                  <a:extLst>
                    <a:ext uri="{FF2B5EF4-FFF2-40B4-BE49-F238E27FC236}">
                      <a16:creationId xmlns:a16="http://schemas.microsoft.com/office/drawing/2014/main" id="{DEC88E09-41F4-4D08-9C3B-9C5D44EB3484}"/>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37" name="Графіка 6" descr="Girl wearing necklace">
                <a:extLst>
                  <a:ext uri="{FF2B5EF4-FFF2-40B4-BE49-F238E27FC236}">
                    <a16:creationId xmlns:a16="http://schemas.microsoft.com/office/drawing/2014/main" id="{3F98B873-60A5-43B6-8568-60CBFCDA734C}"/>
                  </a:ext>
                </a:extLst>
              </p:cNvPr>
              <p:cNvGrpSpPr/>
              <p:nvPr/>
            </p:nvGrpSpPr>
            <p:grpSpPr>
              <a:xfrm>
                <a:off x="9484880" y="2589075"/>
                <a:ext cx="1217959" cy="3758241"/>
                <a:chOff x="9484880" y="2589075"/>
                <a:chExt cx="1217959" cy="3758241"/>
              </a:xfrm>
              <a:solidFill>
                <a:srgbClr val="000000"/>
              </a:solidFill>
            </p:grpSpPr>
            <p:sp>
              <p:nvSpPr>
                <p:cNvPr id="38" name="Полілінія: фігура 37">
                  <a:extLst>
                    <a:ext uri="{FF2B5EF4-FFF2-40B4-BE49-F238E27FC236}">
                      <a16:creationId xmlns:a16="http://schemas.microsoft.com/office/drawing/2014/main" id="{B81C06F6-FB12-4B1B-8749-403AFFFDC76D}"/>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39" name="Полілінія: фігура 38">
                  <a:extLst>
                    <a:ext uri="{FF2B5EF4-FFF2-40B4-BE49-F238E27FC236}">
                      <a16:creationId xmlns:a16="http://schemas.microsoft.com/office/drawing/2014/main" id="{F709AF46-36D5-49E8-8047-FB7B410B4866}"/>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21" name="Графіка 6" descr="Girl wearing necklace">
              <a:extLst>
                <a:ext uri="{FF2B5EF4-FFF2-40B4-BE49-F238E27FC236}">
                  <a16:creationId xmlns:a16="http://schemas.microsoft.com/office/drawing/2014/main" id="{312DDB98-8F08-42E0-8CE0-DF987C527632}"/>
                </a:ext>
              </a:extLst>
            </p:cNvPr>
            <p:cNvGrpSpPr/>
            <p:nvPr/>
          </p:nvGrpSpPr>
          <p:grpSpPr>
            <a:xfrm>
              <a:off x="9884872" y="2761214"/>
              <a:ext cx="361204" cy="817610"/>
              <a:chOff x="9884872" y="2761214"/>
              <a:chExt cx="361204" cy="817610"/>
            </a:xfrm>
          </p:grpSpPr>
          <p:sp>
            <p:nvSpPr>
              <p:cNvPr id="27" name="Полілінія: фігура 26">
                <a:extLst>
                  <a:ext uri="{FF2B5EF4-FFF2-40B4-BE49-F238E27FC236}">
                    <a16:creationId xmlns:a16="http://schemas.microsoft.com/office/drawing/2014/main" id="{0B73E77F-6C50-48D5-A3D2-4740FCE65EDC}"/>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28" name="Полілінія: фігура 27">
                <a:extLst>
                  <a:ext uri="{FF2B5EF4-FFF2-40B4-BE49-F238E27FC236}">
                    <a16:creationId xmlns:a16="http://schemas.microsoft.com/office/drawing/2014/main" id="{ACA7C0A9-4578-48ED-A705-048C00E1722B}"/>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29" name="Графіка 6" descr="Girl wearing necklace">
                <a:extLst>
                  <a:ext uri="{FF2B5EF4-FFF2-40B4-BE49-F238E27FC236}">
                    <a16:creationId xmlns:a16="http://schemas.microsoft.com/office/drawing/2014/main" id="{6CF06BBB-B62E-4D80-B8A8-4BA2562F4AB2}"/>
                  </a:ext>
                </a:extLst>
              </p:cNvPr>
              <p:cNvGrpSpPr/>
              <p:nvPr/>
            </p:nvGrpSpPr>
            <p:grpSpPr>
              <a:xfrm>
                <a:off x="9884872" y="2761214"/>
                <a:ext cx="361204" cy="817610"/>
                <a:chOff x="9884872" y="2761214"/>
                <a:chExt cx="361204" cy="817610"/>
              </a:xfrm>
              <a:solidFill>
                <a:srgbClr val="000000"/>
              </a:solidFill>
            </p:grpSpPr>
            <p:sp>
              <p:nvSpPr>
                <p:cNvPr id="30" name="Полілінія: фігура 29">
                  <a:extLst>
                    <a:ext uri="{FF2B5EF4-FFF2-40B4-BE49-F238E27FC236}">
                      <a16:creationId xmlns:a16="http://schemas.microsoft.com/office/drawing/2014/main" id="{B66CF613-F7E5-4F6D-BF14-D7B5E219E54F}"/>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31" name="Полілінія: фігура 30">
                  <a:extLst>
                    <a:ext uri="{FF2B5EF4-FFF2-40B4-BE49-F238E27FC236}">
                      <a16:creationId xmlns:a16="http://schemas.microsoft.com/office/drawing/2014/main" id="{D29BAF7A-9E14-4AB0-94A7-2D8282BE406F}"/>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22" name="Графіка 6" descr="Girl wearing necklace">
              <a:extLst>
                <a:ext uri="{FF2B5EF4-FFF2-40B4-BE49-F238E27FC236}">
                  <a16:creationId xmlns:a16="http://schemas.microsoft.com/office/drawing/2014/main" id="{ADFB0B15-2186-48F6-B431-00F61883A0D4}"/>
                </a:ext>
              </a:extLst>
            </p:cNvPr>
            <p:cNvGrpSpPr/>
            <p:nvPr/>
          </p:nvGrpSpPr>
          <p:grpSpPr>
            <a:xfrm>
              <a:off x="9596926" y="2078244"/>
              <a:ext cx="795119" cy="914275"/>
              <a:chOff x="9596926" y="2078244"/>
              <a:chExt cx="795119" cy="914275"/>
            </a:xfrm>
          </p:grpSpPr>
          <p:sp>
            <p:nvSpPr>
              <p:cNvPr id="23" name="Полілінія: фігура 22">
                <a:extLst>
                  <a:ext uri="{FF2B5EF4-FFF2-40B4-BE49-F238E27FC236}">
                    <a16:creationId xmlns:a16="http://schemas.microsoft.com/office/drawing/2014/main" id="{9C4E26AD-0ED6-494E-950E-64DA9A068004}"/>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a:p>
            </p:txBody>
          </p:sp>
          <p:grpSp>
            <p:nvGrpSpPr>
              <p:cNvPr id="24" name="Графіка 6" descr="Girl wearing necklace">
                <a:extLst>
                  <a:ext uri="{FF2B5EF4-FFF2-40B4-BE49-F238E27FC236}">
                    <a16:creationId xmlns:a16="http://schemas.microsoft.com/office/drawing/2014/main" id="{7F5842B2-08E1-4DD5-9BE3-4837E5ACA9FB}"/>
                  </a:ext>
                </a:extLst>
              </p:cNvPr>
              <p:cNvGrpSpPr/>
              <p:nvPr/>
            </p:nvGrpSpPr>
            <p:grpSpPr>
              <a:xfrm>
                <a:off x="9596926" y="2078244"/>
                <a:ext cx="795119" cy="914275"/>
                <a:chOff x="9596926" y="2078244"/>
                <a:chExt cx="795119" cy="914275"/>
              </a:xfrm>
              <a:solidFill>
                <a:srgbClr val="000000"/>
              </a:solidFill>
            </p:grpSpPr>
            <p:sp>
              <p:nvSpPr>
                <p:cNvPr id="25" name="Полілінія: фігура 24">
                  <a:extLst>
                    <a:ext uri="{FF2B5EF4-FFF2-40B4-BE49-F238E27FC236}">
                      <a16:creationId xmlns:a16="http://schemas.microsoft.com/office/drawing/2014/main" id="{4B340EE2-8187-42AF-8E72-19BB8944D80C}"/>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26" name="Полілінія: фігура 25">
                  <a:extLst>
                    <a:ext uri="{FF2B5EF4-FFF2-40B4-BE49-F238E27FC236}">
                      <a16:creationId xmlns:a16="http://schemas.microsoft.com/office/drawing/2014/main" id="{B452C86F-E1BB-4087-817B-BC79E26C0080}"/>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pic>
        <p:nvPicPr>
          <p:cNvPr id="44" name="Графіка 43" descr="An eye rolling face">
            <a:extLst>
              <a:ext uri="{FF2B5EF4-FFF2-40B4-BE49-F238E27FC236}">
                <a16:creationId xmlns:a16="http://schemas.microsoft.com/office/drawing/2014/main" id="{75DD8B08-9E68-4A6C-9FFD-6C00CBE99F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705090" y="2026907"/>
            <a:ext cx="780743" cy="805141"/>
          </a:xfrm>
          <a:prstGeom prst="rect">
            <a:avLst/>
          </a:prstGeom>
        </p:spPr>
      </p:pic>
      <p:grpSp>
        <p:nvGrpSpPr>
          <p:cNvPr id="2" name="Графіка 4" descr="Woman in black skirt">
            <a:extLst>
              <a:ext uri="{FF2B5EF4-FFF2-40B4-BE49-F238E27FC236}">
                <a16:creationId xmlns:a16="http://schemas.microsoft.com/office/drawing/2014/main" id="{43FC0CB9-5391-01D3-F6B6-63943A329B95}"/>
              </a:ext>
            </a:extLst>
          </p:cNvPr>
          <p:cNvGrpSpPr/>
          <p:nvPr/>
        </p:nvGrpSpPr>
        <p:grpSpPr>
          <a:xfrm>
            <a:off x="2058961" y="1367261"/>
            <a:ext cx="4395199" cy="10131548"/>
            <a:chOff x="5596104" y="2071473"/>
            <a:chExt cx="1891611" cy="4360428"/>
          </a:xfrm>
        </p:grpSpPr>
        <p:grpSp>
          <p:nvGrpSpPr>
            <p:cNvPr id="7" name="Графіка 4" descr="Woman in black skirt">
              <a:extLst>
                <a:ext uri="{FF2B5EF4-FFF2-40B4-BE49-F238E27FC236}">
                  <a16:creationId xmlns:a16="http://schemas.microsoft.com/office/drawing/2014/main" id="{4433F3A8-ACB2-9DC3-7E06-D3AA330B1FFF}"/>
                </a:ext>
              </a:extLst>
            </p:cNvPr>
            <p:cNvGrpSpPr/>
            <p:nvPr/>
          </p:nvGrpSpPr>
          <p:grpSpPr>
            <a:xfrm>
              <a:off x="5596104" y="2619030"/>
              <a:ext cx="1891611" cy="3812871"/>
              <a:chOff x="5596104" y="2619030"/>
              <a:chExt cx="1891611" cy="3812871"/>
            </a:xfrm>
          </p:grpSpPr>
          <p:sp>
            <p:nvSpPr>
              <p:cNvPr id="11" name="Полілінія: фігура 10">
                <a:extLst>
                  <a:ext uri="{FF2B5EF4-FFF2-40B4-BE49-F238E27FC236}">
                    <a16:creationId xmlns:a16="http://schemas.microsoft.com/office/drawing/2014/main" id="{7403DD59-89DD-265B-9B8F-5E5975F66127}"/>
                  </a:ext>
                </a:extLst>
              </p:cNvPr>
              <p:cNvSpPr/>
              <p:nvPr/>
            </p:nvSpPr>
            <p:spPr>
              <a:xfrm>
                <a:off x="5609333" y="2626924"/>
                <a:ext cx="1867965" cy="3788275"/>
              </a:xfrm>
              <a:custGeom>
                <a:avLst/>
                <a:gdLst>
                  <a:gd name="connsiteX0" fmla="*/ 1866649 w 1867965"/>
                  <a:gd name="connsiteY0" fmla="*/ 3583745 h 3788275"/>
                  <a:gd name="connsiteX1" fmla="*/ 1672434 w 1867965"/>
                  <a:gd name="connsiteY1" fmla="*/ 3495725 h 3788275"/>
                  <a:gd name="connsiteX2" fmla="*/ 1479620 w 1867965"/>
                  <a:gd name="connsiteY2" fmla="*/ 3381158 h 3788275"/>
                  <a:gd name="connsiteX3" fmla="*/ 1404172 w 1867965"/>
                  <a:gd name="connsiteY3" fmla="*/ 3255409 h 3788275"/>
                  <a:gd name="connsiteX4" fmla="*/ 1340926 w 1867965"/>
                  <a:gd name="connsiteY4" fmla="*/ 2977888 h 3788275"/>
                  <a:gd name="connsiteX5" fmla="*/ 1370634 w 1867965"/>
                  <a:gd name="connsiteY5" fmla="*/ 2959200 h 3788275"/>
                  <a:gd name="connsiteX6" fmla="*/ 1216530 w 1867965"/>
                  <a:gd name="connsiteY6" fmla="*/ 1810790 h 3788275"/>
                  <a:gd name="connsiteX7" fmla="*/ 1143587 w 1867965"/>
                  <a:gd name="connsiteY7" fmla="*/ 1288753 h 3788275"/>
                  <a:gd name="connsiteX8" fmla="*/ 1342993 w 1867965"/>
                  <a:gd name="connsiteY8" fmla="*/ 978667 h 3788275"/>
                  <a:gd name="connsiteX9" fmla="*/ 1340726 w 1867965"/>
                  <a:gd name="connsiteY9" fmla="*/ 880807 h 3788275"/>
                  <a:gd name="connsiteX10" fmla="*/ 1242085 w 1867965"/>
                  <a:gd name="connsiteY10" fmla="*/ 572778 h 3788275"/>
                  <a:gd name="connsiteX11" fmla="*/ 1182763 w 1867965"/>
                  <a:gd name="connsiteY11" fmla="*/ 392127 h 3788275"/>
                  <a:gd name="connsiteX12" fmla="*/ 958850 w 1867965"/>
                  <a:gd name="connsiteY12" fmla="*/ 201856 h 3788275"/>
                  <a:gd name="connsiteX13" fmla="*/ 947277 w 1867965"/>
                  <a:gd name="connsiteY13" fmla="*/ 199722 h 3788275"/>
                  <a:gd name="connsiteX14" fmla="*/ 889993 w 1867965"/>
                  <a:gd name="connsiteY14" fmla="*/ 191169 h 3788275"/>
                  <a:gd name="connsiteX15" fmla="*/ 889993 w 1867965"/>
                  <a:gd name="connsiteY15" fmla="*/ 115892 h 3788275"/>
                  <a:gd name="connsiteX16" fmla="*/ 648411 w 1867965"/>
                  <a:gd name="connsiteY16" fmla="*/ 21 h 3788275"/>
                  <a:gd name="connsiteX17" fmla="*/ 646792 w 1867965"/>
                  <a:gd name="connsiteY17" fmla="*/ 1326 h 3788275"/>
                  <a:gd name="connsiteX18" fmla="*/ 642582 w 1867965"/>
                  <a:gd name="connsiteY18" fmla="*/ 77040 h 3788275"/>
                  <a:gd name="connsiteX19" fmla="*/ 623131 w 1867965"/>
                  <a:gd name="connsiteY19" fmla="*/ 171795 h 3788275"/>
                  <a:gd name="connsiteX20" fmla="*/ 192906 w 1867965"/>
                  <a:gd name="connsiteY20" fmla="*/ 424426 h 3788275"/>
                  <a:gd name="connsiteX21" fmla="*/ 38649 w 1867965"/>
                  <a:gd name="connsiteY21" fmla="*/ 727474 h 3788275"/>
                  <a:gd name="connsiteX22" fmla="*/ 1768 w 1867965"/>
                  <a:gd name="connsiteY22" fmla="*/ 898114 h 3788275"/>
                  <a:gd name="connsiteX23" fmla="*/ 412858 w 1867965"/>
                  <a:gd name="connsiteY23" fmla="*/ 1252558 h 3788275"/>
                  <a:gd name="connsiteX24" fmla="*/ 257429 w 1867965"/>
                  <a:gd name="connsiteY24" fmla="*/ 2004490 h 3788275"/>
                  <a:gd name="connsiteX25" fmla="*/ 201298 w 1867965"/>
                  <a:gd name="connsiteY25" fmla="*/ 2492780 h 3788275"/>
                  <a:gd name="connsiteX26" fmla="*/ 173513 w 1867965"/>
                  <a:gd name="connsiteY26" fmla="*/ 2858616 h 3788275"/>
                  <a:gd name="connsiteX27" fmla="*/ 188763 w 1867965"/>
                  <a:gd name="connsiteY27" fmla="*/ 2881000 h 3788275"/>
                  <a:gd name="connsiteX28" fmla="*/ 379082 w 1867965"/>
                  <a:gd name="connsiteY28" fmla="*/ 2922024 h 3788275"/>
                  <a:gd name="connsiteX29" fmla="*/ 395874 w 1867965"/>
                  <a:gd name="connsiteY29" fmla="*/ 2985746 h 3788275"/>
                  <a:gd name="connsiteX30" fmla="*/ 431469 w 1867965"/>
                  <a:gd name="connsiteY30" fmla="*/ 3116401 h 3788275"/>
                  <a:gd name="connsiteX31" fmla="*/ 501821 w 1867965"/>
                  <a:gd name="connsiteY31" fmla="*/ 3357431 h 3788275"/>
                  <a:gd name="connsiteX32" fmla="*/ 496468 w 1867965"/>
                  <a:gd name="connsiteY32" fmla="*/ 3499096 h 3788275"/>
                  <a:gd name="connsiteX33" fmla="*/ 490181 w 1867965"/>
                  <a:gd name="connsiteY33" fmla="*/ 3530376 h 3788275"/>
                  <a:gd name="connsiteX34" fmla="*/ 490181 w 1867965"/>
                  <a:gd name="connsiteY34" fmla="*/ 3530376 h 3788275"/>
                  <a:gd name="connsiteX35" fmla="*/ 532301 w 1867965"/>
                  <a:gd name="connsiteY35" fmla="*/ 3616340 h 3788275"/>
                  <a:gd name="connsiteX36" fmla="*/ 585355 w 1867965"/>
                  <a:gd name="connsiteY36" fmla="*/ 3660955 h 3788275"/>
                  <a:gd name="connsiteX37" fmla="*/ 658650 w 1867965"/>
                  <a:gd name="connsiteY37" fmla="*/ 3735374 h 3788275"/>
                  <a:gd name="connsiteX38" fmla="*/ 852522 w 1867965"/>
                  <a:gd name="connsiteY38" fmla="*/ 3788275 h 3788275"/>
                  <a:gd name="connsiteX39" fmla="*/ 959545 w 1867965"/>
                  <a:gd name="connsiteY39" fmla="*/ 3700779 h 3788275"/>
                  <a:gd name="connsiteX40" fmla="*/ 714657 w 1867965"/>
                  <a:gd name="connsiteY40" fmla="*/ 3490343 h 3788275"/>
                  <a:gd name="connsiteX41" fmla="*/ 665994 w 1867965"/>
                  <a:gd name="connsiteY41" fmla="*/ 3408742 h 3788275"/>
                  <a:gd name="connsiteX42" fmla="*/ 651535 w 1867965"/>
                  <a:gd name="connsiteY42" fmla="*/ 3349173 h 3788275"/>
                  <a:gd name="connsiteX43" fmla="*/ 641248 w 1867965"/>
                  <a:gd name="connsiteY43" fmla="*/ 3275211 h 3788275"/>
                  <a:gd name="connsiteX44" fmla="*/ 632085 w 1867965"/>
                  <a:gd name="connsiteY44" fmla="*/ 3052031 h 3788275"/>
                  <a:gd name="connsiteX45" fmla="*/ 999893 w 1867965"/>
                  <a:gd name="connsiteY45" fmla="*/ 3018817 h 3788275"/>
                  <a:gd name="connsiteX46" fmla="*/ 1127814 w 1867965"/>
                  <a:gd name="connsiteY46" fmla="*/ 3033267 h 3788275"/>
                  <a:gd name="connsiteX47" fmla="*/ 1235465 w 1867965"/>
                  <a:gd name="connsiteY47" fmla="*/ 3305444 h 3788275"/>
                  <a:gd name="connsiteX48" fmla="*/ 1251458 w 1867965"/>
                  <a:gd name="connsiteY48" fmla="*/ 3459825 h 3788275"/>
                  <a:gd name="connsiteX49" fmla="*/ 1244981 w 1867965"/>
                  <a:gd name="connsiteY49" fmla="*/ 3493658 h 3788275"/>
                  <a:gd name="connsiteX50" fmla="*/ 1340335 w 1867965"/>
                  <a:gd name="connsiteY50" fmla="*/ 3615330 h 3788275"/>
                  <a:gd name="connsiteX51" fmla="*/ 1582518 w 1867965"/>
                  <a:gd name="connsiteY51" fmla="*/ 3614568 h 3788275"/>
                  <a:gd name="connsiteX52" fmla="*/ 1621028 w 1867965"/>
                  <a:gd name="connsiteY52" fmla="*/ 3618721 h 3788275"/>
                  <a:gd name="connsiteX53" fmla="*/ 1866649 w 1867965"/>
                  <a:gd name="connsiteY53" fmla="*/ 3583745 h 3788275"/>
                  <a:gd name="connsiteX54" fmla="*/ 446195 w 1867965"/>
                  <a:gd name="connsiteY54" fmla="*/ 1109026 h 3788275"/>
                  <a:gd name="connsiteX55" fmla="*/ 317922 w 1867965"/>
                  <a:gd name="connsiteY55" fmla="*/ 1003356 h 3788275"/>
                  <a:gd name="connsiteX56" fmla="*/ 190001 w 1867965"/>
                  <a:gd name="connsiteY56" fmla="*/ 871196 h 3788275"/>
                  <a:gd name="connsiteX57" fmla="*/ 189401 w 1867965"/>
                  <a:gd name="connsiteY57" fmla="*/ 852794 h 3788275"/>
                  <a:gd name="connsiteX58" fmla="*/ 375177 w 1867965"/>
                  <a:gd name="connsiteY58" fmla="*/ 642463 h 3788275"/>
                  <a:gd name="connsiteX59" fmla="*/ 446195 w 1867965"/>
                  <a:gd name="connsiteY59" fmla="*/ 1109026 h 3788275"/>
                  <a:gd name="connsiteX60" fmla="*/ 1125851 w 1867965"/>
                  <a:gd name="connsiteY60" fmla="*/ 830972 h 3788275"/>
                  <a:gd name="connsiteX61" fmla="*/ 1173638 w 1867965"/>
                  <a:gd name="connsiteY61" fmla="*/ 961189 h 3788275"/>
                  <a:gd name="connsiteX62" fmla="*/ 1116907 w 1867965"/>
                  <a:gd name="connsiteY62" fmla="*/ 1105378 h 3788275"/>
                  <a:gd name="connsiteX63" fmla="*/ 1125851 w 1867965"/>
                  <a:gd name="connsiteY63" fmla="*/ 830972 h 378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867965" h="3788275">
                    <a:moveTo>
                      <a:pt x="1866649" y="3583745"/>
                    </a:moveTo>
                    <a:cubicBezTo>
                      <a:pt x="1856867" y="3522271"/>
                      <a:pt x="1672434" y="3495725"/>
                      <a:pt x="1672434" y="3495725"/>
                    </a:cubicBezTo>
                    <a:lnTo>
                      <a:pt x="1479620" y="3381158"/>
                    </a:lnTo>
                    <a:cubicBezTo>
                      <a:pt x="1479620" y="3381158"/>
                      <a:pt x="1433509" y="3333657"/>
                      <a:pt x="1404172" y="3255409"/>
                    </a:cubicBezTo>
                    <a:cubicBezTo>
                      <a:pt x="1374835" y="3177161"/>
                      <a:pt x="1340926" y="2977888"/>
                      <a:pt x="1340926" y="2977888"/>
                    </a:cubicBezTo>
                    <a:lnTo>
                      <a:pt x="1370634" y="2959200"/>
                    </a:lnTo>
                    <a:lnTo>
                      <a:pt x="1216530" y="1810790"/>
                    </a:lnTo>
                    <a:lnTo>
                      <a:pt x="1143587" y="1288753"/>
                    </a:lnTo>
                    <a:cubicBezTo>
                      <a:pt x="1238932" y="1209953"/>
                      <a:pt x="1312675" y="1062039"/>
                      <a:pt x="1342993" y="978667"/>
                    </a:cubicBezTo>
                    <a:cubicBezTo>
                      <a:pt x="1358252" y="936700"/>
                      <a:pt x="1354385" y="923327"/>
                      <a:pt x="1340726" y="880807"/>
                    </a:cubicBezTo>
                    <a:lnTo>
                      <a:pt x="1242085" y="572778"/>
                    </a:lnTo>
                    <a:lnTo>
                      <a:pt x="1182763" y="392127"/>
                    </a:lnTo>
                    <a:cubicBezTo>
                      <a:pt x="1147711" y="299153"/>
                      <a:pt x="1056081" y="222325"/>
                      <a:pt x="958850" y="201856"/>
                    </a:cubicBezTo>
                    <a:cubicBezTo>
                      <a:pt x="951496" y="200313"/>
                      <a:pt x="947277" y="199722"/>
                      <a:pt x="947277" y="199722"/>
                    </a:cubicBezTo>
                    <a:lnTo>
                      <a:pt x="889993" y="191169"/>
                    </a:lnTo>
                    <a:lnTo>
                      <a:pt x="889993" y="115892"/>
                    </a:lnTo>
                    <a:cubicBezTo>
                      <a:pt x="855503" y="37626"/>
                      <a:pt x="667346" y="3288"/>
                      <a:pt x="648411" y="21"/>
                    </a:cubicBezTo>
                    <a:cubicBezTo>
                      <a:pt x="647592" y="-122"/>
                      <a:pt x="646839" y="488"/>
                      <a:pt x="646792" y="1326"/>
                    </a:cubicBezTo>
                    <a:lnTo>
                      <a:pt x="642582" y="77040"/>
                    </a:lnTo>
                    <a:lnTo>
                      <a:pt x="623131" y="171795"/>
                    </a:lnTo>
                    <a:cubicBezTo>
                      <a:pt x="298977" y="226287"/>
                      <a:pt x="263686" y="338854"/>
                      <a:pt x="192906" y="424426"/>
                    </a:cubicBezTo>
                    <a:cubicBezTo>
                      <a:pt x="136432" y="492711"/>
                      <a:pt x="72310" y="636539"/>
                      <a:pt x="38649" y="727474"/>
                    </a:cubicBezTo>
                    <a:cubicBezTo>
                      <a:pt x="29810" y="751353"/>
                      <a:pt x="-8624" y="874854"/>
                      <a:pt x="1768" y="898114"/>
                    </a:cubicBezTo>
                    <a:cubicBezTo>
                      <a:pt x="70777" y="1052629"/>
                      <a:pt x="412858" y="1252558"/>
                      <a:pt x="412858" y="1252558"/>
                    </a:cubicBezTo>
                    <a:cubicBezTo>
                      <a:pt x="350859" y="1425866"/>
                      <a:pt x="257429" y="2004490"/>
                      <a:pt x="257429" y="2004490"/>
                    </a:cubicBezTo>
                    <a:lnTo>
                      <a:pt x="201298" y="2492780"/>
                    </a:lnTo>
                    <a:lnTo>
                      <a:pt x="173513" y="2858616"/>
                    </a:lnTo>
                    <a:cubicBezTo>
                      <a:pt x="172523" y="2870075"/>
                      <a:pt x="177276" y="2880419"/>
                      <a:pt x="188763" y="2881000"/>
                    </a:cubicBezTo>
                    <a:cubicBezTo>
                      <a:pt x="263715" y="2884744"/>
                      <a:pt x="379082" y="2922024"/>
                      <a:pt x="379082" y="2922024"/>
                    </a:cubicBezTo>
                    <a:lnTo>
                      <a:pt x="395874" y="2985746"/>
                    </a:lnTo>
                    <a:lnTo>
                      <a:pt x="431469" y="3116401"/>
                    </a:lnTo>
                    <a:lnTo>
                      <a:pt x="501821" y="3357431"/>
                    </a:lnTo>
                    <a:cubicBezTo>
                      <a:pt x="514480" y="3404342"/>
                      <a:pt x="511041" y="3452967"/>
                      <a:pt x="496468" y="3499096"/>
                    </a:cubicBezTo>
                    <a:cubicBezTo>
                      <a:pt x="493249" y="3509269"/>
                      <a:pt x="491058" y="3519747"/>
                      <a:pt x="490181" y="3530376"/>
                    </a:cubicBezTo>
                    <a:lnTo>
                      <a:pt x="490181" y="3530376"/>
                    </a:lnTo>
                    <a:cubicBezTo>
                      <a:pt x="494687" y="3562790"/>
                      <a:pt x="509451" y="3592908"/>
                      <a:pt x="532301" y="3616340"/>
                    </a:cubicBezTo>
                    <a:lnTo>
                      <a:pt x="585355" y="3660955"/>
                    </a:lnTo>
                    <a:lnTo>
                      <a:pt x="658650" y="3735374"/>
                    </a:lnTo>
                    <a:cubicBezTo>
                      <a:pt x="707390" y="3770825"/>
                      <a:pt x="792257" y="3788351"/>
                      <a:pt x="852522" y="3788275"/>
                    </a:cubicBezTo>
                    <a:cubicBezTo>
                      <a:pt x="953106" y="3788161"/>
                      <a:pt x="981386" y="3718648"/>
                      <a:pt x="959545" y="3700779"/>
                    </a:cubicBezTo>
                    <a:cubicBezTo>
                      <a:pt x="852960" y="3613511"/>
                      <a:pt x="762663" y="3533596"/>
                      <a:pt x="714657" y="3490343"/>
                    </a:cubicBezTo>
                    <a:cubicBezTo>
                      <a:pt x="690588" y="3468654"/>
                      <a:pt x="673643" y="3440222"/>
                      <a:pt x="665994" y="3408742"/>
                    </a:cubicBezTo>
                    <a:lnTo>
                      <a:pt x="651535" y="3349173"/>
                    </a:lnTo>
                    <a:cubicBezTo>
                      <a:pt x="645649" y="3324922"/>
                      <a:pt x="642200" y="3300148"/>
                      <a:pt x="641248" y="3275211"/>
                    </a:cubicBezTo>
                    <a:lnTo>
                      <a:pt x="632085" y="3052031"/>
                    </a:lnTo>
                    <a:cubicBezTo>
                      <a:pt x="914406" y="3053831"/>
                      <a:pt x="999893" y="3018817"/>
                      <a:pt x="999893" y="3018817"/>
                    </a:cubicBezTo>
                    <a:cubicBezTo>
                      <a:pt x="1046003" y="3043963"/>
                      <a:pt x="1127814" y="3033267"/>
                      <a:pt x="1127814" y="3033267"/>
                    </a:cubicBezTo>
                    <a:lnTo>
                      <a:pt x="1235465" y="3305444"/>
                    </a:lnTo>
                    <a:cubicBezTo>
                      <a:pt x="1250496" y="3349430"/>
                      <a:pt x="1254229" y="3413428"/>
                      <a:pt x="1251458" y="3459825"/>
                    </a:cubicBezTo>
                    <a:lnTo>
                      <a:pt x="1244981" y="3493658"/>
                    </a:lnTo>
                    <a:cubicBezTo>
                      <a:pt x="1217625" y="3592679"/>
                      <a:pt x="1340335" y="3615330"/>
                      <a:pt x="1340335" y="3615330"/>
                    </a:cubicBezTo>
                    <a:lnTo>
                      <a:pt x="1582518" y="3614568"/>
                    </a:lnTo>
                    <a:cubicBezTo>
                      <a:pt x="1595472" y="3614530"/>
                      <a:pt x="1608388" y="3615892"/>
                      <a:pt x="1621028" y="3618721"/>
                    </a:cubicBezTo>
                    <a:cubicBezTo>
                      <a:pt x="1900815" y="3681348"/>
                      <a:pt x="1866649" y="3583745"/>
                      <a:pt x="1866649" y="3583745"/>
                    </a:cubicBezTo>
                    <a:close/>
                    <a:moveTo>
                      <a:pt x="446195" y="1109026"/>
                    </a:moveTo>
                    <a:lnTo>
                      <a:pt x="317922" y="1003356"/>
                    </a:lnTo>
                    <a:lnTo>
                      <a:pt x="190001" y="871196"/>
                    </a:lnTo>
                    <a:cubicBezTo>
                      <a:pt x="186429" y="867739"/>
                      <a:pt x="186058" y="856480"/>
                      <a:pt x="189401" y="852794"/>
                    </a:cubicBezTo>
                    <a:lnTo>
                      <a:pt x="375177" y="642463"/>
                    </a:lnTo>
                    <a:cubicBezTo>
                      <a:pt x="375167" y="642463"/>
                      <a:pt x="501688" y="884608"/>
                      <a:pt x="446195" y="1109026"/>
                    </a:cubicBezTo>
                    <a:close/>
                    <a:moveTo>
                      <a:pt x="1125851" y="830972"/>
                    </a:moveTo>
                    <a:lnTo>
                      <a:pt x="1173638" y="961189"/>
                    </a:lnTo>
                    <a:lnTo>
                      <a:pt x="1116907" y="1105378"/>
                    </a:lnTo>
                    <a:cubicBezTo>
                      <a:pt x="1079179" y="992212"/>
                      <a:pt x="1125851" y="830972"/>
                      <a:pt x="1125851" y="830972"/>
                    </a:cubicBezTo>
                    <a:close/>
                  </a:path>
                </a:pathLst>
              </a:custGeom>
              <a:solidFill>
                <a:srgbClr val="FFFFFF"/>
              </a:solidFill>
              <a:ln w="9525" cap="flat">
                <a:noFill/>
                <a:prstDash val="solid"/>
                <a:miter/>
              </a:ln>
            </p:spPr>
            <p:txBody>
              <a:bodyPr rtlCol="0" anchor="ctr"/>
              <a:lstStyle/>
              <a:p>
                <a:endParaRPr lang="en-US"/>
              </a:p>
            </p:txBody>
          </p:sp>
          <p:sp>
            <p:nvSpPr>
              <p:cNvPr id="12" name="Полілінія: фігура 11">
                <a:extLst>
                  <a:ext uri="{FF2B5EF4-FFF2-40B4-BE49-F238E27FC236}">
                    <a16:creationId xmlns:a16="http://schemas.microsoft.com/office/drawing/2014/main" id="{38BA1248-A499-5BEF-7272-A09345EBBEFA}"/>
                  </a:ext>
                </a:extLst>
              </p:cNvPr>
              <p:cNvSpPr/>
              <p:nvPr/>
            </p:nvSpPr>
            <p:spPr>
              <a:xfrm>
                <a:off x="5678758" y="2710674"/>
                <a:ext cx="1220703" cy="957554"/>
              </a:xfrm>
              <a:custGeom>
                <a:avLst/>
                <a:gdLst>
                  <a:gd name="connsiteX0" fmla="*/ 1220637 w 1220703"/>
                  <a:gd name="connsiteY0" fmla="*/ 671651 h 957554"/>
                  <a:gd name="connsiteX1" fmla="*/ 1096355 w 1220703"/>
                  <a:gd name="connsiteY1" fmla="*/ 291022 h 957554"/>
                  <a:gd name="connsiteX2" fmla="*/ 897445 w 1220703"/>
                  <a:gd name="connsiteY2" fmla="*/ 129555 h 957554"/>
                  <a:gd name="connsiteX3" fmla="*/ 832808 w 1220703"/>
                  <a:gd name="connsiteY3" fmla="*/ 113314 h 957554"/>
                  <a:gd name="connsiteX4" fmla="*/ 814758 w 1220703"/>
                  <a:gd name="connsiteY4" fmla="*/ 82663 h 957554"/>
                  <a:gd name="connsiteX5" fmla="*/ 758932 w 1220703"/>
                  <a:gd name="connsiteY5" fmla="*/ 60432 h 957554"/>
                  <a:gd name="connsiteX6" fmla="*/ 581777 w 1220703"/>
                  <a:gd name="connsiteY6" fmla="*/ 1729 h 957554"/>
                  <a:gd name="connsiteX7" fmla="*/ 572175 w 1220703"/>
                  <a:gd name="connsiteY7" fmla="*/ 4663 h 957554"/>
                  <a:gd name="connsiteX8" fmla="*/ 564555 w 1220703"/>
                  <a:gd name="connsiteY8" fmla="*/ 43782 h 957554"/>
                  <a:gd name="connsiteX9" fmla="*/ 553354 w 1220703"/>
                  <a:gd name="connsiteY9" fmla="*/ 80368 h 957554"/>
                  <a:gd name="connsiteX10" fmla="*/ 543962 w 1220703"/>
                  <a:gd name="connsiteY10" fmla="*/ 92512 h 957554"/>
                  <a:gd name="connsiteX11" fmla="*/ 336070 w 1220703"/>
                  <a:gd name="connsiteY11" fmla="*/ 152834 h 957554"/>
                  <a:gd name="connsiteX12" fmla="*/ 18 w 1220703"/>
                  <a:gd name="connsiteY12" fmla="*/ 579906 h 957554"/>
                  <a:gd name="connsiteX13" fmla="*/ 65074 w 1220703"/>
                  <a:gd name="connsiteY13" fmla="*/ 657402 h 957554"/>
                  <a:gd name="connsiteX14" fmla="*/ 156495 w 1220703"/>
                  <a:gd name="connsiteY14" fmla="*/ 711913 h 957554"/>
                  <a:gd name="connsiteX15" fmla="*/ 298398 w 1220703"/>
                  <a:gd name="connsiteY15" fmla="*/ 561561 h 957554"/>
                  <a:gd name="connsiteX16" fmla="*/ 312352 w 1220703"/>
                  <a:gd name="connsiteY16" fmla="*/ 568124 h 957554"/>
                  <a:gd name="connsiteX17" fmla="*/ 383409 w 1220703"/>
                  <a:gd name="connsiteY17" fmla="*/ 790161 h 957554"/>
                  <a:gd name="connsiteX18" fmla="*/ 392915 w 1220703"/>
                  <a:gd name="connsiteY18" fmla="*/ 903547 h 957554"/>
                  <a:gd name="connsiteX19" fmla="*/ 407307 w 1220703"/>
                  <a:gd name="connsiteY19" fmla="*/ 911919 h 957554"/>
                  <a:gd name="connsiteX20" fmla="*/ 1026165 w 1220703"/>
                  <a:gd name="connsiteY20" fmla="*/ 928274 h 957554"/>
                  <a:gd name="connsiteX21" fmla="*/ 1030718 w 1220703"/>
                  <a:gd name="connsiteY21" fmla="*/ 917444 h 957554"/>
                  <a:gd name="connsiteX22" fmla="*/ 1048168 w 1220703"/>
                  <a:gd name="connsiteY22" fmla="*/ 752566 h 957554"/>
                  <a:gd name="connsiteX23" fmla="*/ 1066361 w 1220703"/>
                  <a:gd name="connsiteY23" fmla="*/ 743450 h 957554"/>
                  <a:gd name="connsiteX24" fmla="*/ 1080353 w 1220703"/>
                  <a:gd name="connsiteY24" fmla="*/ 762310 h 957554"/>
                  <a:gd name="connsiteX25" fmla="*/ 1183966 w 1220703"/>
                  <a:gd name="connsiteY25" fmla="*/ 738374 h 957554"/>
                  <a:gd name="connsiteX26" fmla="*/ 1214799 w 1220703"/>
                  <a:gd name="connsiteY26" fmla="*/ 687520 h 957554"/>
                  <a:gd name="connsiteX27" fmla="*/ 1220637 w 1220703"/>
                  <a:gd name="connsiteY27" fmla="*/ 671651 h 9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20703" h="957554">
                    <a:moveTo>
                      <a:pt x="1220637" y="671651"/>
                    </a:moveTo>
                    <a:cubicBezTo>
                      <a:pt x="1181118" y="545759"/>
                      <a:pt x="1148162" y="412361"/>
                      <a:pt x="1096355" y="291022"/>
                    </a:cubicBezTo>
                    <a:cubicBezTo>
                      <a:pt x="1064580" y="211165"/>
                      <a:pt x="978883" y="158511"/>
                      <a:pt x="897445" y="129555"/>
                    </a:cubicBezTo>
                    <a:cubicBezTo>
                      <a:pt x="876080" y="122077"/>
                      <a:pt x="854077" y="117620"/>
                      <a:pt x="832808" y="113314"/>
                    </a:cubicBezTo>
                    <a:cubicBezTo>
                      <a:pt x="820625" y="112267"/>
                      <a:pt x="814044" y="89578"/>
                      <a:pt x="814758" y="82663"/>
                    </a:cubicBezTo>
                    <a:cubicBezTo>
                      <a:pt x="815777" y="34543"/>
                      <a:pt x="815882" y="68033"/>
                      <a:pt x="758932" y="60432"/>
                    </a:cubicBezTo>
                    <a:cubicBezTo>
                      <a:pt x="695857" y="55898"/>
                      <a:pt x="628478" y="44582"/>
                      <a:pt x="581777" y="1729"/>
                    </a:cubicBezTo>
                    <a:cubicBezTo>
                      <a:pt x="578776" y="-1605"/>
                      <a:pt x="572766" y="157"/>
                      <a:pt x="572175" y="4663"/>
                    </a:cubicBezTo>
                    <a:cubicBezTo>
                      <a:pt x="570051" y="17950"/>
                      <a:pt x="567489" y="31114"/>
                      <a:pt x="564555" y="43782"/>
                    </a:cubicBezTo>
                    <a:cubicBezTo>
                      <a:pt x="561231" y="57927"/>
                      <a:pt x="558412" y="68918"/>
                      <a:pt x="553354" y="80368"/>
                    </a:cubicBezTo>
                    <a:cubicBezTo>
                      <a:pt x="550639" y="87226"/>
                      <a:pt x="546134" y="91998"/>
                      <a:pt x="543962" y="92512"/>
                    </a:cubicBezTo>
                    <a:cubicBezTo>
                      <a:pt x="474773" y="108904"/>
                      <a:pt x="401945" y="128173"/>
                      <a:pt x="336070" y="152834"/>
                    </a:cubicBezTo>
                    <a:cubicBezTo>
                      <a:pt x="174954" y="230624"/>
                      <a:pt x="73551" y="413914"/>
                      <a:pt x="18" y="579906"/>
                    </a:cubicBezTo>
                    <a:cubicBezTo>
                      <a:pt x="-1058" y="607367"/>
                      <a:pt x="46157" y="639799"/>
                      <a:pt x="65074" y="657402"/>
                    </a:cubicBezTo>
                    <a:cubicBezTo>
                      <a:pt x="92211" y="678776"/>
                      <a:pt x="123110" y="700940"/>
                      <a:pt x="156495" y="711913"/>
                    </a:cubicBezTo>
                    <a:cubicBezTo>
                      <a:pt x="203301" y="665479"/>
                      <a:pt x="255193" y="614558"/>
                      <a:pt x="298398" y="561561"/>
                    </a:cubicBezTo>
                    <a:cubicBezTo>
                      <a:pt x="310714" y="546454"/>
                      <a:pt x="311628" y="566228"/>
                      <a:pt x="312352" y="568124"/>
                    </a:cubicBezTo>
                    <a:cubicBezTo>
                      <a:pt x="343194" y="640199"/>
                      <a:pt x="373389" y="724905"/>
                      <a:pt x="383409" y="790161"/>
                    </a:cubicBezTo>
                    <a:cubicBezTo>
                      <a:pt x="390495" y="831500"/>
                      <a:pt x="393601" y="868590"/>
                      <a:pt x="392915" y="903547"/>
                    </a:cubicBezTo>
                    <a:cubicBezTo>
                      <a:pt x="393124" y="910500"/>
                      <a:pt x="402535" y="910043"/>
                      <a:pt x="407307" y="911919"/>
                    </a:cubicBezTo>
                    <a:cubicBezTo>
                      <a:pt x="613009" y="950838"/>
                      <a:pt x="824959" y="983309"/>
                      <a:pt x="1026165" y="928274"/>
                    </a:cubicBezTo>
                    <a:cubicBezTo>
                      <a:pt x="1031147" y="927140"/>
                      <a:pt x="1030680" y="921511"/>
                      <a:pt x="1030718" y="917444"/>
                    </a:cubicBezTo>
                    <a:cubicBezTo>
                      <a:pt x="1032661" y="862951"/>
                      <a:pt x="1038443" y="804363"/>
                      <a:pt x="1048168" y="752566"/>
                    </a:cubicBezTo>
                    <a:cubicBezTo>
                      <a:pt x="1048473" y="750918"/>
                      <a:pt x="1064894" y="738326"/>
                      <a:pt x="1066361" y="743450"/>
                    </a:cubicBezTo>
                    <a:cubicBezTo>
                      <a:pt x="1069380" y="749708"/>
                      <a:pt x="1069809" y="768349"/>
                      <a:pt x="1080353" y="762310"/>
                    </a:cubicBezTo>
                    <a:cubicBezTo>
                      <a:pt x="1119006" y="762062"/>
                      <a:pt x="1150867" y="759700"/>
                      <a:pt x="1183966" y="738374"/>
                    </a:cubicBezTo>
                    <a:cubicBezTo>
                      <a:pt x="1202864" y="723010"/>
                      <a:pt x="1206979" y="706570"/>
                      <a:pt x="1214799" y="687520"/>
                    </a:cubicBezTo>
                    <a:cubicBezTo>
                      <a:pt x="1216084" y="681966"/>
                      <a:pt x="1221352" y="677385"/>
                      <a:pt x="1220637" y="671651"/>
                    </a:cubicBezTo>
                    <a:close/>
                  </a:path>
                </a:pathLst>
              </a:custGeom>
              <a:solidFill>
                <a:srgbClr val="FFFF00"/>
              </a:solidFill>
              <a:ln w="9525" cap="flat">
                <a:noFill/>
                <a:prstDash val="solid"/>
                <a:miter/>
              </a:ln>
            </p:spPr>
            <p:txBody>
              <a:bodyPr rtlCol="0" anchor="ctr"/>
              <a:lstStyle/>
              <a:p>
                <a:endParaRPr lang="en-US"/>
              </a:p>
            </p:txBody>
          </p:sp>
          <p:sp>
            <p:nvSpPr>
              <p:cNvPr id="13" name="Полілінія: фігура 12">
                <a:extLst>
                  <a:ext uri="{FF2B5EF4-FFF2-40B4-BE49-F238E27FC236}">
                    <a16:creationId xmlns:a16="http://schemas.microsoft.com/office/drawing/2014/main" id="{9DAF3EDE-7B9F-7FEB-4626-232B1E3CC68F}"/>
                  </a:ext>
                </a:extLst>
              </p:cNvPr>
              <p:cNvSpPr/>
              <p:nvPr/>
            </p:nvSpPr>
            <p:spPr>
              <a:xfrm>
                <a:off x="5596104" y="2619030"/>
                <a:ext cx="1891611" cy="3812871"/>
              </a:xfrm>
              <a:custGeom>
                <a:avLst/>
                <a:gdLst>
                  <a:gd name="connsiteX0" fmla="*/ 1888402 w 1891611"/>
                  <a:gd name="connsiteY0" fmla="*/ 3580934 h 3812871"/>
                  <a:gd name="connsiteX1" fmla="*/ 1727791 w 1891611"/>
                  <a:gd name="connsiteY1" fmla="*/ 3499857 h 3812871"/>
                  <a:gd name="connsiteX2" fmla="*/ 1499315 w 1891611"/>
                  <a:gd name="connsiteY2" fmla="*/ 3384890 h 3812871"/>
                  <a:gd name="connsiteX3" fmla="*/ 1361308 w 1891611"/>
                  <a:gd name="connsiteY3" fmla="*/ 2996327 h 3812871"/>
                  <a:gd name="connsiteX4" fmla="*/ 1393817 w 1891611"/>
                  <a:gd name="connsiteY4" fmla="*/ 2923204 h 3812871"/>
                  <a:gd name="connsiteX5" fmla="*/ 1167083 w 1891611"/>
                  <a:gd name="connsiteY5" fmla="*/ 1299782 h 3812871"/>
                  <a:gd name="connsiteX6" fmla="*/ 1373833 w 1891611"/>
                  <a:gd name="connsiteY6" fmla="*/ 935851 h 3812871"/>
                  <a:gd name="connsiteX7" fmla="*/ 1351183 w 1891611"/>
                  <a:gd name="connsiteY7" fmla="*/ 839029 h 3812871"/>
                  <a:gd name="connsiteX8" fmla="*/ 1260714 w 1891611"/>
                  <a:gd name="connsiteY8" fmla="*/ 546516 h 3812871"/>
                  <a:gd name="connsiteX9" fmla="*/ 1168150 w 1891611"/>
                  <a:gd name="connsiteY9" fmla="*/ 323031 h 3812871"/>
                  <a:gd name="connsiteX10" fmla="*/ 908765 w 1891611"/>
                  <a:gd name="connsiteY10" fmla="*/ 189434 h 3812871"/>
                  <a:gd name="connsiteX11" fmla="*/ 908251 w 1891611"/>
                  <a:gd name="connsiteY11" fmla="*/ 150124 h 3812871"/>
                  <a:gd name="connsiteX12" fmla="*/ 911461 w 1891611"/>
                  <a:gd name="connsiteY12" fmla="*/ 123425 h 3812871"/>
                  <a:gd name="connsiteX13" fmla="*/ 894887 w 1891611"/>
                  <a:gd name="connsiteY13" fmla="*/ 139894 h 3812871"/>
                  <a:gd name="connsiteX14" fmla="*/ 763814 w 1891611"/>
                  <a:gd name="connsiteY14" fmla="*/ 130940 h 3812871"/>
                  <a:gd name="connsiteX15" fmla="*/ 663363 w 1891611"/>
                  <a:gd name="connsiteY15" fmla="*/ 80648 h 3812871"/>
                  <a:gd name="connsiteX16" fmla="*/ 666268 w 1891611"/>
                  <a:gd name="connsiteY16" fmla="*/ 5601 h 3812871"/>
                  <a:gd name="connsiteX17" fmla="*/ 651362 w 1891611"/>
                  <a:gd name="connsiteY17" fmla="*/ 9706 h 3812871"/>
                  <a:gd name="connsiteX18" fmla="*/ 623492 w 1891611"/>
                  <a:gd name="connsiteY18" fmla="*/ 173774 h 3812871"/>
                  <a:gd name="connsiteX19" fmla="*/ 165491 w 1891611"/>
                  <a:gd name="connsiteY19" fmla="*/ 467497 h 3812871"/>
                  <a:gd name="connsiteX20" fmla="*/ 719 w 1891611"/>
                  <a:gd name="connsiteY20" fmla="*/ 878786 h 3812871"/>
                  <a:gd name="connsiteX21" fmla="*/ 7710 w 1891611"/>
                  <a:gd name="connsiteY21" fmla="*/ 907276 h 3812871"/>
                  <a:gd name="connsiteX22" fmla="*/ 413713 w 1891611"/>
                  <a:gd name="connsiteY22" fmla="*/ 1265120 h 3812871"/>
                  <a:gd name="connsiteX23" fmla="*/ 229442 w 1891611"/>
                  <a:gd name="connsiteY23" fmla="*/ 2205962 h 3812871"/>
                  <a:gd name="connsiteX24" fmla="*/ 180712 w 1891611"/>
                  <a:gd name="connsiteY24" fmla="*/ 2884561 h 3812871"/>
                  <a:gd name="connsiteX25" fmla="*/ 229880 w 1891611"/>
                  <a:gd name="connsiteY25" fmla="*/ 2902706 h 3812871"/>
                  <a:gd name="connsiteX26" fmla="*/ 368926 w 1891611"/>
                  <a:gd name="connsiteY26" fmla="*/ 2936148 h 3812871"/>
                  <a:gd name="connsiteX27" fmla="*/ 388319 w 1891611"/>
                  <a:gd name="connsiteY27" fmla="*/ 2961933 h 3812871"/>
                  <a:gd name="connsiteX28" fmla="*/ 514126 w 1891611"/>
                  <a:gd name="connsiteY28" fmla="*/ 3466386 h 3812871"/>
                  <a:gd name="connsiteX29" fmla="*/ 511763 w 1891611"/>
                  <a:gd name="connsiteY29" fmla="*/ 3606451 h 3812871"/>
                  <a:gd name="connsiteX30" fmla="*/ 605689 w 1891611"/>
                  <a:gd name="connsiteY30" fmla="*/ 3700510 h 3812871"/>
                  <a:gd name="connsiteX31" fmla="*/ 979755 w 1891611"/>
                  <a:gd name="connsiteY31" fmla="*/ 3763176 h 3812871"/>
                  <a:gd name="connsiteX32" fmla="*/ 901164 w 1891611"/>
                  <a:gd name="connsiteY32" fmla="*/ 3629492 h 3812871"/>
                  <a:gd name="connsiteX33" fmla="*/ 704997 w 1891611"/>
                  <a:gd name="connsiteY33" fmla="*/ 3456899 h 3812871"/>
                  <a:gd name="connsiteX34" fmla="*/ 654362 w 1891611"/>
                  <a:gd name="connsiteY34" fmla="*/ 3071546 h 3812871"/>
                  <a:gd name="connsiteX35" fmla="*/ 1015264 w 1891611"/>
                  <a:gd name="connsiteY35" fmla="*/ 3040752 h 3812871"/>
                  <a:gd name="connsiteX36" fmla="*/ 1133498 w 1891611"/>
                  <a:gd name="connsiteY36" fmla="*/ 3053791 h 3812871"/>
                  <a:gd name="connsiteX37" fmla="*/ 1257380 w 1891611"/>
                  <a:gd name="connsiteY37" fmla="*/ 3432086 h 3812871"/>
                  <a:gd name="connsiteX38" fmla="*/ 1285565 w 1891611"/>
                  <a:gd name="connsiteY38" fmla="*/ 3607899 h 3812871"/>
                  <a:gd name="connsiteX39" fmla="*/ 1351564 w 1891611"/>
                  <a:gd name="connsiteY39" fmla="*/ 3631016 h 3812871"/>
                  <a:gd name="connsiteX40" fmla="*/ 1448957 w 1891611"/>
                  <a:gd name="connsiteY40" fmla="*/ 3634312 h 3812871"/>
                  <a:gd name="connsiteX41" fmla="*/ 1585174 w 1891611"/>
                  <a:gd name="connsiteY41" fmla="*/ 3634150 h 3812871"/>
                  <a:gd name="connsiteX42" fmla="*/ 1851121 w 1891611"/>
                  <a:gd name="connsiteY42" fmla="*/ 3655429 h 3812871"/>
                  <a:gd name="connsiteX43" fmla="*/ 1888402 w 1891611"/>
                  <a:gd name="connsiteY43" fmla="*/ 3580934 h 3812871"/>
                  <a:gd name="connsiteX44" fmla="*/ 1123583 w 1891611"/>
                  <a:gd name="connsiteY44" fmla="*/ 1058142 h 3812871"/>
                  <a:gd name="connsiteX45" fmla="*/ 1139566 w 1891611"/>
                  <a:gd name="connsiteY45" fmla="*/ 859774 h 3812871"/>
                  <a:gd name="connsiteX46" fmla="*/ 1177847 w 1891611"/>
                  <a:gd name="connsiteY46" fmla="*/ 968702 h 3812871"/>
                  <a:gd name="connsiteX47" fmla="*/ 1131117 w 1891611"/>
                  <a:gd name="connsiteY47" fmla="*/ 1093708 h 3812871"/>
                  <a:gd name="connsiteX48" fmla="*/ 1123583 w 1891611"/>
                  <a:gd name="connsiteY48" fmla="*/ 1058142 h 3812871"/>
                  <a:gd name="connsiteX49" fmla="*/ 459595 w 1891611"/>
                  <a:gd name="connsiteY49" fmla="*/ 1045969 h 3812871"/>
                  <a:gd name="connsiteX50" fmla="*/ 450346 w 1891611"/>
                  <a:gd name="connsiteY50" fmla="*/ 1097366 h 3812871"/>
                  <a:gd name="connsiteX51" fmla="*/ 206154 w 1891611"/>
                  <a:gd name="connsiteY51" fmla="*/ 872900 h 3812871"/>
                  <a:gd name="connsiteX52" fmla="*/ 391282 w 1891611"/>
                  <a:gd name="connsiteY52" fmla="*/ 668893 h 3812871"/>
                  <a:gd name="connsiteX53" fmla="*/ 459595 w 1891611"/>
                  <a:gd name="connsiteY53" fmla="*/ 1045969 h 3812871"/>
                  <a:gd name="connsiteX54" fmla="*/ 1345029 w 1891611"/>
                  <a:gd name="connsiteY54" fmla="*/ 911924 h 3812871"/>
                  <a:gd name="connsiteX55" fmla="*/ 1357050 w 1891611"/>
                  <a:gd name="connsiteY55" fmla="*/ 936756 h 3812871"/>
                  <a:gd name="connsiteX56" fmla="*/ 1162902 w 1891611"/>
                  <a:gd name="connsiteY56" fmla="*/ 1274417 h 3812871"/>
                  <a:gd name="connsiteX57" fmla="*/ 1135013 w 1891611"/>
                  <a:gd name="connsiteY57" fmla="*/ 1114854 h 3812871"/>
                  <a:gd name="connsiteX58" fmla="*/ 1189439 w 1891611"/>
                  <a:gd name="connsiteY58" fmla="*/ 977446 h 3812871"/>
                  <a:gd name="connsiteX59" fmla="*/ 1193191 w 1891611"/>
                  <a:gd name="connsiteY59" fmla="*/ 950033 h 3812871"/>
                  <a:gd name="connsiteX60" fmla="*/ 1162321 w 1891611"/>
                  <a:gd name="connsiteY60" fmla="*/ 856831 h 3812871"/>
                  <a:gd name="connsiteX61" fmla="*/ 1305501 w 1891611"/>
                  <a:gd name="connsiteY61" fmla="*/ 788137 h 3812871"/>
                  <a:gd name="connsiteX62" fmla="*/ 1345029 w 1891611"/>
                  <a:gd name="connsiteY62" fmla="*/ 911924 h 3812871"/>
                  <a:gd name="connsiteX63" fmla="*/ 1177961 w 1891611"/>
                  <a:gd name="connsiteY63" fmla="*/ 968502 h 3812871"/>
                  <a:gd name="connsiteX64" fmla="*/ 1177980 w 1891611"/>
                  <a:gd name="connsiteY64" fmla="*/ 968226 h 3812871"/>
                  <a:gd name="connsiteX65" fmla="*/ 1178037 w 1891611"/>
                  <a:gd name="connsiteY65" fmla="*/ 968378 h 3812871"/>
                  <a:gd name="connsiteX66" fmla="*/ 1177961 w 1891611"/>
                  <a:gd name="connsiteY66" fmla="*/ 968502 h 3812871"/>
                  <a:gd name="connsiteX67" fmla="*/ 169997 w 1891611"/>
                  <a:gd name="connsiteY67" fmla="*/ 510997 h 3812871"/>
                  <a:gd name="connsiteX68" fmla="*/ 415132 w 1891611"/>
                  <a:gd name="connsiteY68" fmla="*/ 252413 h 3812871"/>
                  <a:gd name="connsiteX69" fmla="*/ 636922 w 1891611"/>
                  <a:gd name="connsiteY69" fmla="*/ 187757 h 3812871"/>
                  <a:gd name="connsiteX70" fmla="*/ 637912 w 1891611"/>
                  <a:gd name="connsiteY70" fmla="*/ 187767 h 3812871"/>
                  <a:gd name="connsiteX71" fmla="*/ 641637 w 1891611"/>
                  <a:gd name="connsiteY71" fmla="*/ 174346 h 3812871"/>
                  <a:gd name="connsiteX72" fmla="*/ 660915 w 1891611"/>
                  <a:gd name="connsiteY72" fmla="*/ 97193 h 3812871"/>
                  <a:gd name="connsiteX73" fmla="*/ 836594 w 1891611"/>
                  <a:gd name="connsiteY73" fmla="*/ 157315 h 3812871"/>
                  <a:gd name="connsiteX74" fmla="*/ 892973 w 1891611"/>
                  <a:gd name="connsiteY74" fmla="*/ 153105 h 3812871"/>
                  <a:gd name="connsiteX75" fmla="*/ 895602 w 1891611"/>
                  <a:gd name="connsiteY75" fmla="*/ 193177 h 3812871"/>
                  <a:gd name="connsiteX76" fmla="*/ 899926 w 1891611"/>
                  <a:gd name="connsiteY76" fmla="*/ 207360 h 3812871"/>
                  <a:gd name="connsiteX77" fmla="*/ 907841 w 1891611"/>
                  <a:gd name="connsiteY77" fmla="*/ 227286 h 3812871"/>
                  <a:gd name="connsiteX78" fmla="*/ 918976 w 1891611"/>
                  <a:gd name="connsiteY78" fmla="*/ 222590 h 3812871"/>
                  <a:gd name="connsiteX79" fmla="*/ 914547 w 1891611"/>
                  <a:gd name="connsiteY79" fmla="*/ 210360 h 3812871"/>
                  <a:gd name="connsiteX80" fmla="*/ 1138966 w 1891611"/>
                  <a:gd name="connsiteY80" fmla="*/ 326946 h 3812871"/>
                  <a:gd name="connsiteX81" fmla="*/ 1174465 w 1891611"/>
                  <a:gd name="connsiteY81" fmla="*/ 384982 h 3812871"/>
                  <a:gd name="connsiteX82" fmla="*/ 1298490 w 1891611"/>
                  <a:gd name="connsiteY82" fmla="*/ 764896 h 3812871"/>
                  <a:gd name="connsiteX83" fmla="*/ 1263810 w 1891611"/>
                  <a:gd name="connsiteY83" fmla="*/ 825551 h 3812871"/>
                  <a:gd name="connsiteX84" fmla="*/ 1160025 w 1891611"/>
                  <a:gd name="connsiteY84" fmla="*/ 849621 h 3812871"/>
                  <a:gd name="connsiteX85" fmla="*/ 1147681 w 1891611"/>
                  <a:gd name="connsiteY85" fmla="*/ 817826 h 3812871"/>
                  <a:gd name="connsiteX86" fmla="*/ 1137137 w 1891611"/>
                  <a:gd name="connsiteY86" fmla="*/ 512017 h 3812871"/>
                  <a:gd name="connsiteX87" fmla="*/ 1127297 w 1891611"/>
                  <a:gd name="connsiteY87" fmla="*/ 517770 h 3812871"/>
                  <a:gd name="connsiteX88" fmla="*/ 1126821 w 1891611"/>
                  <a:gd name="connsiteY88" fmla="*/ 838257 h 3812871"/>
                  <a:gd name="connsiteX89" fmla="*/ 1108162 w 1891611"/>
                  <a:gd name="connsiteY89" fmla="*/ 1014470 h 3812871"/>
                  <a:gd name="connsiteX90" fmla="*/ 481712 w 1891611"/>
                  <a:gd name="connsiteY90" fmla="*/ 995315 h 3812871"/>
                  <a:gd name="connsiteX91" fmla="*/ 400778 w 1891611"/>
                  <a:gd name="connsiteY91" fmla="*/ 657787 h 3812871"/>
                  <a:gd name="connsiteX92" fmla="*/ 456623 w 1891611"/>
                  <a:gd name="connsiteY92" fmla="*/ 579711 h 3812871"/>
                  <a:gd name="connsiteX93" fmla="*/ 468548 w 1891611"/>
                  <a:gd name="connsiteY93" fmla="*/ 517332 h 3812871"/>
                  <a:gd name="connsiteX94" fmla="*/ 411494 w 1891611"/>
                  <a:gd name="connsiteY94" fmla="*/ 604295 h 3812871"/>
                  <a:gd name="connsiteX95" fmla="*/ 239567 w 1891611"/>
                  <a:gd name="connsiteY95" fmla="*/ 797976 h 3812871"/>
                  <a:gd name="connsiteX96" fmla="*/ 151785 w 1891611"/>
                  <a:gd name="connsiteY96" fmla="*/ 744703 h 3812871"/>
                  <a:gd name="connsiteX97" fmla="*/ 88377 w 1891611"/>
                  <a:gd name="connsiteY97" fmla="*/ 673704 h 3812871"/>
                  <a:gd name="connsiteX98" fmla="*/ 169997 w 1891611"/>
                  <a:gd name="connsiteY98" fmla="*/ 510997 h 3812871"/>
                  <a:gd name="connsiteX99" fmla="*/ 368136 w 1891611"/>
                  <a:gd name="connsiteY99" fmla="*/ 1210085 h 3812871"/>
                  <a:gd name="connsiteX100" fmla="*/ 18473 w 1891611"/>
                  <a:gd name="connsiteY100" fmla="*/ 902246 h 3812871"/>
                  <a:gd name="connsiteX101" fmla="*/ 80624 w 1891611"/>
                  <a:gd name="connsiteY101" fmla="*/ 692706 h 3812871"/>
                  <a:gd name="connsiteX102" fmla="*/ 232576 w 1891611"/>
                  <a:gd name="connsiteY102" fmla="*/ 806044 h 3812871"/>
                  <a:gd name="connsiteX103" fmla="*/ 194324 w 1891611"/>
                  <a:gd name="connsiteY103" fmla="*/ 881320 h 3812871"/>
                  <a:gd name="connsiteX104" fmla="*/ 474740 w 1891611"/>
                  <a:gd name="connsiteY104" fmla="*/ 1142029 h 3812871"/>
                  <a:gd name="connsiteX105" fmla="*/ 581896 w 1891611"/>
                  <a:gd name="connsiteY105" fmla="*/ 1193464 h 3812871"/>
                  <a:gd name="connsiteX106" fmla="*/ 687328 w 1891611"/>
                  <a:gd name="connsiteY106" fmla="*/ 1188578 h 3812871"/>
                  <a:gd name="connsiteX107" fmla="*/ 765357 w 1891611"/>
                  <a:gd name="connsiteY107" fmla="*/ 1222439 h 3812871"/>
                  <a:gd name="connsiteX108" fmla="*/ 697329 w 1891611"/>
                  <a:gd name="connsiteY108" fmla="*/ 1233983 h 3812871"/>
                  <a:gd name="connsiteX109" fmla="*/ 688262 w 1891611"/>
                  <a:gd name="connsiteY109" fmla="*/ 1245680 h 3812871"/>
                  <a:gd name="connsiteX110" fmla="*/ 528775 w 1891611"/>
                  <a:gd name="connsiteY110" fmla="*/ 1368962 h 3812871"/>
                  <a:gd name="connsiteX111" fmla="*/ 484017 w 1891611"/>
                  <a:gd name="connsiteY111" fmla="*/ 1294115 h 3812871"/>
                  <a:gd name="connsiteX112" fmla="*/ 455766 w 1891611"/>
                  <a:gd name="connsiteY112" fmla="*/ 1269197 h 3812871"/>
                  <a:gd name="connsiteX113" fmla="*/ 368136 w 1891611"/>
                  <a:gd name="connsiteY113" fmla="*/ 1210085 h 3812871"/>
                  <a:gd name="connsiteX114" fmla="*/ 656924 w 1891611"/>
                  <a:gd name="connsiteY114" fmla="*/ 3402025 h 3812871"/>
                  <a:gd name="connsiteX115" fmla="*/ 763452 w 1891611"/>
                  <a:gd name="connsiteY115" fmla="*/ 3551720 h 3812871"/>
                  <a:gd name="connsiteX116" fmla="*/ 859797 w 1891611"/>
                  <a:gd name="connsiteY116" fmla="*/ 3631721 h 3812871"/>
                  <a:gd name="connsiteX117" fmla="*/ 710731 w 1891611"/>
                  <a:gd name="connsiteY117" fmla="*/ 3699129 h 3812871"/>
                  <a:gd name="connsiteX118" fmla="*/ 709398 w 1891611"/>
                  <a:gd name="connsiteY118" fmla="*/ 3699244 h 3812871"/>
                  <a:gd name="connsiteX119" fmla="*/ 576495 w 1891611"/>
                  <a:gd name="connsiteY119" fmla="*/ 3536690 h 3812871"/>
                  <a:gd name="connsiteX120" fmla="*/ 540815 w 1891611"/>
                  <a:gd name="connsiteY120" fmla="*/ 3467824 h 3812871"/>
                  <a:gd name="connsiteX121" fmla="*/ 428010 w 1891611"/>
                  <a:gd name="connsiteY121" fmla="*/ 3020740 h 3812871"/>
                  <a:gd name="connsiteX122" fmla="*/ 640417 w 1891611"/>
                  <a:gd name="connsiteY122" fmla="*/ 3070470 h 3812871"/>
                  <a:gd name="connsiteX123" fmla="*/ 656924 w 1891611"/>
                  <a:gd name="connsiteY123" fmla="*/ 3402025 h 3812871"/>
                  <a:gd name="connsiteX124" fmla="*/ 1211394 w 1891611"/>
                  <a:gd name="connsiteY124" fmla="*/ 3182189 h 3812871"/>
                  <a:gd name="connsiteX125" fmla="*/ 1154082 w 1891611"/>
                  <a:gd name="connsiteY125" fmla="*/ 3051820 h 3812871"/>
                  <a:gd name="connsiteX126" fmla="*/ 1347296 w 1891611"/>
                  <a:gd name="connsiteY126" fmla="*/ 3003243 h 3812871"/>
                  <a:gd name="connsiteX127" fmla="*/ 1474036 w 1891611"/>
                  <a:gd name="connsiteY127" fmla="*/ 3402245 h 3812871"/>
                  <a:gd name="connsiteX128" fmla="*/ 1689072 w 1891611"/>
                  <a:gd name="connsiteY128" fmla="*/ 3517707 h 3812871"/>
                  <a:gd name="connsiteX129" fmla="*/ 1581840 w 1891611"/>
                  <a:gd name="connsiteY129" fmla="*/ 3566741 h 3812871"/>
                  <a:gd name="connsiteX130" fmla="*/ 1469255 w 1891611"/>
                  <a:gd name="connsiteY130" fmla="*/ 3550930 h 3812871"/>
                  <a:gd name="connsiteX131" fmla="*/ 1369185 w 1891611"/>
                  <a:gd name="connsiteY131" fmla="*/ 3520841 h 3812871"/>
                  <a:gd name="connsiteX132" fmla="*/ 1276326 w 1891611"/>
                  <a:gd name="connsiteY132" fmla="*/ 3435201 h 3812871"/>
                  <a:gd name="connsiteX133" fmla="*/ 1281812 w 1891611"/>
                  <a:gd name="connsiteY133" fmla="*/ 3420780 h 3812871"/>
                  <a:gd name="connsiteX134" fmla="*/ 1281774 w 1891611"/>
                  <a:gd name="connsiteY134" fmla="*/ 3420904 h 3812871"/>
                  <a:gd name="connsiteX135" fmla="*/ 1211394 w 1891611"/>
                  <a:gd name="connsiteY135" fmla="*/ 3182189 h 381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891611" h="3812871">
                    <a:moveTo>
                      <a:pt x="1888402" y="3580934"/>
                    </a:moveTo>
                    <a:cubicBezTo>
                      <a:pt x="1860627" y="3521726"/>
                      <a:pt x="1784132" y="3514887"/>
                      <a:pt x="1727791" y="3499857"/>
                    </a:cubicBezTo>
                    <a:cubicBezTo>
                      <a:pt x="1643343" y="3480474"/>
                      <a:pt x="1573144" y="3427400"/>
                      <a:pt x="1499315" y="3384890"/>
                    </a:cubicBezTo>
                    <a:cubicBezTo>
                      <a:pt x="1408723" y="3275629"/>
                      <a:pt x="1391473" y="3130087"/>
                      <a:pt x="1361308" y="2996327"/>
                    </a:cubicBezTo>
                    <a:cubicBezTo>
                      <a:pt x="1403732" y="2972877"/>
                      <a:pt x="1398636" y="2968162"/>
                      <a:pt x="1393817" y="2923204"/>
                    </a:cubicBezTo>
                    <a:cubicBezTo>
                      <a:pt x="1311587" y="2383022"/>
                      <a:pt x="1251884" y="1839602"/>
                      <a:pt x="1167083" y="1299782"/>
                    </a:cubicBezTo>
                    <a:cubicBezTo>
                      <a:pt x="1261381" y="1204408"/>
                      <a:pt x="1359745" y="1072611"/>
                      <a:pt x="1373833" y="935851"/>
                    </a:cubicBezTo>
                    <a:cubicBezTo>
                      <a:pt x="1390692" y="929640"/>
                      <a:pt x="1353726" y="855955"/>
                      <a:pt x="1351183" y="839029"/>
                    </a:cubicBezTo>
                    <a:cubicBezTo>
                      <a:pt x="1319979" y="741855"/>
                      <a:pt x="1292128" y="643633"/>
                      <a:pt x="1260714" y="546516"/>
                    </a:cubicBezTo>
                    <a:cubicBezTo>
                      <a:pt x="1234196" y="470764"/>
                      <a:pt x="1213375" y="390201"/>
                      <a:pt x="1168150" y="323031"/>
                    </a:cubicBezTo>
                    <a:cubicBezTo>
                      <a:pt x="1106838" y="249727"/>
                      <a:pt x="1005139" y="192491"/>
                      <a:pt x="908765" y="189434"/>
                    </a:cubicBezTo>
                    <a:cubicBezTo>
                      <a:pt x="906136" y="176537"/>
                      <a:pt x="906079" y="163106"/>
                      <a:pt x="908251" y="150124"/>
                    </a:cubicBezTo>
                    <a:cubicBezTo>
                      <a:pt x="909670" y="141704"/>
                      <a:pt x="913566" y="131855"/>
                      <a:pt x="911461" y="123425"/>
                    </a:cubicBezTo>
                    <a:cubicBezTo>
                      <a:pt x="903355" y="111052"/>
                      <a:pt x="895468" y="132007"/>
                      <a:pt x="894887" y="139894"/>
                    </a:cubicBezTo>
                    <a:cubicBezTo>
                      <a:pt x="851368" y="147581"/>
                      <a:pt x="806562" y="140304"/>
                      <a:pt x="763814" y="130940"/>
                    </a:cubicBezTo>
                    <a:cubicBezTo>
                      <a:pt x="726266" y="123301"/>
                      <a:pt x="692138" y="105537"/>
                      <a:pt x="663363" y="80648"/>
                    </a:cubicBezTo>
                    <a:cubicBezTo>
                      <a:pt x="666221" y="55779"/>
                      <a:pt x="669574" y="30557"/>
                      <a:pt x="666268" y="5601"/>
                    </a:cubicBezTo>
                    <a:cubicBezTo>
                      <a:pt x="664811" y="-4238"/>
                      <a:pt x="650019" y="0"/>
                      <a:pt x="651362" y="9706"/>
                    </a:cubicBezTo>
                    <a:cubicBezTo>
                      <a:pt x="653972" y="63818"/>
                      <a:pt x="643237" y="123120"/>
                      <a:pt x="623492" y="173774"/>
                    </a:cubicBezTo>
                    <a:cubicBezTo>
                      <a:pt x="395301" y="204912"/>
                      <a:pt x="287926" y="271691"/>
                      <a:pt x="165491" y="467497"/>
                    </a:cubicBezTo>
                    <a:cubicBezTo>
                      <a:pt x="89253" y="593617"/>
                      <a:pt x="22397" y="731873"/>
                      <a:pt x="719" y="878786"/>
                    </a:cubicBezTo>
                    <a:cubicBezTo>
                      <a:pt x="1195" y="888121"/>
                      <a:pt x="-3920" y="903913"/>
                      <a:pt x="7710" y="907276"/>
                    </a:cubicBezTo>
                    <a:cubicBezTo>
                      <a:pt x="81700" y="1071429"/>
                      <a:pt x="273162" y="1163774"/>
                      <a:pt x="413713" y="1265120"/>
                    </a:cubicBezTo>
                    <a:cubicBezTo>
                      <a:pt x="317577" y="1570406"/>
                      <a:pt x="270238" y="1889208"/>
                      <a:pt x="229442" y="2205962"/>
                    </a:cubicBezTo>
                    <a:cubicBezTo>
                      <a:pt x="207802" y="2430666"/>
                      <a:pt x="169644" y="2659600"/>
                      <a:pt x="180712" y="2884561"/>
                    </a:cubicBezTo>
                    <a:cubicBezTo>
                      <a:pt x="174693" y="2898677"/>
                      <a:pt x="220651" y="2900344"/>
                      <a:pt x="229880" y="2902706"/>
                    </a:cubicBezTo>
                    <a:cubicBezTo>
                      <a:pt x="276648" y="2910688"/>
                      <a:pt x="325035" y="2917556"/>
                      <a:pt x="368926" y="2936148"/>
                    </a:cubicBezTo>
                    <a:cubicBezTo>
                      <a:pt x="379975" y="2942158"/>
                      <a:pt x="384671" y="2950807"/>
                      <a:pt x="388319" y="2961933"/>
                    </a:cubicBezTo>
                    <a:cubicBezTo>
                      <a:pt x="415447" y="3133449"/>
                      <a:pt x="500305" y="3292117"/>
                      <a:pt x="514126" y="3466386"/>
                    </a:cubicBezTo>
                    <a:cubicBezTo>
                      <a:pt x="484036" y="3505781"/>
                      <a:pt x="478835" y="3567208"/>
                      <a:pt x="511763" y="3606451"/>
                    </a:cubicBezTo>
                    <a:cubicBezTo>
                      <a:pt x="541691" y="3639046"/>
                      <a:pt x="574828" y="3668773"/>
                      <a:pt x="605689" y="3700510"/>
                    </a:cubicBezTo>
                    <a:cubicBezTo>
                      <a:pt x="680375" y="3790436"/>
                      <a:pt x="892068" y="3866522"/>
                      <a:pt x="979755" y="3763176"/>
                    </a:cubicBezTo>
                    <a:cubicBezTo>
                      <a:pt x="1024627" y="3709788"/>
                      <a:pt x="937026" y="3659286"/>
                      <a:pt x="901164" y="3629492"/>
                    </a:cubicBezTo>
                    <a:cubicBezTo>
                      <a:pt x="827584" y="3581610"/>
                      <a:pt x="768205" y="3516907"/>
                      <a:pt x="704997" y="3456899"/>
                    </a:cubicBezTo>
                    <a:cubicBezTo>
                      <a:pt x="652791" y="3335360"/>
                      <a:pt x="663544" y="3200343"/>
                      <a:pt x="654362" y="3071546"/>
                    </a:cubicBezTo>
                    <a:cubicBezTo>
                      <a:pt x="774387" y="3076947"/>
                      <a:pt x="899898" y="3077509"/>
                      <a:pt x="1015264" y="3040752"/>
                    </a:cubicBezTo>
                    <a:cubicBezTo>
                      <a:pt x="1051555" y="3058573"/>
                      <a:pt x="1094274" y="3055773"/>
                      <a:pt x="1133498" y="3053791"/>
                    </a:cubicBezTo>
                    <a:cubicBezTo>
                      <a:pt x="1184552" y="3176407"/>
                      <a:pt x="1227824" y="3303185"/>
                      <a:pt x="1257380" y="3432086"/>
                    </a:cubicBezTo>
                    <a:cubicBezTo>
                      <a:pt x="1251475" y="3490884"/>
                      <a:pt x="1219337" y="3571923"/>
                      <a:pt x="1285565" y="3607899"/>
                    </a:cubicBezTo>
                    <a:cubicBezTo>
                      <a:pt x="1305472" y="3618662"/>
                      <a:pt x="1327999" y="3635112"/>
                      <a:pt x="1351564" y="3631016"/>
                    </a:cubicBezTo>
                    <a:cubicBezTo>
                      <a:pt x="1382205" y="3641113"/>
                      <a:pt x="1417334" y="3635779"/>
                      <a:pt x="1448957" y="3634312"/>
                    </a:cubicBezTo>
                    <a:cubicBezTo>
                      <a:pt x="1494401" y="3632207"/>
                      <a:pt x="1539730" y="3631597"/>
                      <a:pt x="1585174" y="3634150"/>
                    </a:cubicBezTo>
                    <a:cubicBezTo>
                      <a:pt x="1674442" y="3633483"/>
                      <a:pt x="1762377" y="3671745"/>
                      <a:pt x="1851121" y="3655429"/>
                    </a:cubicBezTo>
                    <a:cubicBezTo>
                      <a:pt x="1882554" y="3648599"/>
                      <a:pt x="1898994" y="3609994"/>
                      <a:pt x="1888402" y="3580934"/>
                    </a:cubicBezTo>
                    <a:close/>
                    <a:moveTo>
                      <a:pt x="1123583" y="1058142"/>
                    </a:moveTo>
                    <a:cubicBezTo>
                      <a:pt x="1124669" y="991800"/>
                      <a:pt x="1128098" y="925240"/>
                      <a:pt x="1139566" y="859774"/>
                    </a:cubicBezTo>
                    <a:cubicBezTo>
                      <a:pt x="1150177" y="896808"/>
                      <a:pt x="1165026" y="932517"/>
                      <a:pt x="1177847" y="968702"/>
                    </a:cubicBezTo>
                    <a:cubicBezTo>
                      <a:pt x="1159273" y="1009279"/>
                      <a:pt x="1152443" y="1054256"/>
                      <a:pt x="1131117" y="1093708"/>
                    </a:cubicBezTo>
                    <a:cubicBezTo>
                      <a:pt x="1128374" y="1082031"/>
                      <a:pt x="1127640" y="1069372"/>
                      <a:pt x="1123583" y="1058142"/>
                    </a:cubicBezTo>
                    <a:close/>
                    <a:moveTo>
                      <a:pt x="459595" y="1045969"/>
                    </a:moveTo>
                    <a:cubicBezTo>
                      <a:pt x="457233" y="1063248"/>
                      <a:pt x="454147" y="1080316"/>
                      <a:pt x="450346" y="1097366"/>
                    </a:cubicBezTo>
                    <a:cubicBezTo>
                      <a:pt x="362268" y="1030243"/>
                      <a:pt x="282211" y="953215"/>
                      <a:pt x="206154" y="872900"/>
                    </a:cubicBezTo>
                    <a:cubicBezTo>
                      <a:pt x="257065" y="795919"/>
                      <a:pt x="331788" y="738664"/>
                      <a:pt x="391282" y="668893"/>
                    </a:cubicBezTo>
                    <a:cubicBezTo>
                      <a:pt x="436983" y="788604"/>
                      <a:pt x="478531" y="916305"/>
                      <a:pt x="459595" y="1045969"/>
                    </a:cubicBezTo>
                    <a:close/>
                    <a:moveTo>
                      <a:pt x="1345029" y="911924"/>
                    </a:moveTo>
                    <a:cubicBezTo>
                      <a:pt x="1348801" y="920077"/>
                      <a:pt x="1349887" y="930888"/>
                      <a:pt x="1357050" y="936756"/>
                    </a:cubicBezTo>
                    <a:cubicBezTo>
                      <a:pt x="1330370" y="1066534"/>
                      <a:pt x="1254609" y="1180881"/>
                      <a:pt x="1162902" y="1274417"/>
                    </a:cubicBezTo>
                    <a:cubicBezTo>
                      <a:pt x="1154110" y="1221134"/>
                      <a:pt x="1144823" y="1167937"/>
                      <a:pt x="1135013" y="1114854"/>
                    </a:cubicBezTo>
                    <a:cubicBezTo>
                      <a:pt x="1161597" y="1072877"/>
                      <a:pt x="1170741" y="1023033"/>
                      <a:pt x="1189439" y="977446"/>
                    </a:cubicBezTo>
                    <a:cubicBezTo>
                      <a:pt x="1203469" y="975265"/>
                      <a:pt x="1196839" y="958425"/>
                      <a:pt x="1193191" y="950033"/>
                    </a:cubicBezTo>
                    <a:cubicBezTo>
                      <a:pt x="1182847" y="918982"/>
                      <a:pt x="1172151" y="888054"/>
                      <a:pt x="1162321" y="856831"/>
                    </a:cubicBezTo>
                    <a:cubicBezTo>
                      <a:pt x="1219328" y="866356"/>
                      <a:pt x="1289299" y="851983"/>
                      <a:pt x="1305501" y="788137"/>
                    </a:cubicBezTo>
                    <a:cubicBezTo>
                      <a:pt x="1318083" y="829580"/>
                      <a:pt x="1330980" y="870957"/>
                      <a:pt x="1345029" y="911924"/>
                    </a:cubicBezTo>
                    <a:close/>
                    <a:moveTo>
                      <a:pt x="1177961" y="968502"/>
                    </a:moveTo>
                    <a:cubicBezTo>
                      <a:pt x="1177961" y="968417"/>
                      <a:pt x="1177970" y="968312"/>
                      <a:pt x="1177980" y="968226"/>
                    </a:cubicBezTo>
                    <a:cubicBezTo>
                      <a:pt x="1177999" y="968274"/>
                      <a:pt x="1178018" y="968331"/>
                      <a:pt x="1178037" y="968378"/>
                    </a:cubicBezTo>
                    <a:cubicBezTo>
                      <a:pt x="1178018" y="968417"/>
                      <a:pt x="1177990" y="968455"/>
                      <a:pt x="1177961" y="968502"/>
                    </a:cubicBezTo>
                    <a:close/>
                    <a:moveTo>
                      <a:pt x="169997" y="510997"/>
                    </a:moveTo>
                    <a:cubicBezTo>
                      <a:pt x="231547" y="409623"/>
                      <a:pt x="306290" y="306115"/>
                      <a:pt x="415132" y="252413"/>
                    </a:cubicBezTo>
                    <a:cubicBezTo>
                      <a:pt x="486713" y="224238"/>
                      <a:pt x="562132" y="205293"/>
                      <a:pt x="636922" y="187757"/>
                    </a:cubicBezTo>
                    <a:cubicBezTo>
                      <a:pt x="637103" y="187700"/>
                      <a:pt x="637741" y="187729"/>
                      <a:pt x="637912" y="187767"/>
                    </a:cubicBezTo>
                    <a:cubicBezTo>
                      <a:pt x="645780" y="189681"/>
                      <a:pt x="649714" y="177003"/>
                      <a:pt x="641637" y="174346"/>
                    </a:cubicBezTo>
                    <a:cubicBezTo>
                      <a:pt x="651943" y="149809"/>
                      <a:pt x="656267" y="123292"/>
                      <a:pt x="660915" y="97193"/>
                    </a:cubicBezTo>
                    <a:cubicBezTo>
                      <a:pt x="708197" y="140770"/>
                      <a:pt x="774691" y="152276"/>
                      <a:pt x="836594" y="157315"/>
                    </a:cubicBezTo>
                    <a:cubicBezTo>
                      <a:pt x="853949" y="158411"/>
                      <a:pt x="876199" y="160897"/>
                      <a:pt x="892973" y="153105"/>
                    </a:cubicBezTo>
                    <a:cubicBezTo>
                      <a:pt x="891182" y="166469"/>
                      <a:pt x="892154" y="180194"/>
                      <a:pt x="895602" y="193177"/>
                    </a:cubicBezTo>
                    <a:cubicBezTo>
                      <a:pt x="891782" y="197568"/>
                      <a:pt x="893344" y="206226"/>
                      <a:pt x="899926" y="207360"/>
                    </a:cubicBezTo>
                    <a:cubicBezTo>
                      <a:pt x="902288" y="214084"/>
                      <a:pt x="905013" y="220704"/>
                      <a:pt x="907841" y="227286"/>
                    </a:cubicBezTo>
                    <a:cubicBezTo>
                      <a:pt x="910537" y="233563"/>
                      <a:pt x="921424" y="229057"/>
                      <a:pt x="918976" y="222590"/>
                    </a:cubicBezTo>
                    <a:cubicBezTo>
                      <a:pt x="917443" y="218542"/>
                      <a:pt x="915947" y="214465"/>
                      <a:pt x="914547" y="210360"/>
                    </a:cubicBezTo>
                    <a:cubicBezTo>
                      <a:pt x="998224" y="225467"/>
                      <a:pt x="1080663" y="263957"/>
                      <a:pt x="1138966" y="326946"/>
                    </a:cubicBezTo>
                    <a:cubicBezTo>
                      <a:pt x="1154253" y="344196"/>
                      <a:pt x="1164969" y="364132"/>
                      <a:pt x="1174465" y="384982"/>
                    </a:cubicBezTo>
                    <a:cubicBezTo>
                      <a:pt x="1226253" y="506378"/>
                      <a:pt x="1258847" y="638661"/>
                      <a:pt x="1298490" y="764896"/>
                    </a:cubicBezTo>
                    <a:cubicBezTo>
                      <a:pt x="1287765" y="785308"/>
                      <a:pt x="1283469" y="811026"/>
                      <a:pt x="1263810" y="825551"/>
                    </a:cubicBezTo>
                    <a:cubicBezTo>
                      <a:pt x="1233892" y="847097"/>
                      <a:pt x="1194487" y="846592"/>
                      <a:pt x="1160025" y="849621"/>
                    </a:cubicBezTo>
                    <a:cubicBezTo>
                      <a:pt x="1155825" y="839372"/>
                      <a:pt x="1154901" y="826466"/>
                      <a:pt x="1147681" y="817826"/>
                    </a:cubicBezTo>
                    <a:cubicBezTo>
                      <a:pt x="1170455" y="717585"/>
                      <a:pt x="1194506" y="605038"/>
                      <a:pt x="1137137" y="512017"/>
                    </a:cubicBezTo>
                    <a:cubicBezTo>
                      <a:pt x="1133327" y="505768"/>
                      <a:pt x="1123573" y="511417"/>
                      <a:pt x="1127297" y="517770"/>
                    </a:cubicBezTo>
                    <a:cubicBezTo>
                      <a:pt x="1183324" y="616668"/>
                      <a:pt x="1146919" y="734340"/>
                      <a:pt x="1126821" y="838257"/>
                    </a:cubicBezTo>
                    <a:cubicBezTo>
                      <a:pt x="1115706" y="896341"/>
                      <a:pt x="1110095" y="955396"/>
                      <a:pt x="1108162" y="1014470"/>
                    </a:cubicBezTo>
                    <a:cubicBezTo>
                      <a:pt x="903974" y="1069705"/>
                      <a:pt x="685680" y="1036768"/>
                      <a:pt x="481712" y="995315"/>
                    </a:cubicBezTo>
                    <a:cubicBezTo>
                      <a:pt x="484007" y="877796"/>
                      <a:pt x="446489" y="764591"/>
                      <a:pt x="400778" y="657787"/>
                    </a:cubicBezTo>
                    <a:cubicBezTo>
                      <a:pt x="421438" y="633365"/>
                      <a:pt x="440526" y="607410"/>
                      <a:pt x="456623" y="579711"/>
                    </a:cubicBezTo>
                    <a:cubicBezTo>
                      <a:pt x="462443" y="571872"/>
                      <a:pt x="496761" y="505397"/>
                      <a:pt x="468548" y="517332"/>
                    </a:cubicBezTo>
                    <a:cubicBezTo>
                      <a:pt x="446355" y="544040"/>
                      <a:pt x="431963" y="576263"/>
                      <a:pt x="411494" y="604295"/>
                    </a:cubicBezTo>
                    <a:cubicBezTo>
                      <a:pt x="363316" y="676561"/>
                      <a:pt x="297270" y="733816"/>
                      <a:pt x="239567" y="797976"/>
                    </a:cubicBezTo>
                    <a:cubicBezTo>
                      <a:pt x="207459" y="785737"/>
                      <a:pt x="178579" y="766220"/>
                      <a:pt x="151785" y="744703"/>
                    </a:cubicBezTo>
                    <a:cubicBezTo>
                      <a:pt x="130525" y="724900"/>
                      <a:pt x="95492" y="702755"/>
                      <a:pt x="88377" y="673704"/>
                    </a:cubicBezTo>
                    <a:cubicBezTo>
                      <a:pt x="111751" y="617658"/>
                      <a:pt x="139088" y="563204"/>
                      <a:pt x="169997" y="510997"/>
                    </a:cubicBezTo>
                    <a:close/>
                    <a:moveTo>
                      <a:pt x="368136" y="1210085"/>
                    </a:moveTo>
                    <a:cubicBezTo>
                      <a:pt x="238910" y="1123484"/>
                      <a:pt x="101331" y="1038130"/>
                      <a:pt x="18473" y="902246"/>
                    </a:cubicBezTo>
                    <a:cubicBezTo>
                      <a:pt x="33742" y="830923"/>
                      <a:pt x="52973" y="760343"/>
                      <a:pt x="80624" y="692706"/>
                    </a:cubicBezTo>
                    <a:cubicBezTo>
                      <a:pt x="97864" y="724910"/>
                      <a:pt x="195610" y="811768"/>
                      <a:pt x="232576" y="806044"/>
                    </a:cubicBezTo>
                    <a:cubicBezTo>
                      <a:pt x="225585" y="816845"/>
                      <a:pt x="167777" y="876262"/>
                      <a:pt x="194324" y="881320"/>
                    </a:cubicBezTo>
                    <a:cubicBezTo>
                      <a:pt x="275753" y="980161"/>
                      <a:pt x="370146" y="1068105"/>
                      <a:pt x="474740" y="1142029"/>
                    </a:cubicBezTo>
                    <a:cubicBezTo>
                      <a:pt x="488818" y="1149630"/>
                      <a:pt x="578667" y="1223591"/>
                      <a:pt x="581896" y="1193464"/>
                    </a:cubicBezTo>
                    <a:cubicBezTo>
                      <a:pt x="626940" y="1190454"/>
                      <a:pt x="639017" y="1162812"/>
                      <a:pt x="687328" y="1188578"/>
                    </a:cubicBezTo>
                    <a:cubicBezTo>
                      <a:pt x="710579" y="1199998"/>
                      <a:pt x="757632" y="1191873"/>
                      <a:pt x="765357" y="1222439"/>
                    </a:cubicBezTo>
                    <a:cubicBezTo>
                      <a:pt x="752555" y="1240955"/>
                      <a:pt x="717208" y="1233993"/>
                      <a:pt x="697329" y="1233983"/>
                    </a:cubicBezTo>
                    <a:cubicBezTo>
                      <a:pt x="686623" y="1231326"/>
                      <a:pt x="672498" y="1238889"/>
                      <a:pt x="688262" y="1245680"/>
                    </a:cubicBezTo>
                    <a:cubicBezTo>
                      <a:pt x="682470" y="1323442"/>
                      <a:pt x="597250" y="1361523"/>
                      <a:pt x="528775" y="1368962"/>
                    </a:cubicBezTo>
                    <a:cubicBezTo>
                      <a:pt x="536614" y="1353398"/>
                      <a:pt x="494676" y="1307326"/>
                      <a:pt x="484017" y="1294115"/>
                    </a:cubicBezTo>
                    <a:cubicBezTo>
                      <a:pt x="480331" y="1281865"/>
                      <a:pt x="465300" y="1276588"/>
                      <a:pt x="455766" y="1269197"/>
                    </a:cubicBezTo>
                    <a:cubicBezTo>
                      <a:pt x="426553" y="1249499"/>
                      <a:pt x="397349" y="1229792"/>
                      <a:pt x="368136" y="1210085"/>
                    </a:cubicBezTo>
                    <a:close/>
                    <a:moveTo>
                      <a:pt x="656924" y="3402025"/>
                    </a:moveTo>
                    <a:cubicBezTo>
                      <a:pt x="669212" y="3473416"/>
                      <a:pt x="714798" y="3504458"/>
                      <a:pt x="763452" y="3551720"/>
                    </a:cubicBezTo>
                    <a:cubicBezTo>
                      <a:pt x="793761" y="3580486"/>
                      <a:pt x="825450" y="3607861"/>
                      <a:pt x="859797" y="3631721"/>
                    </a:cubicBezTo>
                    <a:cubicBezTo>
                      <a:pt x="806057" y="3642818"/>
                      <a:pt x="753422" y="3664249"/>
                      <a:pt x="710731" y="3699129"/>
                    </a:cubicBezTo>
                    <a:cubicBezTo>
                      <a:pt x="710236" y="3699110"/>
                      <a:pt x="709493" y="3699158"/>
                      <a:pt x="709398" y="3699244"/>
                    </a:cubicBezTo>
                    <a:cubicBezTo>
                      <a:pt x="641589" y="3675041"/>
                      <a:pt x="594888" y="3604089"/>
                      <a:pt x="576495" y="3536690"/>
                    </a:cubicBezTo>
                    <a:cubicBezTo>
                      <a:pt x="570142" y="3511496"/>
                      <a:pt x="561503" y="3484998"/>
                      <a:pt x="540815" y="3467824"/>
                    </a:cubicBezTo>
                    <a:cubicBezTo>
                      <a:pt x="532290" y="3313367"/>
                      <a:pt x="465767" y="3169435"/>
                      <a:pt x="428010" y="3020740"/>
                    </a:cubicBezTo>
                    <a:cubicBezTo>
                      <a:pt x="491570" y="3058040"/>
                      <a:pt x="568751" y="3061964"/>
                      <a:pt x="640417" y="3070470"/>
                    </a:cubicBezTo>
                    <a:cubicBezTo>
                      <a:pt x="626921" y="3180112"/>
                      <a:pt x="633026" y="3294060"/>
                      <a:pt x="656924" y="3402025"/>
                    </a:cubicBezTo>
                    <a:close/>
                    <a:moveTo>
                      <a:pt x="1211394" y="3182189"/>
                    </a:moveTo>
                    <a:cubicBezTo>
                      <a:pt x="1193401" y="3138240"/>
                      <a:pt x="1174218" y="3094816"/>
                      <a:pt x="1154082" y="3051820"/>
                    </a:cubicBezTo>
                    <a:cubicBezTo>
                      <a:pt x="1220023" y="3043819"/>
                      <a:pt x="1286251" y="3030008"/>
                      <a:pt x="1347296" y="3003243"/>
                    </a:cubicBezTo>
                    <a:cubicBezTo>
                      <a:pt x="1356107" y="3143841"/>
                      <a:pt x="1394350" y="3284840"/>
                      <a:pt x="1474036" y="3402245"/>
                    </a:cubicBezTo>
                    <a:cubicBezTo>
                      <a:pt x="1542921" y="3442640"/>
                      <a:pt x="1612149" y="3491046"/>
                      <a:pt x="1689072" y="3517707"/>
                    </a:cubicBezTo>
                    <a:cubicBezTo>
                      <a:pt x="1715104" y="3555350"/>
                      <a:pt x="1604529" y="3571618"/>
                      <a:pt x="1581840" y="3566741"/>
                    </a:cubicBezTo>
                    <a:cubicBezTo>
                      <a:pt x="1544064" y="3564675"/>
                      <a:pt x="1506631" y="3556436"/>
                      <a:pt x="1469255" y="3550930"/>
                    </a:cubicBezTo>
                    <a:cubicBezTo>
                      <a:pt x="1434793" y="3545853"/>
                      <a:pt x="1399093" y="3539833"/>
                      <a:pt x="1369185" y="3520841"/>
                    </a:cubicBezTo>
                    <a:cubicBezTo>
                      <a:pt x="1333780" y="3497628"/>
                      <a:pt x="1307025" y="3463891"/>
                      <a:pt x="1276326" y="3435201"/>
                    </a:cubicBezTo>
                    <a:cubicBezTo>
                      <a:pt x="1280345" y="3432772"/>
                      <a:pt x="1281783" y="3424990"/>
                      <a:pt x="1281812" y="3420780"/>
                    </a:cubicBezTo>
                    <a:cubicBezTo>
                      <a:pt x="1281802" y="3420819"/>
                      <a:pt x="1281793" y="3420866"/>
                      <a:pt x="1281774" y="3420904"/>
                    </a:cubicBezTo>
                    <a:cubicBezTo>
                      <a:pt x="1272830" y="3338370"/>
                      <a:pt x="1241350" y="3259208"/>
                      <a:pt x="1211394" y="3182189"/>
                    </a:cubicBezTo>
                    <a:close/>
                  </a:path>
                </a:pathLst>
              </a:custGeom>
              <a:solidFill>
                <a:srgbClr val="000000"/>
              </a:solidFill>
              <a:ln w="9525" cap="flat">
                <a:noFill/>
                <a:prstDash val="solid"/>
                <a:miter/>
              </a:ln>
            </p:spPr>
            <p:txBody>
              <a:bodyPr rtlCol="0" anchor="ctr"/>
              <a:lstStyle/>
              <a:p>
                <a:endParaRPr lang="en-US"/>
              </a:p>
            </p:txBody>
          </p:sp>
        </p:grpSp>
        <p:grpSp>
          <p:nvGrpSpPr>
            <p:cNvPr id="8" name="Графіка 4" descr="Woman in black skirt">
              <a:extLst>
                <a:ext uri="{FF2B5EF4-FFF2-40B4-BE49-F238E27FC236}">
                  <a16:creationId xmlns:a16="http://schemas.microsoft.com/office/drawing/2014/main" id="{C268FD74-5BE4-7D46-1AED-8242F5E37415}"/>
                </a:ext>
              </a:extLst>
            </p:cNvPr>
            <p:cNvGrpSpPr/>
            <p:nvPr/>
          </p:nvGrpSpPr>
          <p:grpSpPr>
            <a:xfrm>
              <a:off x="5893809" y="2071473"/>
              <a:ext cx="808460" cy="704187"/>
              <a:chOff x="5893809" y="2071473"/>
              <a:chExt cx="808460" cy="704187"/>
            </a:xfrm>
          </p:grpSpPr>
          <p:sp>
            <p:nvSpPr>
              <p:cNvPr id="9" name="Полілінія: фігура 8">
                <a:extLst>
                  <a:ext uri="{FF2B5EF4-FFF2-40B4-BE49-F238E27FC236}">
                    <a16:creationId xmlns:a16="http://schemas.microsoft.com/office/drawing/2014/main" id="{29C64AC2-23EE-50B4-2AB1-2D17E7761EEE}"/>
                  </a:ext>
                </a:extLst>
              </p:cNvPr>
              <p:cNvSpPr/>
              <p:nvPr/>
            </p:nvSpPr>
            <p:spPr>
              <a:xfrm>
                <a:off x="6093907" y="2210117"/>
                <a:ext cx="545574" cy="503833"/>
              </a:xfrm>
              <a:custGeom>
                <a:avLst/>
                <a:gdLst>
                  <a:gd name="connsiteX0" fmla="*/ 378166 w 545574"/>
                  <a:gd name="connsiteY0" fmla="*/ 2328 h 503833"/>
                  <a:gd name="connsiteX1" fmla="*/ 3738 w 545574"/>
                  <a:gd name="connsiteY1" fmla="*/ 263028 h 503833"/>
                  <a:gd name="connsiteX2" fmla="*/ 9740 w 545574"/>
                  <a:gd name="connsiteY2" fmla="*/ 280839 h 503833"/>
                  <a:gd name="connsiteX3" fmla="*/ 21170 w 545574"/>
                  <a:gd name="connsiteY3" fmla="*/ 307700 h 503833"/>
                  <a:gd name="connsiteX4" fmla="*/ 108799 w 545574"/>
                  <a:gd name="connsiteY4" fmla="*/ 439335 h 503833"/>
                  <a:gd name="connsiteX5" fmla="*/ 152043 w 545574"/>
                  <a:gd name="connsiteY5" fmla="*/ 441430 h 503833"/>
                  <a:gd name="connsiteX6" fmla="*/ 261104 w 545574"/>
                  <a:gd name="connsiteY6" fmla="*/ 491152 h 503833"/>
                  <a:gd name="connsiteX7" fmla="*/ 322160 w 545574"/>
                  <a:gd name="connsiteY7" fmla="*/ 502104 h 503833"/>
                  <a:gd name="connsiteX8" fmla="*/ 451032 w 545574"/>
                  <a:gd name="connsiteY8" fmla="*/ 500105 h 503833"/>
                  <a:gd name="connsiteX9" fmla="*/ 508182 w 545574"/>
                  <a:gd name="connsiteY9" fmla="*/ 451909 h 503833"/>
                  <a:gd name="connsiteX10" fmla="*/ 538282 w 545574"/>
                  <a:gd name="connsiteY10" fmla="*/ 199972 h 503833"/>
                  <a:gd name="connsiteX11" fmla="*/ 544377 w 545574"/>
                  <a:gd name="connsiteY11" fmla="*/ 88053 h 503833"/>
                  <a:gd name="connsiteX12" fmla="*/ 378166 w 545574"/>
                  <a:gd name="connsiteY12" fmla="*/ 2328 h 503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5574" h="503833">
                    <a:moveTo>
                      <a:pt x="378166" y="2328"/>
                    </a:moveTo>
                    <a:cubicBezTo>
                      <a:pt x="213765" y="-3672"/>
                      <a:pt x="56602" y="106817"/>
                      <a:pt x="3738" y="263028"/>
                    </a:cubicBezTo>
                    <a:cubicBezTo>
                      <a:pt x="1547" y="269980"/>
                      <a:pt x="4501" y="276744"/>
                      <a:pt x="9740" y="280839"/>
                    </a:cubicBezTo>
                    <a:cubicBezTo>
                      <a:pt x="17740" y="287221"/>
                      <a:pt x="21646" y="297412"/>
                      <a:pt x="21170" y="307700"/>
                    </a:cubicBezTo>
                    <a:cubicBezTo>
                      <a:pt x="18598" y="365707"/>
                      <a:pt x="46887" y="431525"/>
                      <a:pt x="108799" y="439335"/>
                    </a:cubicBezTo>
                    <a:cubicBezTo>
                      <a:pt x="123182" y="441145"/>
                      <a:pt x="137660" y="440097"/>
                      <a:pt x="152043" y="441430"/>
                    </a:cubicBezTo>
                    <a:cubicBezTo>
                      <a:pt x="164903" y="442573"/>
                      <a:pt x="234910" y="481912"/>
                      <a:pt x="261104" y="491152"/>
                    </a:cubicBezTo>
                    <a:cubicBezTo>
                      <a:pt x="276249" y="496390"/>
                      <a:pt x="297776" y="500009"/>
                      <a:pt x="322160" y="502104"/>
                    </a:cubicBezTo>
                    <a:cubicBezTo>
                      <a:pt x="377025" y="506772"/>
                      <a:pt x="407123" y="508296"/>
                      <a:pt x="451032" y="500105"/>
                    </a:cubicBezTo>
                    <a:cubicBezTo>
                      <a:pt x="463796" y="497819"/>
                      <a:pt x="493515" y="477912"/>
                      <a:pt x="508182" y="451909"/>
                    </a:cubicBezTo>
                    <a:cubicBezTo>
                      <a:pt x="558379" y="362944"/>
                      <a:pt x="535806" y="224261"/>
                      <a:pt x="538282" y="199972"/>
                    </a:cubicBezTo>
                    <a:cubicBezTo>
                      <a:pt x="541331" y="168729"/>
                      <a:pt x="555523" y="117772"/>
                      <a:pt x="544377" y="88053"/>
                    </a:cubicBezTo>
                    <a:cubicBezTo>
                      <a:pt x="514851" y="12234"/>
                      <a:pt x="451508" y="3946"/>
                      <a:pt x="378166" y="2328"/>
                    </a:cubicBezTo>
                    <a:close/>
                  </a:path>
                </a:pathLst>
              </a:custGeom>
              <a:solidFill>
                <a:srgbClr val="FFFFFF"/>
              </a:solidFill>
              <a:ln w="9525" cap="flat">
                <a:noFill/>
                <a:prstDash val="solid"/>
                <a:miter/>
              </a:ln>
            </p:spPr>
            <p:txBody>
              <a:bodyPr rtlCol="0" anchor="ctr"/>
              <a:lstStyle/>
              <a:p>
                <a:endParaRPr lang="en-US"/>
              </a:p>
            </p:txBody>
          </p:sp>
          <p:sp>
            <p:nvSpPr>
              <p:cNvPr id="10" name="Полілінія: фігура 9">
                <a:extLst>
                  <a:ext uri="{FF2B5EF4-FFF2-40B4-BE49-F238E27FC236}">
                    <a16:creationId xmlns:a16="http://schemas.microsoft.com/office/drawing/2014/main" id="{ACDC3704-2281-2B28-2555-B94385D22EC5}"/>
                  </a:ext>
                </a:extLst>
              </p:cNvPr>
              <p:cNvSpPr/>
              <p:nvPr/>
            </p:nvSpPr>
            <p:spPr>
              <a:xfrm>
                <a:off x="5893809" y="2071473"/>
                <a:ext cx="808460" cy="704187"/>
              </a:xfrm>
              <a:custGeom>
                <a:avLst/>
                <a:gdLst>
                  <a:gd name="connsiteX0" fmla="*/ 691327 w 808460"/>
                  <a:gd name="connsiteY0" fmla="*/ 706281 h 704187"/>
                  <a:gd name="connsiteX1" fmla="*/ 636367 w 808460"/>
                  <a:gd name="connsiteY1" fmla="*/ 691993 h 704187"/>
                  <a:gd name="connsiteX2" fmla="*/ 607220 w 808460"/>
                  <a:gd name="connsiteY2" fmla="*/ 653227 h 704187"/>
                  <a:gd name="connsiteX3" fmla="*/ 503492 w 808460"/>
                  <a:gd name="connsiteY3" fmla="*/ 641226 h 704187"/>
                  <a:gd name="connsiteX4" fmla="*/ 471489 w 808460"/>
                  <a:gd name="connsiteY4" fmla="*/ 616747 h 704187"/>
                  <a:gd name="connsiteX5" fmla="*/ 472440 w 808460"/>
                  <a:gd name="connsiteY5" fmla="*/ 615413 h 704187"/>
                  <a:gd name="connsiteX6" fmla="*/ 575787 w 808460"/>
                  <a:gd name="connsiteY6" fmla="*/ 629224 h 704187"/>
                  <a:gd name="connsiteX7" fmla="*/ 667609 w 808460"/>
                  <a:gd name="connsiteY7" fmla="*/ 600744 h 704187"/>
                  <a:gd name="connsiteX8" fmla="*/ 711709 w 808460"/>
                  <a:gd name="connsiteY8" fmla="*/ 420626 h 704187"/>
                  <a:gd name="connsiteX9" fmla="*/ 725806 w 808460"/>
                  <a:gd name="connsiteY9" fmla="*/ 255558 h 704187"/>
                  <a:gd name="connsiteX10" fmla="*/ 708091 w 808460"/>
                  <a:gd name="connsiteY10" fmla="*/ 234985 h 704187"/>
                  <a:gd name="connsiteX11" fmla="*/ 701612 w 808460"/>
                  <a:gd name="connsiteY11" fmla="*/ 225744 h 704187"/>
                  <a:gd name="connsiteX12" fmla="*/ 695422 w 808460"/>
                  <a:gd name="connsiteY12" fmla="*/ 218886 h 704187"/>
                  <a:gd name="connsiteX13" fmla="*/ 666751 w 808460"/>
                  <a:gd name="connsiteY13" fmla="*/ 246224 h 704187"/>
                  <a:gd name="connsiteX14" fmla="*/ 659798 w 808460"/>
                  <a:gd name="connsiteY14" fmla="*/ 241080 h 704187"/>
                  <a:gd name="connsiteX15" fmla="*/ 644462 w 808460"/>
                  <a:gd name="connsiteY15" fmla="*/ 209075 h 704187"/>
                  <a:gd name="connsiteX16" fmla="*/ 593505 w 808460"/>
                  <a:gd name="connsiteY16" fmla="*/ 250224 h 704187"/>
                  <a:gd name="connsiteX17" fmla="*/ 586170 w 808460"/>
                  <a:gd name="connsiteY17" fmla="*/ 247843 h 704187"/>
                  <a:gd name="connsiteX18" fmla="*/ 584740 w 808460"/>
                  <a:gd name="connsiteY18" fmla="*/ 241462 h 704187"/>
                  <a:gd name="connsiteX19" fmla="*/ 587026 w 808460"/>
                  <a:gd name="connsiteY19" fmla="*/ 194978 h 704187"/>
                  <a:gd name="connsiteX20" fmla="*/ 562167 w 808460"/>
                  <a:gd name="connsiteY20" fmla="*/ 211173 h 704187"/>
                  <a:gd name="connsiteX21" fmla="*/ 490920 w 808460"/>
                  <a:gd name="connsiteY21" fmla="*/ 246129 h 704187"/>
                  <a:gd name="connsiteX22" fmla="*/ 495206 w 808460"/>
                  <a:gd name="connsiteY22" fmla="*/ 222316 h 704187"/>
                  <a:gd name="connsiteX23" fmla="*/ 495206 w 808460"/>
                  <a:gd name="connsiteY23" fmla="*/ 222126 h 704187"/>
                  <a:gd name="connsiteX24" fmla="*/ 309659 w 808460"/>
                  <a:gd name="connsiteY24" fmla="*/ 361761 h 704187"/>
                  <a:gd name="connsiteX25" fmla="*/ 316898 w 808460"/>
                  <a:gd name="connsiteY25" fmla="*/ 391194 h 704187"/>
                  <a:gd name="connsiteX26" fmla="*/ 309755 w 808460"/>
                  <a:gd name="connsiteY26" fmla="*/ 386432 h 704187"/>
                  <a:gd name="connsiteX27" fmla="*/ 276703 w 808460"/>
                  <a:gd name="connsiteY27" fmla="*/ 360429 h 704187"/>
                  <a:gd name="connsiteX28" fmla="*/ 250509 w 808460"/>
                  <a:gd name="connsiteY28" fmla="*/ 414530 h 704187"/>
                  <a:gd name="connsiteX29" fmla="*/ 262320 w 808460"/>
                  <a:gd name="connsiteY29" fmla="*/ 440344 h 704187"/>
                  <a:gd name="connsiteX30" fmla="*/ 274417 w 808460"/>
                  <a:gd name="connsiteY30" fmla="*/ 479967 h 704187"/>
                  <a:gd name="connsiteX31" fmla="*/ 303467 w 808460"/>
                  <a:gd name="connsiteY31" fmla="*/ 477586 h 704187"/>
                  <a:gd name="connsiteX32" fmla="*/ 298704 w 808460"/>
                  <a:gd name="connsiteY32" fmla="*/ 493970 h 704187"/>
                  <a:gd name="connsiteX33" fmla="*/ 364428 w 808460"/>
                  <a:gd name="connsiteY33" fmla="*/ 572551 h 704187"/>
                  <a:gd name="connsiteX34" fmla="*/ 386336 w 808460"/>
                  <a:gd name="connsiteY34" fmla="*/ 594267 h 704187"/>
                  <a:gd name="connsiteX35" fmla="*/ 398242 w 808460"/>
                  <a:gd name="connsiteY35" fmla="*/ 653704 h 704187"/>
                  <a:gd name="connsiteX36" fmla="*/ 379001 w 808460"/>
                  <a:gd name="connsiteY36" fmla="*/ 677611 h 704187"/>
                  <a:gd name="connsiteX37" fmla="*/ 371381 w 808460"/>
                  <a:gd name="connsiteY37" fmla="*/ 677801 h 704187"/>
                  <a:gd name="connsiteX38" fmla="*/ 332709 w 808460"/>
                  <a:gd name="connsiteY38" fmla="*/ 692566 h 704187"/>
                  <a:gd name="connsiteX39" fmla="*/ 285751 w 808460"/>
                  <a:gd name="connsiteY39" fmla="*/ 695613 h 704187"/>
                  <a:gd name="connsiteX40" fmla="*/ 43055 w 808460"/>
                  <a:gd name="connsiteY40" fmla="*/ 655132 h 704187"/>
                  <a:gd name="connsiteX41" fmla="*/ 12575 w 808460"/>
                  <a:gd name="connsiteY41" fmla="*/ 502922 h 704187"/>
                  <a:gd name="connsiteX42" fmla="*/ 137828 w 808460"/>
                  <a:gd name="connsiteY42" fmla="*/ 314518 h 704187"/>
                  <a:gd name="connsiteX43" fmla="*/ 137828 w 808460"/>
                  <a:gd name="connsiteY43" fmla="*/ 314518 h 704187"/>
                  <a:gd name="connsiteX44" fmla="*/ 141163 w 808460"/>
                  <a:gd name="connsiteY44" fmla="*/ 313376 h 704187"/>
                  <a:gd name="connsiteX45" fmla="*/ 206503 w 808460"/>
                  <a:gd name="connsiteY45" fmla="*/ 138687 h 704187"/>
                  <a:gd name="connsiteX46" fmla="*/ 345378 w 808460"/>
                  <a:gd name="connsiteY46" fmla="*/ 21243 h 704187"/>
                  <a:gd name="connsiteX47" fmla="*/ 518732 w 808460"/>
                  <a:gd name="connsiteY47" fmla="*/ 6290 h 704187"/>
                  <a:gd name="connsiteX48" fmla="*/ 776194 w 808460"/>
                  <a:gd name="connsiteY48" fmla="*/ 220126 h 704187"/>
                  <a:gd name="connsiteX49" fmla="*/ 778670 w 808460"/>
                  <a:gd name="connsiteY49" fmla="*/ 268893 h 704187"/>
                  <a:gd name="connsiteX50" fmla="*/ 778861 w 808460"/>
                  <a:gd name="connsiteY50" fmla="*/ 269369 h 704187"/>
                  <a:gd name="connsiteX51" fmla="*/ 775717 w 808460"/>
                  <a:gd name="connsiteY51" fmla="*/ 287657 h 704187"/>
                  <a:gd name="connsiteX52" fmla="*/ 775335 w 808460"/>
                  <a:gd name="connsiteY52" fmla="*/ 288038 h 704187"/>
                  <a:gd name="connsiteX53" fmla="*/ 768001 w 808460"/>
                  <a:gd name="connsiteY53" fmla="*/ 323757 h 704187"/>
                  <a:gd name="connsiteX54" fmla="*/ 763334 w 808460"/>
                  <a:gd name="connsiteY54" fmla="*/ 338807 h 704187"/>
                  <a:gd name="connsiteX55" fmla="*/ 791244 w 808460"/>
                  <a:gd name="connsiteY55" fmla="*/ 462251 h 704187"/>
                  <a:gd name="connsiteX56" fmla="*/ 791244 w 808460"/>
                  <a:gd name="connsiteY56" fmla="*/ 462251 h 704187"/>
                  <a:gd name="connsiteX57" fmla="*/ 691327 w 808460"/>
                  <a:gd name="connsiteY57" fmla="*/ 706281 h 704187"/>
                  <a:gd name="connsiteX58" fmla="*/ 300230 w 808460"/>
                  <a:gd name="connsiteY58" fmla="*/ 431962 h 704187"/>
                  <a:gd name="connsiteX59" fmla="*/ 292323 w 808460"/>
                  <a:gd name="connsiteY59" fmla="*/ 425484 h 704187"/>
                  <a:gd name="connsiteX60" fmla="*/ 266892 w 808460"/>
                  <a:gd name="connsiteY60" fmla="*/ 405863 h 704187"/>
                  <a:gd name="connsiteX61" fmla="*/ 262890 w 808460"/>
                  <a:gd name="connsiteY61" fmla="*/ 404719 h 704187"/>
                  <a:gd name="connsiteX62" fmla="*/ 308896 w 808460"/>
                  <a:gd name="connsiteY62" fmla="*/ 418436 h 704187"/>
                  <a:gd name="connsiteX63" fmla="*/ 300230 w 808460"/>
                  <a:gd name="connsiteY63" fmla="*/ 431962 h 70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808460" h="704187">
                    <a:moveTo>
                      <a:pt x="691327" y="706281"/>
                    </a:moveTo>
                    <a:cubicBezTo>
                      <a:pt x="673800" y="706376"/>
                      <a:pt x="649320" y="701329"/>
                      <a:pt x="636367" y="691993"/>
                    </a:cubicBezTo>
                    <a:cubicBezTo>
                      <a:pt x="620650" y="686374"/>
                      <a:pt x="605790" y="670848"/>
                      <a:pt x="607220" y="653227"/>
                    </a:cubicBezTo>
                    <a:cubicBezTo>
                      <a:pt x="575310" y="654561"/>
                      <a:pt x="534829" y="655132"/>
                      <a:pt x="503492" y="641226"/>
                    </a:cubicBezTo>
                    <a:cubicBezTo>
                      <a:pt x="490920" y="635606"/>
                      <a:pt x="479014" y="628938"/>
                      <a:pt x="471489" y="616747"/>
                    </a:cubicBezTo>
                    <a:cubicBezTo>
                      <a:pt x="471012" y="616080"/>
                      <a:pt x="471680" y="615127"/>
                      <a:pt x="472440" y="615413"/>
                    </a:cubicBezTo>
                    <a:cubicBezTo>
                      <a:pt x="505208" y="627415"/>
                      <a:pt x="539687" y="632653"/>
                      <a:pt x="575787" y="629224"/>
                    </a:cubicBezTo>
                    <a:cubicBezTo>
                      <a:pt x="609697" y="628843"/>
                      <a:pt x="641890" y="623223"/>
                      <a:pt x="667609" y="600744"/>
                    </a:cubicBezTo>
                    <a:cubicBezTo>
                      <a:pt x="721997" y="545119"/>
                      <a:pt x="709709" y="492255"/>
                      <a:pt x="711709" y="420626"/>
                    </a:cubicBezTo>
                    <a:cubicBezTo>
                      <a:pt x="711423" y="365763"/>
                      <a:pt x="714472" y="308899"/>
                      <a:pt x="725806" y="255558"/>
                    </a:cubicBezTo>
                    <a:cubicBezTo>
                      <a:pt x="721234" y="247461"/>
                      <a:pt x="713042" y="242699"/>
                      <a:pt x="708091" y="234985"/>
                    </a:cubicBezTo>
                    <a:cubicBezTo>
                      <a:pt x="705709" y="232127"/>
                      <a:pt x="703517" y="229079"/>
                      <a:pt x="701612" y="225744"/>
                    </a:cubicBezTo>
                    <a:cubicBezTo>
                      <a:pt x="699708" y="223363"/>
                      <a:pt x="697803" y="221172"/>
                      <a:pt x="695422" y="218886"/>
                    </a:cubicBezTo>
                    <a:cubicBezTo>
                      <a:pt x="689229" y="230318"/>
                      <a:pt x="679799" y="242889"/>
                      <a:pt x="666751" y="246224"/>
                    </a:cubicBezTo>
                    <a:cubicBezTo>
                      <a:pt x="663512" y="246320"/>
                      <a:pt x="660749" y="244129"/>
                      <a:pt x="659798" y="241080"/>
                    </a:cubicBezTo>
                    <a:cubicBezTo>
                      <a:pt x="656464" y="229651"/>
                      <a:pt x="651320" y="218791"/>
                      <a:pt x="644462" y="209075"/>
                    </a:cubicBezTo>
                    <a:cubicBezTo>
                      <a:pt x="632937" y="228221"/>
                      <a:pt x="614650" y="243080"/>
                      <a:pt x="593505" y="250224"/>
                    </a:cubicBezTo>
                    <a:cubicBezTo>
                      <a:pt x="590837" y="251177"/>
                      <a:pt x="587789" y="250129"/>
                      <a:pt x="586170" y="247843"/>
                    </a:cubicBezTo>
                    <a:cubicBezTo>
                      <a:pt x="584740" y="246033"/>
                      <a:pt x="584170" y="243652"/>
                      <a:pt x="584740" y="241462"/>
                    </a:cubicBezTo>
                    <a:cubicBezTo>
                      <a:pt x="588551" y="226316"/>
                      <a:pt x="589312" y="210505"/>
                      <a:pt x="587026" y="194978"/>
                    </a:cubicBezTo>
                    <a:cubicBezTo>
                      <a:pt x="578931" y="200790"/>
                      <a:pt x="570548" y="206315"/>
                      <a:pt x="562167" y="211173"/>
                    </a:cubicBezTo>
                    <a:cubicBezTo>
                      <a:pt x="550547" y="219077"/>
                      <a:pt x="501587" y="258321"/>
                      <a:pt x="490920" y="246129"/>
                    </a:cubicBezTo>
                    <a:cubicBezTo>
                      <a:pt x="488062" y="239080"/>
                      <a:pt x="495206" y="230032"/>
                      <a:pt x="495206" y="222316"/>
                    </a:cubicBezTo>
                    <a:cubicBezTo>
                      <a:pt x="495206" y="222221"/>
                      <a:pt x="495206" y="222221"/>
                      <a:pt x="495206" y="222126"/>
                    </a:cubicBezTo>
                    <a:cubicBezTo>
                      <a:pt x="452725" y="277657"/>
                      <a:pt x="373190" y="333854"/>
                      <a:pt x="309659" y="361761"/>
                    </a:cubicBezTo>
                    <a:cubicBezTo>
                      <a:pt x="315468" y="367763"/>
                      <a:pt x="333853" y="389004"/>
                      <a:pt x="316898" y="391194"/>
                    </a:cubicBezTo>
                    <a:cubicBezTo>
                      <a:pt x="313754" y="391290"/>
                      <a:pt x="310896" y="389385"/>
                      <a:pt x="309755" y="386432"/>
                    </a:cubicBezTo>
                    <a:cubicBezTo>
                      <a:pt x="304611" y="373002"/>
                      <a:pt x="291656" y="362810"/>
                      <a:pt x="276703" y="360429"/>
                    </a:cubicBezTo>
                    <a:cubicBezTo>
                      <a:pt x="251746" y="364238"/>
                      <a:pt x="236792" y="391194"/>
                      <a:pt x="250509" y="414530"/>
                    </a:cubicBezTo>
                    <a:cubicBezTo>
                      <a:pt x="254890" y="422817"/>
                      <a:pt x="259844" y="431104"/>
                      <a:pt x="262320" y="440344"/>
                    </a:cubicBezTo>
                    <a:cubicBezTo>
                      <a:pt x="266701" y="449487"/>
                      <a:pt x="258413" y="483682"/>
                      <a:pt x="274417" y="479967"/>
                    </a:cubicBezTo>
                    <a:cubicBezTo>
                      <a:pt x="283084" y="486063"/>
                      <a:pt x="294704" y="481301"/>
                      <a:pt x="303467" y="477586"/>
                    </a:cubicBezTo>
                    <a:cubicBezTo>
                      <a:pt x="305469" y="483302"/>
                      <a:pt x="302801" y="489873"/>
                      <a:pt x="298704" y="493970"/>
                    </a:cubicBezTo>
                    <a:cubicBezTo>
                      <a:pt x="319089" y="522735"/>
                      <a:pt x="338997" y="549786"/>
                      <a:pt x="364428" y="572551"/>
                    </a:cubicBezTo>
                    <a:cubicBezTo>
                      <a:pt x="371667" y="579122"/>
                      <a:pt x="382143" y="585409"/>
                      <a:pt x="386336" y="594267"/>
                    </a:cubicBezTo>
                    <a:cubicBezTo>
                      <a:pt x="404814" y="601221"/>
                      <a:pt x="398907" y="637606"/>
                      <a:pt x="398242" y="653704"/>
                    </a:cubicBezTo>
                    <a:cubicBezTo>
                      <a:pt x="396335" y="664372"/>
                      <a:pt x="387764" y="672087"/>
                      <a:pt x="379001" y="677611"/>
                    </a:cubicBezTo>
                    <a:cubicBezTo>
                      <a:pt x="376716" y="679135"/>
                      <a:pt x="373762" y="679135"/>
                      <a:pt x="371381" y="677801"/>
                    </a:cubicBezTo>
                    <a:cubicBezTo>
                      <a:pt x="361284" y="687898"/>
                      <a:pt x="345187" y="691232"/>
                      <a:pt x="332709" y="692566"/>
                    </a:cubicBezTo>
                    <a:cubicBezTo>
                      <a:pt x="317566" y="697423"/>
                      <a:pt x="301371" y="698471"/>
                      <a:pt x="285751" y="695613"/>
                    </a:cubicBezTo>
                    <a:cubicBezTo>
                      <a:pt x="204121" y="703234"/>
                      <a:pt x="114111" y="700471"/>
                      <a:pt x="43055" y="655132"/>
                    </a:cubicBezTo>
                    <a:cubicBezTo>
                      <a:pt x="-2952" y="621319"/>
                      <a:pt x="-3524" y="552833"/>
                      <a:pt x="12575" y="502922"/>
                    </a:cubicBezTo>
                    <a:cubicBezTo>
                      <a:pt x="35339" y="439010"/>
                      <a:pt x="68867" y="341951"/>
                      <a:pt x="137828" y="314518"/>
                    </a:cubicBezTo>
                    <a:lnTo>
                      <a:pt x="137828" y="314518"/>
                    </a:lnTo>
                    <a:cubicBezTo>
                      <a:pt x="138972" y="314136"/>
                      <a:pt x="140114" y="313757"/>
                      <a:pt x="141163" y="313376"/>
                    </a:cubicBezTo>
                    <a:cubicBezTo>
                      <a:pt x="146116" y="250415"/>
                      <a:pt x="170117" y="190025"/>
                      <a:pt x="206503" y="138687"/>
                    </a:cubicBezTo>
                    <a:cubicBezTo>
                      <a:pt x="232124" y="80204"/>
                      <a:pt x="283656" y="37056"/>
                      <a:pt x="345378" y="21243"/>
                    </a:cubicBezTo>
                    <a:cubicBezTo>
                      <a:pt x="401193" y="4860"/>
                      <a:pt x="461201" y="-3521"/>
                      <a:pt x="518732" y="6290"/>
                    </a:cubicBezTo>
                    <a:cubicBezTo>
                      <a:pt x="620459" y="-3616"/>
                      <a:pt x="787814" y="107254"/>
                      <a:pt x="776194" y="220126"/>
                    </a:cubicBezTo>
                    <a:cubicBezTo>
                      <a:pt x="778861" y="236222"/>
                      <a:pt x="780765" y="252701"/>
                      <a:pt x="778670" y="268893"/>
                    </a:cubicBezTo>
                    <a:lnTo>
                      <a:pt x="778861" y="269369"/>
                    </a:lnTo>
                    <a:cubicBezTo>
                      <a:pt x="778003" y="275371"/>
                      <a:pt x="776956" y="281466"/>
                      <a:pt x="775717" y="287657"/>
                    </a:cubicBezTo>
                    <a:lnTo>
                      <a:pt x="775335" y="288038"/>
                    </a:lnTo>
                    <a:cubicBezTo>
                      <a:pt x="774670" y="299944"/>
                      <a:pt x="767431" y="312613"/>
                      <a:pt x="768001" y="323757"/>
                    </a:cubicBezTo>
                    <a:cubicBezTo>
                      <a:pt x="766478" y="328996"/>
                      <a:pt x="764955" y="334044"/>
                      <a:pt x="763334" y="338807"/>
                    </a:cubicBezTo>
                    <a:cubicBezTo>
                      <a:pt x="771526" y="380242"/>
                      <a:pt x="779242" y="421769"/>
                      <a:pt x="791244" y="462251"/>
                    </a:cubicBezTo>
                    <a:lnTo>
                      <a:pt x="791244" y="462251"/>
                    </a:lnTo>
                    <a:cubicBezTo>
                      <a:pt x="825914" y="564073"/>
                      <a:pt x="829439" y="698376"/>
                      <a:pt x="691327" y="706281"/>
                    </a:cubicBezTo>
                    <a:close/>
                    <a:moveTo>
                      <a:pt x="300230" y="431962"/>
                    </a:moveTo>
                    <a:cubicBezTo>
                      <a:pt x="296418" y="432057"/>
                      <a:pt x="292990" y="429199"/>
                      <a:pt x="292323" y="425484"/>
                    </a:cubicBezTo>
                    <a:cubicBezTo>
                      <a:pt x="289179" y="414055"/>
                      <a:pt x="278798" y="406054"/>
                      <a:pt x="266892" y="405863"/>
                    </a:cubicBezTo>
                    <a:cubicBezTo>
                      <a:pt x="265653" y="405673"/>
                      <a:pt x="261367" y="407102"/>
                      <a:pt x="262890" y="404719"/>
                    </a:cubicBezTo>
                    <a:cubicBezTo>
                      <a:pt x="278512" y="394148"/>
                      <a:pt x="301181" y="401577"/>
                      <a:pt x="308896" y="418436"/>
                    </a:cubicBezTo>
                    <a:cubicBezTo>
                      <a:pt x="312422" y="424627"/>
                      <a:pt x="307087" y="432152"/>
                      <a:pt x="300230" y="431962"/>
                    </a:cubicBezTo>
                    <a:close/>
                  </a:path>
                </a:pathLst>
              </a:custGeom>
              <a:solidFill>
                <a:srgbClr val="000000"/>
              </a:solidFill>
              <a:ln w="9525" cap="flat">
                <a:noFill/>
                <a:prstDash val="solid"/>
                <a:miter/>
              </a:ln>
            </p:spPr>
            <p:txBody>
              <a:bodyPr rtlCol="0" anchor="ctr"/>
              <a:lstStyle/>
              <a:p>
                <a:endParaRPr lang="en-US"/>
              </a:p>
            </p:txBody>
          </p:sp>
        </p:grpSp>
      </p:grpSp>
      <p:pic>
        <p:nvPicPr>
          <p:cNvPr id="61" name="Графіка 60" descr="A tired face">
            <a:extLst>
              <a:ext uri="{FF2B5EF4-FFF2-40B4-BE49-F238E27FC236}">
                <a16:creationId xmlns:a16="http://schemas.microsoft.com/office/drawing/2014/main" id="{5DE8844C-FBC8-A40F-DAD7-6916C6ED541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51449" y="1962152"/>
            <a:ext cx="774254" cy="774254"/>
          </a:xfrm>
          <a:prstGeom prst="rect">
            <a:avLst/>
          </a:prstGeom>
        </p:spPr>
      </p:pic>
      <p:pic>
        <p:nvPicPr>
          <p:cNvPr id="34" name="Графіка 33" descr="Face with one eyebrow">
            <a:extLst>
              <a:ext uri="{FF2B5EF4-FFF2-40B4-BE49-F238E27FC236}">
                <a16:creationId xmlns:a16="http://schemas.microsoft.com/office/drawing/2014/main" id="{B2FBA753-2F34-D5D3-6011-6B158180C46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9744" y="1977074"/>
            <a:ext cx="825670" cy="800650"/>
          </a:xfrm>
          <a:prstGeom prst="rect">
            <a:avLst/>
          </a:prstGeom>
        </p:spPr>
      </p:pic>
      <p:sp>
        <p:nvSpPr>
          <p:cNvPr id="62" name="Бульбашка прямої мови: прямокутна 61">
            <a:extLst>
              <a:ext uri="{FF2B5EF4-FFF2-40B4-BE49-F238E27FC236}">
                <a16:creationId xmlns:a16="http://schemas.microsoft.com/office/drawing/2014/main" id="{4EDBD3D1-4A2A-1462-058C-BB54FF410178}"/>
              </a:ext>
            </a:extLst>
          </p:cNvPr>
          <p:cNvSpPr/>
          <p:nvPr/>
        </p:nvSpPr>
        <p:spPr>
          <a:xfrm>
            <a:off x="5127878" y="488500"/>
            <a:ext cx="5147576" cy="1514891"/>
          </a:xfrm>
          <a:prstGeom prst="wedgeRectCallout">
            <a:avLst>
              <a:gd name="adj1" fmla="val -57213"/>
              <a:gd name="adj2" fmla="val 106123"/>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solidFill>
                  <a:schemeClr val="tx1">
                    <a:lumMod val="75000"/>
                    <a:lumOff val="25000"/>
                  </a:schemeClr>
                </a:solidFill>
                <a:latin typeface="Consolas" panose="020B0609020204030204" pitchFamily="49" charset="0"/>
              </a:rPr>
              <a:t>It is my business. Your plagiarized work may make my and other students’ grades worse because the professor may set your work as a standard. It’s unfair. </a:t>
            </a:r>
          </a:p>
        </p:txBody>
      </p:sp>
      <p:sp>
        <p:nvSpPr>
          <p:cNvPr id="14" name="Бульбашка прямої мови: прямокутна 13">
            <a:extLst>
              <a:ext uri="{FF2B5EF4-FFF2-40B4-BE49-F238E27FC236}">
                <a16:creationId xmlns:a16="http://schemas.microsoft.com/office/drawing/2014/main" id="{F875DF07-3B48-467C-BB0E-C276F24F8EAF}"/>
              </a:ext>
            </a:extLst>
          </p:cNvPr>
          <p:cNvSpPr/>
          <p:nvPr/>
        </p:nvSpPr>
        <p:spPr>
          <a:xfrm>
            <a:off x="7401816" y="2210399"/>
            <a:ext cx="4395199" cy="528577"/>
          </a:xfrm>
          <a:prstGeom prst="wedgeRectCallout">
            <a:avLst>
              <a:gd name="adj1" fmla="val 60956"/>
              <a:gd name="adj2" fmla="val 4133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chemeClr val="tx1">
                    <a:lumMod val="75000"/>
                    <a:lumOff val="25000"/>
                  </a:schemeClr>
                </a:solidFill>
                <a:latin typeface="Consolas" panose="020B0609020204030204" pitchFamily="49" charset="0"/>
              </a:rPr>
              <a:t>So what? It’s your problems.</a:t>
            </a:r>
          </a:p>
        </p:txBody>
      </p:sp>
      <p:sp>
        <p:nvSpPr>
          <p:cNvPr id="15" name="Бульбашка прямої мови: прямокутна 14">
            <a:extLst>
              <a:ext uri="{FF2B5EF4-FFF2-40B4-BE49-F238E27FC236}">
                <a16:creationId xmlns:a16="http://schemas.microsoft.com/office/drawing/2014/main" id="{E3851E0D-10C9-4AFD-A92D-A5CA2F0C0334}"/>
              </a:ext>
            </a:extLst>
          </p:cNvPr>
          <p:cNvSpPr/>
          <p:nvPr/>
        </p:nvSpPr>
        <p:spPr>
          <a:xfrm>
            <a:off x="5405524" y="3003455"/>
            <a:ext cx="4869930" cy="528577"/>
          </a:xfrm>
          <a:prstGeom prst="wedgeRectCallout">
            <a:avLst>
              <a:gd name="adj1" fmla="val -64254"/>
              <a:gd name="adj2" fmla="val -47294"/>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solidFill>
                  <a:schemeClr val="tx1">
                    <a:lumMod val="75000"/>
                    <a:lumOff val="25000"/>
                  </a:schemeClr>
                </a:solidFill>
                <a:latin typeface="Consolas" panose="020B0609020204030204" pitchFamily="49" charset="0"/>
              </a:rPr>
              <a:t>Plagiarism is also a type of theft.</a:t>
            </a:r>
          </a:p>
        </p:txBody>
      </p:sp>
      <p:sp>
        <p:nvSpPr>
          <p:cNvPr id="16" name="Бульбашка прямої мови: прямокутна 15">
            <a:extLst>
              <a:ext uri="{FF2B5EF4-FFF2-40B4-BE49-F238E27FC236}">
                <a16:creationId xmlns:a16="http://schemas.microsoft.com/office/drawing/2014/main" id="{0C83DC62-3BC7-41FC-A53B-2E6B2B89132D}"/>
              </a:ext>
            </a:extLst>
          </p:cNvPr>
          <p:cNvSpPr/>
          <p:nvPr/>
        </p:nvSpPr>
        <p:spPr>
          <a:xfrm>
            <a:off x="7401816" y="3796511"/>
            <a:ext cx="4395199" cy="735585"/>
          </a:xfrm>
          <a:prstGeom prst="wedgeRectCallout">
            <a:avLst>
              <a:gd name="adj1" fmla="val 60956"/>
              <a:gd name="adj2" fmla="val 4133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chemeClr val="tx1">
                    <a:lumMod val="75000"/>
                    <a:lumOff val="25000"/>
                  </a:schemeClr>
                </a:solidFill>
                <a:latin typeface="Consolas" panose="020B0609020204030204" pitchFamily="49" charset="0"/>
              </a:rPr>
              <a:t>It was my friend who gave me the work.</a:t>
            </a:r>
          </a:p>
        </p:txBody>
      </p:sp>
      <p:sp>
        <p:nvSpPr>
          <p:cNvPr id="17" name="Бульбашка прямої мови: прямокутна 16">
            <a:extLst>
              <a:ext uri="{FF2B5EF4-FFF2-40B4-BE49-F238E27FC236}">
                <a16:creationId xmlns:a16="http://schemas.microsoft.com/office/drawing/2014/main" id="{234534DB-12D2-4621-9737-FE94198D5A48}"/>
              </a:ext>
            </a:extLst>
          </p:cNvPr>
          <p:cNvSpPr/>
          <p:nvPr/>
        </p:nvSpPr>
        <p:spPr>
          <a:xfrm>
            <a:off x="5405524" y="4813066"/>
            <a:ext cx="4869930" cy="735585"/>
          </a:xfrm>
          <a:prstGeom prst="wedgeRectCallout">
            <a:avLst>
              <a:gd name="adj1" fmla="val -58592"/>
              <a:gd name="adj2" fmla="val -24354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solidFill>
                  <a:schemeClr val="tx1">
                    <a:lumMod val="75000"/>
                    <a:lumOff val="25000"/>
                  </a:schemeClr>
                </a:solidFill>
                <a:latin typeface="Consolas" panose="020B0609020204030204" pitchFamily="49" charset="0"/>
              </a:rPr>
              <a:t>You can get caught not by me but the professor and receive punishment.</a:t>
            </a:r>
          </a:p>
        </p:txBody>
      </p:sp>
      <p:sp>
        <p:nvSpPr>
          <p:cNvPr id="18" name="Бульбашка прямої мови: прямокутна 17">
            <a:extLst>
              <a:ext uri="{FF2B5EF4-FFF2-40B4-BE49-F238E27FC236}">
                <a16:creationId xmlns:a16="http://schemas.microsoft.com/office/drawing/2014/main" id="{F1C56F25-3059-4AD4-96C1-62F84BBBE10A}"/>
              </a:ext>
            </a:extLst>
          </p:cNvPr>
          <p:cNvSpPr/>
          <p:nvPr/>
        </p:nvSpPr>
        <p:spPr>
          <a:xfrm>
            <a:off x="7401815" y="5752122"/>
            <a:ext cx="4395199" cy="735585"/>
          </a:xfrm>
          <a:prstGeom prst="wedgeRectCallout">
            <a:avLst>
              <a:gd name="adj1" fmla="val 60956"/>
              <a:gd name="adj2" fmla="val 4133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chemeClr val="tx1">
                    <a:lumMod val="75000"/>
                    <a:lumOff val="25000"/>
                  </a:schemeClr>
                </a:solidFill>
                <a:latin typeface="Consolas" panose="020B0609020204030204" pitchFamily="49" charset="0"/>
              </a:rPr>
              <a:t>Fine, I’ll change the work. Happy now?</a:t>
            </a:r>
          </a:p>
        </p:txBody>
      </p:sp>
    </p:spTree>
    <p:extLst>
      <p:ext uri="{BB962C8B-B14F-4D97-AF65-F5344CB8AC3E}">
        <p14:creationId xmlns:p14="http://schemas.microsoft.com/office/powerpoint/2010/main" val="229978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61"/>
                                        </p:tgtEl>
                                      </p:cBhvr>
                                    </p:animEffect>
                                    <p:set>
                                      <p:cBhvr>
                                        <p:cTn id="7" dur="1" fill="hold">
                                          <p:stCondLst>
                                            <p:cond delay="499"/>
                                          </p:stCondLst>
                                        </p:cTn>
                                        <p:tgtEl>
                                          <p:spTgt spid="61"/>
                                        </p:tgtEl>
                                        <p:attrNameLst>
                                          <p:attrName>style.visibility</p:attrName>
                                        </p:attrNameLst>
                                      </p:cBhvr>
                                      <p:to>
                                        <p:strVal val="hidden"/>
                                      </p:to>
                                    </p:set>
                                  </p:childTnLst>
                                </p:cTn>
                              </p:par>
                              <p:par>
                                <p:cTn id="8" presetID="64" presetClass="path" presetSubtype="0" accel="50000" decel="50000" fill="hold" nodeType="withEffect">
                                  <p:stCondLst>
                                    <p:cond delay="0"/>
                                  </p:stCondLst>
                                  <p:childTnLst>
                                    <p:animMotion origin="layout" path="M 3.54167E-6 4.44444E-6 L -0.00183 -2.01412 " pathEditMode="relative" rAng="0" ptsTypes="AA">
                                      <p:cBhvr>
                                        <p:cTn id="9" dur="500" fill="hold"/>
                                        <p:tgtEl>
                                          <p:spTgt spid="19"/>
                                        </p:tgtEl>
                                        <p:attrNameLst>
                                          <p:attrName>ppt_x</p:attrName>
                                          <p:attrName>ppt_y</p:attrName>
                                        </p:attrNameLst>
                                      </p:cBhvr>
                                      <p:rCtr x="-91" y="-100694"/>
                                    </p:animMotion>
                                  </p:childTnLst>
                                </p:cTn>
                              </p:par>
                              <p:par>
                                <p:cTn id="10" presetID="64" presetClass="path" presetSubtype="0" accel="50000" decel="50000" fill="hold" nodeType="withEffect">
                                  <p:stCondLst>
                                    <p:cond delay="0"/>
                                  </p:stCondLst>
                                  <p:childTnLst>
                                    <p:animMotion origin="layout" path="M -2.29167E-6 3.33333E-6 L 0.01966 -2.17639 " pathEditMode="relative" rAng="0" ptsTypes="AA">
                                      <p:cBhvr>
                                        <p:cTn id="11" dur="500" fill="hold"/>
                                        <p:tgtEl>
                                          <p:spTgt spid="44"/>
                                        </p:tgtEl>
                                        <p:attrNameLst>
                                          <p:attrName>ppt_x</p:attrName>
                                          <p:attrName>ppt_y</p:attrName>
                                        </p:attrNameLst>
                                      </p:cBhvr>
                                      <p:rCtr x="977" y="-108819"/>
                                    </p:animMotion>
                                  </p:childTnLst>
                                </p:cTn>
                              </p:par>
                              <p:par>
                                <p:cTn id="12" presetID="10" presetClass="entr" presetSubtype="0" fill="hold"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500"/>
                                        <p:tgtEl>
                                          <p:spTgt spid="6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4" grpId="0" animBg="1"/>
      <p:bldP spid="15" grpId="0" animBg="1"/>
      <p:bldP spid="16"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bright="-20000"/>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grpSp>
        <p:nvGrpSpPr>
          <p:cNvPr id="3" name="Графіка 6" descr="Girl wearing necklace">
            <a:extLst>
              <a:ext uri="{FF2B5EF4-FFF2-40B4-BE49-F238E27FC236}">
                <a16:creationId xmlns:a16="http://schemas.microsoft.com/office/drawing/2014/main" id="{0AFC74C3-C19A-ACB5-C5A9-4CD245A49308}"/>
              </a:ext>
            </a:extLst>
          </p:cNvPr>
          <p:cNvGrpSpPr/>
          <p:nvPr/>
        </p:nvGrpSpPr>
        <p:grpSpPr>
          <a:xfrm>
            <a:off x="2598403" y="1947933"/>
            <a:ext cx="2143436" cy="7512963"/>
            <a:chOff x="9484880" y="2078244"/>
            <a:chExt cx="1217959" cy="4269072"/>
          </a:xfrm>
        </p:grpSpPr>
        <p:grpSp>
          <p:nvGrpSpPr>
            <p:cNvPr id="4" name="Графіка 6" descr="Girl wearing necklace">
              <a:extLst>
                <a:ext uri="{FF2B5EF4-FFF2-40B4-BE49-F238E27FC236}">
                  <a16:creationId xmlns:a16="http://schemas.microsoft.com/office/drawing/2014/main" id="{D65858E0-1D52-4015-FD82-62D1B11F8251}"/>
                </a:ext>
              </a:extLst>
            </p:cNvPr>
            <p:cNvGrpSpPr/>
            <p:nvPr/>
          </p:nvGrpSpPr>
          <p:grpSpPr>
            <a:xfrm>
              <a:off x="9484880" y="2589075"/>
              <a:ext cx="1217959" cy="3758241"/>
              <a:chOff x="9484880" y="2589075"/>
              <a:chExt cx="1217959" cy="3758241"/>
            </a:xfrm>
          </p:grpSpPr>
          <p:sp>
            <p:nvSpPr>
              <p:cNvPr id="16" name="Полілінія: фігура 15">
                <a:extLst>
                  <a:ext uri="{FF2B5EF4-FFF2-40B4-BE49-F238E27FC236}">
                    <a16:creationId xmlns:a16="http://schemas.microsoft.com/office/drawing/2014/main" id="{EA8317AA-E936-E69D-E357-DD3A609610F4}"/>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17" name="Полілінія: фігура 16">
                <a:extLst>
                  <a:ext uri="{FF2B5EF4-FFF2-40B4-BE49-F238E27FC236}">
                    <a16:creationId xmlns:a16="http://schemas.microsoft.com/office/drawing/2014/main" id="{0CA99412-8AED-805B-6364-28F1C9977355}"/>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18" name="Графіка 6" descr="Girl wearing necklace">
                <a:extLst>
                  <a:ext uri="{FF2B5EF4-FFF2-40B4-BE49-F238E27FC236}">
                    <a16:creationId xmlns:a16="http://schemas.microsoft.com/office/drawing/2014/main" id="{B2C87A24-C953-4918-F0BC-CE07CD87F2AD}"/>
                  </a:ext>
                </a:extLst>
              </p:cNvPr>
              <p:cNvGrpSpPr/>
              <p:nvPr/>
            </p:nvGrpSpPr>
            <p:grpSpPr>
              <a:xfrm>
                <a:off x="9885356" y="5496683"/>
                <a:ext cx="335397" cy="468844"/>
                <a:chOff x="9885356" y="5496683"/>
                <a:chExt cx="335397" cy="468844"/>
              </a:xfrm>
              <a:solidFill>
                <a:srgbClr val="FFFFFF"/>
              </a:solidFill>
            </p:grpSpPr>
            <p:sp>
              <p:nvSpPr>
                <p:cNvPr id="25" name="Полілінія: фігура 24">
                  <a:extLst>
                    <a:ext uri="{FF2B5EF4-FFF2-40B4-BE49-F238E27FC236}">
                      <a16:creationId xmlns:a16="http://schemas.microsoft.com/office/drawing/2014/main" id="{7C2EC8B4-4C40-5688-27E2-2C0ADAE18FC0}"/>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26" name="Полілінія: фігура 25">
                  <a:extLst>
                    <a:ext uri="{FF2B5EF4-FFF2-40B4-BE49-F238E27FC236}">
                      <a16:creationId xmlns:a16="http://schemas.microsoft.com/office/drawing/2014/main" id="{D2FDED26-3CF0-FB6F-E057-45D5595316CA}"/>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19" name="Графіка 6" descr="Girl wearing necklace">
                <a:extLst>
                  <a:ext uri="{FF2B5EF4-FFF2-40B4-BE49-F238E27FC236}">
                    <a16:creationId xmlns:a16="http://schemas.microsoft.com/office/drawing/2014/main" id="{A8E9C75B-F056-04C4-9023-E05D53966F5C}"/>
                  </a:ext>
                </a:extLst>
              </p:cNvPr>
              <p:cNvGrpSpPr/>
              <p:nvPr/>
            </p:nvGrpSpPr>
            <p:grpSpPr>
              <a:xfrm>
                <a:off x="9859305" y="6028064"/>
                <a:ext cx="429747" cy="300381"/>
                <a:chOff x="9859305" y="6028064"/>
                <a:chExt cx="429747" cy="300381"/>
              </a:xfrm>
              <a:solidFill>
                <a:srgbClr val="FFFFFF"/>
              </a:solidFill>
            </p:grpSpPr>
            <p:sp>
              <p:nvSpPr>
                <p:cNvPr id="23" name="Полілінія: фігура 22">
                  <a:extLst>
                    <a:ext uri="{FF2B5EF4-FFF2-40B4-BE49-F238E27FC236}">
                      <a16:creationId xmlns:a16="http://schemas.microsoft.com/office/drawing/2014/main" id="{F3AFE3DC-238A-8E4B-251D-37EBDCA4D3F8}"/>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24" name="Полілінія: фігура 23">
                  <a:extLst>
                    <a:ext uri="{FF2B5EF4-FFF2-40B4-BE49-F238E27FC236}">
                      <a16:creationId xmlns:a16="http://schemas.microsoft.com/office/drawing/2014/main" id="{9D4730E3-2BD3-56E1-6C09-D8D0FF9AB036}"/>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20" name="Графіка 6" descr="Girl wearing necklace">
                <a:extLst>
                  <a:ext uri="{FF2B5EF4-FFF2-40B4-BE49-F238E27FC236}">
                    <a16:creationId xmlns:a16="http://schemas.microsoft.com/office/drawing/2014/main" id="{562BE1A3-8D15-6C90-14FA-2223560E1017}"/>
                  </a:ext>
                </a:extLst>
              </p:cNvPr>
              <p:cNvGrpSpPr/>
              <p:nvPr/>
            </p:nvGrpSpPr>
            <p:grpSpPr>
              <a:xfrm>
                <a:off x="9484880" y="2589075"/>
                <a:ext cx="1217959" cy="3758241"/>
                <a:chOff x="9484880" y="2589075"/>
                <a:chExt cx="1217959" cy="3758241"/>
              </a:xfrm>
              <a:solidFill>
                <a:srgbClr val="000000"/>
              </a:solidFill>
            </p:grpSpPr>
            <p:sp>
              <p:nvSpPr>
                <p:cNvPr id="21" name="Полілінія: фігура 20">
                  <a:extLst>
                    <a:ext uri="{FF2B5EF4-FFF2-40B4-BE49-F238E27FC236}">
                      <a16:creationId xmlns:a16="http://schemas.microsoft.com/office/drawing/2014/main" id="{29E8EF7D-024F-41A7-C605-FEDA639DB773}"/>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22" name="Полілінія: фігура 21">
                  <a:extLst>
                    <a:ext uri="{FF2B5EF4-FFF2-40B4-BE49-F238E27FC236}">
                      <a16:creationId xmlns:a16="http://schemas.microsoft.com/office/drawing/2014/main" id="{6AC3701B-3155-0D83-4525-9F1C6875700E}"/>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5" name="Графіка 6" descr="Girl wearing necklace">
              <a:extLst>
                <a:ext uri="{FF2B5EF4-FFF2-40B4-BE49-F238E27FC236}">
                  <a16:creationId xmlns:a16="http://schemas.microsoft.com/office/drawing/2014/main" id="{D3C78EC7-2794-2496-AA3C-7DA134E60527}"/>
                </a:ext>
              </a:extLst>
            </p:cNvPr>
            <p:cNvGrpSpPr/>
            <p:nvPr/>
          </p:nvGrpSpPr>
          <p:grpSpPr>
            <a:xfrm>
              <a:off x="9884872" y="2761214"/>
              <a:ext cx="361204" cy="817610"/>
              <a:chOff x="9884872" y="2761214"/>
              <a:chExt cx="361204" cy="817610"/>
            </a:xfrm>
          </p:grpSpPr>
          <p:sp>
            <p:nvSpPr>
              <p:cNvPr id="11" name="Полілінія: фігура 10">
                <a:extLst>
                  <a:ext uri="{FF2B5EF4-FFF2-40B4-BE49-F238E27FC236}">
                    <a16:creationId xmlns:a16="http://schemas.microsoft.com/office/drawing/2014/main" id="{D1387E39-632D-2119-DAE1-F946294B0CAE}"/>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12" name="Полілінія: фігура 11">
                <a:extLst>
                  <a:ext uri="{FF2B5EF4-FFF2-40B4-BE49-F238E27FC236}">
                    <a16:creationId xmlns:a16="http://schemas.microsoft.com/office/drawing/2014/main" id="{7DE734B2-6B07-CBA9-3773-EE5D1E8AC6C8}"/>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13" name="Графіка 6" descr="Girl wearing necklace">
                <a:extLst>
                  <a:ext uri="{FF2B5EF4-FFF2-40B4-BE49-F238E27FC236}">
                    <a16:creationId xmlns:a16="http://schemas.microsoft.com/office/drawing/2014/main" id="{581BA581-8253-2170-F082-6C8278F34527}"/>
                  </a:ext>
                </a:extLst>
              </p:cNvPr>
              <p:cNvGrpSpPr/>
              <p:nvPr/>
            </p:nvGrpSpPr>
            <p:grpSpPr>
              <a:xfrm>
                <a:off x="9884872" y="2761214"/>
                <a:ext cx="361204" cy="817610"/>
                <a:chOff x="9884872" y="2761214"/>
                <a:chExt cx="361204" cy="817610"/>
              </a:xfrm>
              <a:solidFill>
                <a:srgbClr val="000000"/>
              </a:solidFill>
            </p:grpSpPr>
            <p:sp>
              <p:nvSpPr>
                <p:cNvPr id="14" name="Полілінія: фігура 13">
                  <a:extLst>
                    <a:ext uri="{FF2B5EF4-FFF2-40B4-BE49-F238E27FC236}">
                      <a16:creationId xmlns:a16="http://schemas.microsoft.com/office/drawing/2014/main" id="{F29F7A8E-0E00-42E9-A886-73EA45E20DA4}"/>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15" name="Полілінія: фігура 14">
                  <a:extLst>
                    <a:ext uri="{FF2B5EF4-FFF2-40B4-BE49-F238E27FC236}">
                      <a16:creationId xmlns:a16="http://schemas.microsoft.com/office/drawing/2014/main" id="{E190CDF2-4E7D-F8E3-3FFB-5FECDDDA1607}"/>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6" name="Графіка 6" descr="Girl wearing necklace">
              <a:extLst>
                <a:ext uri="{FF2B5EF4-FFF2-40B4-BE49-F238E27FC236}">
                  <a16:creationId xmlns:a16="http://schemas.microsoft.com/office/drawing/2014/main" id="{B1AEBCB1-924E-F143-BD7A-788B9DABB207}"/>
                </a:ext>
              </a:extLst>
            </p:cNvPr>
            <p:cNvGrpSpPr/>
            <p:nvPr/>
          </p:nvGrpSpPr>
          <p:grpSpPr>
            <a:xfrm>
              <a:off x="9596926" y="2078244"/>
              <a:ext cx="795119" cy="914275"/>
              <a:chOff x="9596926" y="2078244"/>
              <a:chExt cx="795119" cy="914275"/>
            </a:xfrm>
          </p:grpSpPr>
          <p:sp>
            <p:nvSpPr>
              <p:cNvPr id="7" name="Полілінія: фігура 6">
                <a:extLst>
                  <a:ext uri="{FF2B5EF4-FFF2-40B4-BE49-F238E27FC236}">
                    <a16:creationId xmlns:a16="http://schemas.microsoft.com/office/drawing/2014/main" id="{86C58C97-2B7A-BDEA-EDEB-8CF0BBAF7478}"/>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a:p>
            </p:txBody>
          </p:sp>
          <p:grpSp>
            <p:nvGrpSpPr>
              <p:cNvPr id="8" name="Графіка 6" descr="Girl wearing necklace">
                <a:extLst>
                  <a:ext uri="{FF2B5EF4-FFF2-40B4-BE49-F238E27FC236}">
                    <a16:creationId xmlns:a16="http://schemas.microsoft.com/office/drawing/2014/main" id="{F0836A32-254D-06D4-9E9A-1FEF162BEAD6}"/>
                  </a:ext>
                </a:extLst>
              </p:cNvPr>
              <p:cNvGrpSpPr/>
              <p:nvPr/>
            </p:nvGrpSpPr>
            <p:grpSpPr>
              <a:xfrm>
                <a:off x="9596926" y="2078244"/>
                <a:ext cx="795119" cy="914275"/>
                <a:chOff x="9596926" y="2078244"/>
                <a:chExt cx="795119" cy="914275"/>
              </a:xfrm>
              <a:solidFill>
                <a:srgbClr val="000000"/>
              </a:solidFill>
            </p:grpSpPr>
            <p:sp>
              <p:nvSpPr>
                <p:cNvPr id="9" name="Полілінія: фігура 8">
                  <a:extLst>
                    <a:ext uri="{FF2B5EF4-FFF2-40B4-BE49-F238E27FC236}">
                      <a16:creationId xmlns:a16="http://schemas.microsoft.com/office/drawing/2014/main" id="{4D212069-E02D-2472-EB04-6DB983023546}"/>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10" name="Полілінія: фігура 9">
                  <a:extLst>
                    <a:ext uri="{FF2B5EF4-FFF2-40B4-BE49-F238E27FC236}">
                      <a16:creationId xmlns:a16="http://schemas.microsoft.com/office/drawing/2014/main" id="{9DA9D2C8-C194-0139-6876-7A241C7D9A98}"/>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pic>
        <p:nvPicPr>
          <p:cNvPr id="28" name="Графіка 27" descr="A smiling face">
            <a:extLst>
              <a:ext uri="{FF2B5EF4-FFF2-40B4-BE49-F238E27FC236}">
                <a16:creationId xmlns:a16="http://schemas.microsoft.com/office/drawing/2014/main" id="{BA600F01-6C4B-961C-01C3-6270DAE2BC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64326" y="2348335"/>
            <a:ext cx="622018" cy="641456"/>
          </a:xfrm>
          <a:prstGeom prst="rect">
            <a:avLst/>
          </a:prstGeom>
        </p:spPr>
      </p:pic>
      <p:grpSp>
        <p:nvGrpSpPr>
          <p:cNvPr id="38" name="Графіка 36" descr="Woman wearing a suit">
            <a:extLst>
              <a:ext uri="{FF2B5EF4-FFF2-40B4-BE49-F238E27FC236}">
                <a16:creationId xmlns:a16="http://schemas.microsoft.com/office/drawing/2014/main" id="{0C5A9D7A-10CA-CB2D-6107-C90FEA87CFEF}"/>
              </a:ext>
            </a:extLst>
          </p:cNvPr>
          <p:cNvGrpSpPr/>
          <p:nvPr/>
        </p:nvGrpSpPr>
        <p:grpSpPr>
          <a:xfrm flipH="1">
            <a:off x="6801573" y="1947933"/>
            <a:ext cx="3549014" cy="7555299"/>
            <a:chOff x="8127209" y="1397607"/>
            <a:chExt cx="2806452" cy="5974500"/>
          </a:xfrm>
        </p:grpSpPr>
        <p:grpSp>
          <p:nvGrpSpPr>
            <p:cNvPr id="39" name="Графіка 36" descr="Woman wearing a suit">
              <a:extLst>
                <a:ext uri="{FF2B5EF4-FFF2-40B4-BE49-F238E27FC236}">
                  <a16:creationId xmlns:a16="http://schemas.microsoft.com/office/drawing/2014/main" id="{F6091093-3C17-0550-2328-48DE881AC629}"/>
                </a:ext>
              </a:extLst>
            </p:cNvPr>
            <p:cNvGrpSpPr/>
            <p:nvPr/>
          </p:nvGrpSpPr>
          <p:grpSpPr>
            <a:xfrm>
              <a:off x="8127209" y="2128239"/>
              <a:ext cx="2806452" cy="5243868"/>
              <a:chOff x="8127209" y="2128239"/>
              <a:chExt cx="2806452" cy="5243868"/>
            </a:xfrm>
          </p:grpSpPr>
          <p:sp>
            <p:nvSpPr>
              <p:cNvPr id="40" name="Полілінія: фігура 39">
                <a:extLst>
                  <a:ext uri="{FF2B5EF4-FFF2-40B4-BE49-F238E27FC236}">
                    <a16:creationId xmlns:a16="http://schemas.microsoft.com/office/drawing/2014/main" id="{5A9DFC2A-7C39-3B4C-96B5-A0C44A12D94A}"/>
                  </a:ext>
                </a:extLst>
              </p:cNvPr>
              <p:cNvSpPr/>
              <p:nvPr/>
            </p:nvSpPr>
            <p:spPr>
              <a:xfrm>
                <a:off x="8144073" y="2131100"/>
                <a:ext cx="2780955" cy="5225767"/>
              </a:xfrm>
              <a:custGeom>
                <a:avLst/>
                <a:gdLst>
                  <a:gd name="connsiteX0" fmla="*/ 2778538 w 2780955"/>
                  <a:gd name="connsiteY0" fmla="*/ 57968 h 5225767"/>
                  <a:gd name="connsiteX1" fmla="*/ 2565990 w 2780955"/>
                  <a:gd name="connsiteY1" fmla="*/ 129252 h 5225767"/>
                  <a:gd name="connsiteX2" fmla="*/ 2543643 w 2780955"/>
                  <a:gd name="connsiteY2" fmla="*/ 108955 h 5225767"/>
                  <a:gd name="connsiteX3" fmla="*/ 2432114 w 2780955"/>
                  <a:gd name="connsiteY3" fmla="*/ 180742 h 5225767"/>
                  <a:gd name="connsiteX4" fmla="*/ 2333467 w 2780955"/>
                  <a:gd name="connsiteY4" fmla="*/ 309718 h 5225767"/>
                  <a:gd name="connsiteX5" fmla="*/ 2308928 w 2780955"/>
                  <a:gd name="connsiteY5" fmla="*/ 280162 h 5225767"/>
                  <a:gd name="connsiteX6" fmla="*/ 2134562 w 2780955"/>
                  <a:gd name="connsiteY6" fmla="*/ 538565 h 5225767"/>
                  <a:gd name="connsiteX7" fmla="*/ 1896597 w 2780955"/>
                  <a:gd name="connsiteY7" fmla="*/ 808548 h 5225767"/>
                  <a:gd name="connsiteX8" fmla="*/ 1719936 w 2780955"/>
                  <a:gd name="connsiteY8" fmla="*/ 695665 h 5225767"/>
                  <a:gd name="connsiteX9" fmla="*/ 1488677 w 2780955"/>
                  <a:gd name="connsiteY9" fmla="*/ 513472 h 5225767"/>
                  <a:gd name="connsiteX10" fmla="*/ 1422332 w 2780955"/>
                  <a:gd name="connsiteY10" fmla="*/ 449538 h 5225767"/>
                  <a:gd name="connsiteX11" fmla="*/ 1408689 w 2780955"/>
                  <a:gd name="connsiteY11" fmla="*/ 429229 h 5225767"/>
                  <a:gd name="connsiteX12" fmla="*/ 1368199 w 2780955"/>
                  <a:gd name="connsiteY12" fmla="*/ 379570 h 5225767"/>
                  <a:gd name="connsiteX13" fmla="*/ 1191537 w 2780955"/>
                  <a:gd name="connsiteY13" fmla="*/ 315005 h 5225767"/>
                  <a:gd name="connsiteX14" fmla="*/ 1048016 w 2780955"/>
                  <a:gd name="connsiteY14" fmla="*/ 175713 h 5225767"/>
                  <a:gd name="connsiteX15" fmla="*/ 990182 w 2780955"/>
                  <a:gd name="connsiteY15" fmla="*/ 176241 h 5225767"/>
                  <a:gd name="connsiteX16" fmla="*/ 623100 w 2780955"/>
                  <a:gd name="connsiteY16" fmla="*/ 5 h 5225767"/>
                  <a:gd name="connsiteX17" fmla="*/ 621011 w 2780955"/>
                  <a:gd name="connsiteY17" fmla="*/ 2198 h 5225767"/>
                  <a:gd name="connsiteX18" fmla="*/ 634615 w 2780955"/>
                  <a:gd name="connsiteY18" fmla="*/ 128311 h 5225767"/>
                  <a:gd name="connsiteX19" fmla="*/ 561075 w 2780955"/>
                  <a:gd name="connsiteY19" fmla="*/ 235932 h 5225767"/>
                  <a:gd name="connsiteX20" fmla="*/ 504079 w 2780955"/>
                  <a:gd name="connsiteY20" fmla="*/ 260227 h 5225767"/>
                  <a:gd name="connsiteX21" fmla="*/ 334264 w 2780955"/>
                  <a:gd name="connsiteY21" fmla="*/ 368274 h 5225767"/>
                  <a:gd name="connsiteX22" fmla="*/ 242632 w 2780955"/>
                  <a:gd name="connsiteY22" fmla="*/ 471073 h 5225767"/>
                  <a:gd name="connsiteX23" fmla="*/ 244954 w 2780955"/>
                  <a:gd name="connsiteY23" fmla="*/ 522640 h 5225767"/>
                  <a:gd name="connsiteX24" fmla="*/ 6589 w 2780955"/>
                  <a:gd name="connsiteY24" fmla="*/ 1352382 h 5225767"/>
                  <a:gd name="connsiteX25" fmla="*/ 2360 w 2780955"/>
                  <a:gd name="connsiteY25" fmla="*/ 1783333 h 5225767"/>
                  <a:gd name="connsiteX26" fmla="*/ 0 w 2780955"/>
                  <a:gd name="connsiteY26" fmla="*/ 2249398 h 5225767"/>
                  <a:gd name="connsiteX27" fmla="*/ 97667 w 2780955"/>
                  <a:gd name="connsiteY27" fmla="*/ 2277148 h 5225767"/>
                  <a:gd name="connsiteX28" fmla="*/ 86422 w 2780955"/>
                  <a:gd name="connsiteY28" fmla="*/ 2400230 h 5225767"/>
                  <a:gd name="connsiteX29" fmla="*/ 110858 w 2780955"/>
                  <a:gd name="connsiteY29" fmla="*/ 2599574 h 5225767"/>
                  <a:gd name="connsiteX30" fmla="*/ 201420 w 2780955"/>
                  <a:gd name="connsiteY30" fmla="*/ 2722799 h 5225767"/>
                  <a:gd name="connsiteX31" fmla="*/ 273864 w 2780955"/>
                  <a:gd name="connsiteY31" fmla="*/ 2756842 h 5225767"/>
                  <a:gd name="connsiteX32" fmla="*/ 280415 w 2780955"/>
                  <a:gd name="connsiteY32" fmla="*/ 2749028 h 5225767"/>
                  <a:gd name="connsiteX33" fmla="*/ 261601 w 2780955"/>
                  <a:gd name="connsiteY33" fmla="*/ 2708447 h 5225767"/>
                  <a:gd name="connsiteX34" fmla="*/ 251878 w 2780955"/>
                  <a:gd name="connsiteY34" fmla="*/ 2690007 h 5225767"/>
                  <a:gd name="connsiteX35" fmla="*/ 235734 w 2780955"/>
                  <a:gd name="connsiteY35" fmla="*/ 2500283 h 5225767"/>
                  <a:gd name="connsiteX36" fmla="*/ 241266 w 2780955"/>
                  <a:gd name="connsiteY36" fmla="*/ 2481495 h 5225767"/>
                  <a:gd name="connsiteX37" fmla="*/ 253348 w 2780955"/>
                  <a:gd name="connsiteY37" fmla="*/ 2516363 h 5225767"/>
                  <a:gd name="connsiteX38" fmla="*/ 253477 w 2780955"/>
                  <a:gd name="connsiteY38" fmla="*/ 2516982 h 5225767"/>
                  <a:gd name="connsiteX39" fmla="*/ 259963 w 2780955"/>
                  <a:gd name="connsiteY39" fmla="*/ 2543881 h 5225767"/>
                  <a:gd name="connsiteX40" fmla="*/ 282542 w 2780955"/>
                  <a:gd name="connsiteY40" fmla="*/ 2636518 h 5225767"/>
                  <a:gd name="connsiteX41" fmla="*/ 295218 w 2780955"/>
                  <a:gd name="connsiteY41" fmla="*/ 2802877 h 5225767"/>
                  <a:gd name="connsiteX42" fmla="*/ 288087 w 2780955"/>
                  <a:gd name="connsiteY42" fmla="*/ 3044491 h 5225767"/>
                  <a:gd name="connsiteX43" fmla="*/ 266694 w 2780955"/>
                  <a:gd name="connsiteY43" fmla="*/ 3318587 h 5225767"/>
                  <a:gd name="connsiteX44" fmla="*/ 482054 w 2780955"/>
                  <a:gd name="connsiteY44" fmla="*/ 3389677 h 5225767"/>
                  <a:gd name="connsiteX45" fmla="*/ 502763 w 2780955"/>
                  <a:gd name="connsiteY45" fmla="*/ 4252572 h 5225767"/>
                  <a:gd name="connsiteX46" fmla="*/ 583912 w 2780955"/>
                  <a:gd name="connsiteY46" fmla="*/ 4496662 h 5225767"/>
                  <a:gd name="connsiteX47" fmla="*/ 555839 w 2780955"/>
                  <a:gd name="connsiteY47" fmla="*/ 4613014 h 5225767"/>
                  <a:gd name="connsiteX48" fmla="*/ 510681 w 2780955"/>
                  <a:gd name="connsiteY48" fmla="*/ 4791261 h 5225767"/>
                  <a:gd name="connsiteX49" fmla="*/ 536032 w 2780955"/>
                  <a:gd name="connsiteY49" fmla="*/ 5071689 h 5225767"/>
                  <a:gd name="connsiteX50" fmla="*/ 581294 w 2780955"/>
                  <a:gd name="connsiteY50" fmla="*/ 5081593 h 5225767"/>
                  <a:gd name="connsiteX51" fmla="*/ 597142 w 2780955"/>
                  <a:gd name="connsiteY51" fmla="*/ 5051882 h 5225767"/>
                  <a:gd name="connsiteX52" fmla="*/ 1023219 w 2780955"/>
                  <a:gd name="connsiteY52" fmla="*/ 5212696 h 5225767"/>
                  <a:gd name="connsiteX53" fmla="*/ 1008995 w 2780955"/>
                  <a:gd name="connsiteY53" fmla="*/ 5139388 h 5225767"/>
                  <a:gd name="connsiteX54" fmla="*/ 1222962 w 2780955"/>
                  <a:gd name="connsiteY54" fmla="*/ 5131096 h 5225767"/>
                  <a:gd name="connsiteX55" fmla="*/ 1165347 w 2780955"/>
                  <a:gd name="connsiteY55" fmla="*/ 4961759 h 5225767"/>
                  <a:gd name="connsiteX56" fmla="*/ 1071459 w 2780955"/>
                  <a:gd name="connsiteY56" fmla="*/ 4760275 h 5225767"/>
                  <a:gd name="connsiteX57" fmla="*/ 1039067 w 2780955"/>
                  <a:gd name="connsiteY57" fmla="*/ 4582117 h 5225767"/>
                  <a:gd name="connsiteX58" fmla="*/ 1046855 w 2780955"/>
                  <a:gd name="connsiteY58" fmla="*/ 4416687 h 5225767"/>
                  <a:gd name="connsiteX59" fmla="*/ 1092258 w 2780955"/>
                  <a:gd name="connsiteY59" fmla="*/ 3978476 h 5225767"/>
                  <a:gd name="connsiteX60" fmla="*/ 1117481 w 2780955"/>
                  <a:gd name="connsiteY60" fmla="*/ 3506854 h 5225767"/>
                  <a:gd name="connsiteX61" fmla="*/ 1118990 w 2780955"/>
                  <a:gd name="connsiteY61" fmla="*/ 3494681 h 5225767"/>
                  <a:gd name="connsiteX62" fmla="*/ 1145205 w 2780955"/>
                  <a:gd name="connsiteY62" fmla="*/ 3361192 h 5225767"/>
                  <a:gd name="connsiteX63" fmla="*/ 1354504 w 2780955"/>
                  <a:gd name="connsiteY63" fmla="*/ 3266517 h 5225767"/>
                  <a:gd name="connsiteX64" fmla="*/ 1345749 w 2780955"/>
                  <a:gd name="connsiteY64" fmla="*/ 3103124 h 5225767"/>
                  <a:gd name="connsiteX65" fmla="*/ 1398566 w 2780955"/>
                  <a:gd name="connsiteY65" fmla="*/ 2296542 h 5225767"/>
                  <a:gd name="connsiteX66" fmla="*/ 1398566 w 2780955"/>
                  <a:gd name="connsiteY66" fmla="*/ 2148700 h 5225767"/>
                  <a:gd name="connsiteX67" fmla="*/ 1465259 w 2780955"/>
                  <a:gd name="connsiteY67" fmla="*/ 2183401 h 5225767"/>
                  <a:gd name="connsiteX68" fmla="*/ 1346380 w 2780955"/>
                  <a:gd name="connsiteY68" fmla="*/ 1302814 h 5225767"/>
                  <a:gd name="connsiteX69" fmla="*/ 1438335 w 2780955"/>
                  <a:gd name="connsiteY69" fmla="*/ 900064 h 5225767"/>
                  <a:gd name="connsiteX70" fmla="*/ 1836532 w 2780955"/>
                  <a:gd name="connsiteY70" fmla="*/ 1163831 h 5225767"/>
                  <a:gd name="connsiteX71" fmla="*/ 1931465 w 2780955"/>
                  <a:gd name="connsiteY71" fmla="*/ 1128615 h 5225767"/>
                  <a:gd name="connsiteX72" fmla="*/ 2074845 w 2780955"/>
                  <a:gd name="connsiteY72" fmla="*/ 1031180 h 5225767"/>
                  <a:gd name="connsiteX73" fmla="*/ 2173079 w 2780955"/>
                  <a:gd name="connsiteY73" fmla="*/ 947208 h 5225767"/>
                  <a:gd name="connsiteX74" fmla="*/ 2384596 w 2780955"/>
                  <a:gd name="connsiteY74" fmla="*/ 722629 h 5225767"/>
                  <a:gd name="connsiteX75" fmla="*/ 2556899 w 2780955"/>
                  <a:gd name="connsiteY75" fmla="*/ 514967 h 5225767"/>
                  <a:gd name="connsiteX76" fmla="*/ 2556190 w 2780955"/>
                  <a:gd name="connsiteY76" fmla="*/ 509100 h 5225767"/>
                  <a:gd name="connsiteX77" fmla="*/ 2479684 w 2780955"/>
                  <a:gd name="connsiteY77" fmla="*/ 455844 h 5225767"/>
                  <a:gd name="connsiteX78" fmla="*/ 2604095 w 2780955"/>
                  <a:gd name="connsiteY78" fmla="*/ 400679 h 5225767"/>
                  <a:gd name="connsiteX79" fmla="*/ 2669782 w 2780955"/>
                  <a:gd name="connsiteY79" fmla="*/ 338022 h 5225767"/>
                  <a:gd name="connsiteX80" fmla="*/ 2679685 w 2780955"/>
                  <a:gd name="connsiteY80" fmla="*/ 304753 h 5225767"/>
                  <a:gd name="connsiteX81" fmla="*/ 2669743 w 2780955"/>
                  <a:gd name="connsiteY81" fmla="*/ 259414 h 5225767"/>
                  <a:gd name="connsiteX82" fmla="*/ 2667010 w 2780955"/>
                  <a:gd name="connsiteY82" fmla="*/ 239388 h 5225767"/>
                  <a:gd name="connsiteX83" fmla="*/ 2634527 w 2780955"/>
                  <a:gd name="connsiteY83" fmla="*/ 209678 h 5225767"/>
                  <a:gd name="connsiteX84" fmla="*/ 2604353 w 2780955"/>
                  <a:gd name="connsiteY84" fmla="*/ 207847 h 5225767"/>
                  <a:gd name="connsiteX85" fmla="*/ 2714824 w 2780955"/>
                  <a:gd name="connsiteY85" fmla="*/ 123849 h 5225767"/>
                  <a:gd name="connsiteX86" fmla="*/ 2778538 w 2780955"/>
                  <a:gd name="connsiteY86" fmla="*/ 57968 h 5225767"/>
                  <a:gd name="connsiteX87" fmla="*/ 254406 w 2780955"/>
                  <a:gd name="connsiteY87" fmla="*/ 2321674 h 5225767"/>
                  <a:gd name="connsiteX88" fmla="*/ 265508 w 2780955"/>
                  <a:gd name="connsiteY88" fmla="*/ 2324820 h 5225767"/>
                  <a:gd name="connsiteX89" fmla="*/ 266604 w 2780955"/>
                  <a:gd name="connsiteY89" fmla="*/ 2339314 h 5225767"/>
                  <a:gd name="connsiteX90" fmla="*/ 254406 w 2780955"/>
                  <a:gd name="connsiteY90" fmla="*/ 2321674 h 5225767"/>
                  <a:gd name="connsiteX91" fmla="*/ 315412 w 2780955"/>
                  <a:gd name="connsiteY91" fmla="*/ 1840677 h 5225767"/>
                  <a:gd name="connsiteX92" fmla="*/ 322762 w 2780955"/>
                  <a:gd name="connsiteY92" fmla="*/ 1449675 h 5225767"/>
                  <a:gd name="connsiteX93" fmla="*/ 429919 w 2780955"/>
                  <a:gd name="connsiteY93" fmla="*/ 1055952 h 5225767"/>
                  <a:gd name="connsiteX94" fmla="*/ 432756 w 2780955"/>
                  <a:gd name="connsiteY94" fmla="*/ 1061252 h 5225767"/>
                  <a:gd name="connsiteX95" fmla="*/ 476277 w 2780955"/>
                  <a:gd name="connsiteY95" fmla="*/ 1390771 h 5225767"/>
                  <a:gd name="connsiteX96" fmla="*/ 315412 w 2780955"/>
                  <a:gd name="connsiteY96" fmla="*/ 1840677 h 5225767"/>
                  <a:gd name="connsiteX97" fmla="*/ 777388 w 2780955"/>
                  <a:gd name="connsiteY97" fmla="*/ 4555953 h 5225767"/>
                  <a:gd name="connsiteX98" fmla="*/ 781321 w 2780955"/>
                  <a:gd name="connsiteY98" fmla="*/ 4113138 h 5225767"/>
                  <a:gd name="connsiteX99" fmla="*/ 777388 w 2780955"/>
                  <a:gd name="connsiteY99" fmla="*/ 4555953 h 522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780955" h="5225767">
                    <a:moveTo>
                      <a:pt x="2778538" y="57968"/>
                    </a:moveTo>
                    <a:cubicBezTo>
                      <a:pt x="2747797" y="31418"/>
                      <a:pt x="2565990" y="129252"/>
                      <a:pt x="2565990" y="129252"/>
                    </a:cubicBezTo>
                    <a:cubicBezTo>
                      <a:pt x="2565990" y="129252"/>
                      <a:pt x="2567976" y="111431"/>
                      <a:pt x="2543643" y="108955"/>
                    </a:cubicBezTo>
                    <a:cubicBezTo>
                      <a:pt x="2523733" y="106931"/>
                      <a:pt x="2463939" y="168014"/>
                      <a:pt x="2432114" y="180742"/>
                    </a:cubicBezTo>
                    <a:cubicBezTo>
                      <a:pt x="2366440" y="206996"/>
                      <a:pt x="2337723" y="283154"/>
                      <a:pt x="2333467" y="309718"/>
                    </a:cubicBezTo>
                    <a:lnTo>
                      <a:pt x="2308928" y="280162"/>
                    </a:lnTo>
                    <a:lnTo>
                      <a:pt x="2134562" y="538565"/>
                    </a:lnTo>
                    <a:lnTo>
                      <a:pt x="1896597" y="808548"/>
                    </a:lnTo>
                    <a:lnTo>
                      <a:pt x="1719936" y="695665"/>
                    </a:lnTo>
                    <a:lnTo>
                      <a:pt x="1488677" y="513472"/>
                    </a:lnTo>
                    <a:lnTo>
                      <a:pt x="1422332" y="449538"/>
                    </a:lnTo>
                    <a:lnTo>
                      <a:pt x="1408689" y="429229"/>
                    </a:lnTo>
                    <a:cubicBezTo>
                      <a:pt x="1408689" y="429229"/>
                      <a:pt x="1398773" y="398177"/>
                      <a:pt x="1368199" y="379570"/>
                    </a:cubicBezTo>
                    <a:cubicBezTo>
                      <a:pt x="1337625" y="360962"/>
                      <a:pt x="1191537" y="315005"/>
                      <a:pt x="1191537" y="315005"/>
                    </a:cubicBezTo>
                    <a:cubicBezTo>
                      <a:pt x="1125785" y="224301"/>
                      <a:pt x="1048016" y="175713"/>
                      <a:pt x="1048016" y="175713"/>
                    </a:cubicBezTo>
                    <a:lnTo>
                      <a:pt x="990182" y="176241"/>
                    </a:lnTo>
                    <a:cubicBezTo>
                      <a:pt x="944985" y="35015"/>
                      <a:pt x="652823" y="2094"/>
                      <a:pt x="623100" y="5"/>
                    </a:cubicBezTo>
                    <a:cubicBezTo>
                      <a:pt x="621875" y="-85"/>
                      <a:pt x="620882" y="973"/>
                      <a:pt x="621011" y="2198"/>
                    </a:cubicBezTo>
                    <a:lnTo>
                      <a:pt x="634615" y="128311"/>
                    </a:lnTo>
                    <a:cubicBezTo>
                      <a:pt x="604376" y="134526"/>
                      <a:pt x="561075" y="235932"/>
                      <a:pt x="561075" y="235932"/>
                    </a:cubicBezTo>
                    <a:lnTo>
                      <a:pt x="504079" y="260227"/>
                    </a:lnTo>
                    <a:lnTo>
                      <a:pt x="334264" y="368274"/>
                    </a:lnTo>
                    <a:cubicBezTo>
                      <a:pt x="220414" y="382742"/>
                      <a:pt x="242632" y="471073"/>
                      <a:pt x="242632" y="471073"/>
                    </a:cubicBezTo>
                    <a:cubicBezTo>
                      <a:pt x="242491" y="487746"/>
                      <a:pt x="243316" y="504987"/>
                      <a:pt x="244954" y="522640"/>
                    </a:cubicBezTo>
                    <a:cubicBezTo>
                      <a:pt x="235489" y="531808"/>
                      <a:pt x="6589" y="1352382"/>
                      <a:pt x="6589" y="1352382"/>
                    </a:cubicBezTo>
                    <a:lnTo>
                      <a:pt x="2360" y="1783333"/>
                    </a:lnTo>
                    <a:lnTo>
                      <a:pt x="0" y="2249398"/>
                    </a:lnTo>
                    <a:lnTo>
                      <a:pt x="97667" y="2277148"/>
                    </a:lnTo>
                    <a:cubicBezTo>
                      <a:pt x="97306" y="2278050"/>
                      <a:pt x="86461" y="2398116"/>
                      <a:pt x="86422" y="2400230"/>
                    </a:cubicBezTo>
                    <a:cubicBezTo>
                      <a:pt x="85055" y="2462088"/>
                      <a:pt x="86912" y="2534068"/>
                      <a:pt x="110858" y="2599574"/>
                    </a:cubicBezTo>
                    <a:cubicBezTo>
                      <a:pt x="127802" y="2640464"/>
                      <a:pt x="129530" y="2678363"/>
                      <a:pt x="201420" y="2722799"/>
                    </a:cubicBezTo>
                    <a:cubicBezTo>
                      <a:pt x="204051" y="2724424"/>
                      <a:pt x="250743" y="2753180"/>
                      <a:pt x="273864" y="2756842"/>
                    </a:cubicBezTo>
                    <a:cubicBezTo>
                      <a:pt x="274174" y="2756893"/>
                      <a:pt x="282285" y="2758763"/>
                      <a:pt x="280415" y="2749028"/>
                    </a:cubicBezTo>
                    <a:cubicBezTo>
                      <a:pt x="277578" y="2734262"/>
                      <a:pt x="268655" y="2721342"/>
                      <a:pt x="261601" y="2708447"/>
                    </a:cubicBezTo>
                    <a:cubicBezTo>
                      <a:pt x="258274" y="2702360"/>
                      <a:pt x="254831" y="2696080"/>
                      <a:pt x="251878" y="2690007"/>
                    </a:cubicBezTo>
                    <a:cubicBezTo>
                      <a:pt x="226617" y="2635577"/>
                      <a:pt x="203303" y="2558478"/>
                      <a:pt x="235734" y="2500283"/>
                    </a:cubicBezTo>
                    <a:cubicBezTo>
                      <a:pt x="236224" y="2499406"/>
                      <a:pt x="237139" y="2481508"/>
                      <a:pt x="241266" y="2481495"/>
                    </a:cubicBezTo>
                    <a:cubicBezTo>
                      <a:pt x="245327" y="2481482"/>
                      <a:pt x="251453" y="2504280"/>
                      <a:pt x="253348" y="2516363"/>
                    </a:cubicBezTo>
                    <a:cubicBezTo>
                      <a:pt x="253387" y="2516569"/>
                      <a:pt x="253438" y="2516775"/>
                      <a:pt x="253477" y="2516982"/>
                    </a:cubicBezTo>
                    <a:cubicBezTo>
                      <a:pt x="255798" y="2525596"/>
                      <a:pt x="257823" y="2534480"/>
                      <a:pt x="259963" y="2543881"/>
                    </a:cubicBezTo>
                    <a:cubicBezTo>
                      <a:pt x="266424" y="2572211"/>
                      <a:pt x="267378" y="2612753"/>
                      <a:pt x="282542" y="2636518"/>
                    </a:cubicBezTo>
                    <a:lnTo>
                      <a:pt x="295218" y="2802877"/>
                    </a:lnTo>
                    <a:lnTo>
                      <a:pt x="288087" y="3044491"/>
                    </a:lnTo>
                    <a:lnTo>
                      <a:pt x="266694" y="3318587"/>
                    </a:lnTo>
                    <a:lnTo>
                      <a:pt x="482054" y="3389677"/>
                    </a:lnTo>
                    <a:cubicBezTo>
                      <a:pt x="343536" y="3862821"/>
                      <a:pt x="502763" y="4252572"/>
                      <a:pt x="502763" y="4252572"/>
                    </a:cubicBezTo>
                    <a:lnTo>
                      <a:pt x="583912" y="4496662"/>
                    </a:lnTo>
                    <a:cubicBezTo>
                      <a:pt x="597555" y="4537926"/>
                      <a:pt x="600198" y="4582117"/>
                      <a:pt x="555839" y="4613014"/>
                    </a:cubicBezTo>
                    <a:cubicBezTo>
                      <a:pt x="499204" y="4652459"/>
                      <a:pt x="479140" y="4734175"/>
                      <a:pt x="510681" y="4791261"/>
                    </a:cubicBezTo>
                    <a:cubicBezTo>
                      <a:pt x="552267" y="4866517"/>
                      <a:pt x="536032" y="5071689"/>
                      <a:pt x="536032" y="5071689"/>
                    </a:cubicBezTo>
                    <a:lnTo>
                      <a:pt x="581294" y="5081593"/>
                    </a:lnTo>
                    <a:lnTo>
                      <a:pt x="597142" y="5051882"/>
                    </a:lnTo>
                    <a:cubicBezTo>
                      <a:pt x="650592" y="5280292"/>
                      <a:pt x="1016604" y="5221155"/>
                      <a:pt x="1023219" y="5212696"/>
                    </a:cubicBezTo>
                    <a:cubicBezTo>
                      <a:pt x="1041194" y="5189756"/>
                      <a:pt x="1008995" y="5139388"/>
                      <a:pt x="1008995" y="5139388"/>
                    </a:cubicBezTo>
                    <a:cubicBezTo>
                      <a:pt x="1008995" y="5139388"/>
                      <a:pt x="1193652" y="5163605"/>
                      <a:pt x="1222962" y="5131096"/>
                    </a:cubicBezTo>
                    <a:cubicBezTo>
                      <a:pt x="1245825" y="5105745"/>
                      <a:pt x="1207720" y="5025332"/>
                      <a:pt x="1165347" y="4961759"/>
                    </a:cubicBezTo>
                    <a:cubicBezTo>
                      <a:pt x="1123103" y="4898380"/>
                      <a:pt x="1089551" y="4834266"/>
                      <a:pt x="1071459" y="4760275"/>
                    </a:cubicBezTo>
                    <a:lnTo>
                      <a:pt x="1039067" y="4582117"/>
                    </a:lnTo>
                    <a:cubicBezTo>
                      <a:pt x="1034657" y="4541769"/>
                      <a:pt x="1042677" y="4457061"/>
                      <a:pt x="1046855" y="4416687"/>
                    </a:cubicBezTo>
                    <a:lnTo>
                      <a:pt x="1092258" y="3978476"/>
                    </a:lnTo>
                    <a:lnTo>
                      <a:pt x="1117481" y="3506854"/>
                    </a:lnTo>
                    <a:cubicBezTo>
                      <a:pt x="1117700" y="3502766"/>
                      <a:pt x="1118203" y="3498691"/>
                      <a:pt x="1118990" y="3494681"/>
                    </a:cubicBezTo>
                    <a:lnTo>
                      <a:pt x="1145205" y="3361192"/>
                    </a:lnTo>
                    <a:lnTo>
                      <a:pt x="1354504" y="3266517"/>
                    </a:lnTo>
                    <a:lnTo>
                      <a:pt x="1345749" y="3103124"/>
                    </a:lnTo>
                    <a:lnTo>
                      <a:pt x="1398566" y="2296542"/>
                    </a:lnTo>
                    <a:lnTo>
                      <a:pt x="1398566" y="2148700"/>
                    </a:lnTo>
                    <a:cubicBezTo>
                      <a:pt x="1398566" y="2148700"/>
                      <a:pt x="1444150" y="2192453"/>
                      <a:pt x="1465259" y="2183401"/>
                    </a:cubicBezTo>
                    <a:cubicBezTo>
                      <a:pt x="1476349" y="2178643"/>
                      <a:pt x="1346380" y="1302814"/>
                      <a:pt x="1346380" y="1302814"/>
                    </a:cubicBezTo>
                    <a:cubicBezTo>
                      <a:pt x="1367399" y="1057151"/>
                      <a:pt x="1402680" y="993540"/>
                      <a:pt x="1438335" y="900064"/>
                    </a:cubicBezTo>
                    <a:lnTo>
                      <a:pt x="1836532" y="1163831"/>
                    </a:lnTo>
                    <a:lnTo>
                      <a:pt x="1931465" y="1128615"/>
                    </a:lnTo>
                    <a:cubicBezTo>
                      <a:pt x="1982555" y="1104643"/>
                      <a:pt x="2031776" y="1067648"/>
                      <a:pt x="2074845" y="1031180"/>
                    </a:cubicBezTo>
                    <a:lnTo>
                      <a:pt x="2173079" y="947208"/>
                    </a:lnTo>
                    <a:cubicBezTo>
                      <a:pt x="2189662" y="933166"/>
                      <a:pt x="2370360" y="739044"/>
                      <a:pt x="2384596" y="722629"/>
                    </a:cubicBezTo>
                    <a:lnTo>
                      <a:pt x="2556899" y="514967"/>
                    </a:lnTo>
                    <a:cubicBezTo>
                      <a:pt x="2558472" y="513188"/>
                      <a:pt x="2558137" y="510441"/>
                      <a:pt x="2556190" y="509100"/>
                    </a:cubicBezTo>
                    <a:lnTo>
                      <a:pt x="2479684" y="455844"/>
                    </a:lnTo>
                    <a:cubicBezTo>
                      <a:pt x="2479684" y="455844"/>
                      <a:pt x="2553624" y="459042"/>
                      <a:pt x="2604095" y="400679"/>
                    </a:cubicBezTo>
                    <a:cubicBezTo>
                      <a:pt x="2604095" y="400679"/>
                      <a:pt x="2699092" y="406946"/>
                      <a:pt x="2669782" y="338022"/>
                    </a:cubicBezTo>
                    <a:lnTo>
                      <a:pt x="2679685" y="304753"/>
                    </a:lnTo>
                    <a:lnTo>
                      <a:pt x="2669743" y="259414"/>
                    </a:lnTo>
                    <a:lnTo>
                      <a:pt x="2667010" y="239388"/>
                    </a:lnTo>
                    <a:cubicBezTo>
                      <a:pt x="2662548" y="223553"/>
                      <a:pt x="2650749" y="212425"/>
                      <a:pt x="2634527" y="209678"/>
                    </a:cubicBezTo>
                    <a:lnTo>
                      <a:pt x="2604353" y="207847"/>
                    </a:lnTo>
                    <a:cubicBezTo>
                      <a:pt x="2604353" y="207847"/>
                      <a:pt x="2673676" y="143527"/>
                      <a:pt x="2714824" y="123849"/>
                    </a:cubicBezTo>
                    <a:cubicBezTo>
                      <a:pt x="2755959" y="104146"/>
                      <a:pt x="2790556" y="68349"/>
                      <a:pt x="2778538" y="57968"/>
                    </a:cubicBezTo>
                    <a:close/>
                    <a:moveTo>
                      <a:pt x="254406" y="2321674"/>
                    </a:moveTo>
                    <a:lnTo>
                      <a:pt x="265508" y="2324820"/>
                    </a:lnTo>
                    <a:lnTo>
                      <a:pt x="266604" y="2339314"/>
                    </a:lnTo>
                    <a:cubicBezTo>
                      <a:pt x="261936" y="2333602"/>
                      <a:pt x="257732" y="2327786"/>
                      <a:pt x="254406" y="2321674"/>
                    </a:cubicBezTo>
                    <a:close/>
                    <a:moveTo>
                      <a:pt x="315412" y="1840677"/>
                    </a:moveTo>
                    <a:cubicBezTo>
                      <a:pt x="315966" y="1758497"/>
                      <a:pt x="317694" y="1576407"/>
                      <a:pt x="322762" y="1449675"/>
                    </a:cubicBezTo>
                    <a:cubicBezTo>
                      <a:pt x="326966" y="1344697"/>
                      <a:pt x="386051" y="1171439"/>
                      <a:pt x="429919" y="1055952"/>
                    </a:cubicBezTo>
                    <a:cubicBezTo>
                      <a:pt x="431763" y="1059421"/>
                      <a:pt x="432756" y="1061252"/>
                      <a:pt x="432756" y="1061252"/>
                    </a:cubicBezTo>
                    <a:cubicBezTo>
                      <a:pt x="432756" y="1061252"/>
                      <a:pt x="462415" y="1269970"/>
                      <a:pt x="476277" y="1390771"/>
                    </a:cubicBezTo>
                    <a:cubicBezTo>
                      <a:pt x="489972" y="1510166"/>
                      <a:pt x="319422" y="1833108"/>
                      <a:pt x="315412" y="1840677"/>
                    </a:cubicBezTo>
                    <a:close/>
                    <a:moveTo>
                      <a:pt x="777388" y="4555953"/>
                    </a:moveTo>
                    <a:lnTo>
                      <a:pt x="781321" y="4113138"/>
                    </a:lnTo>
                    <a:cubicBezTo>
                      <a:pt x="868969" y="4359227"/>
                      <a:pt x="777388" y="4555953"/>
                      <a:pt x="777388" y="4555953"/>
                    </a:cubicBezTo>
                    <a:close/>
                  </a:path>
                </a:pathLst>
              </a:custGeom>
              <a:solidFill>
                <a:srgbClr val="FFFFFF"/>
              </a:solidFill>
              <a:ln w="12882" cap="flat">
                <a:noFill/>
                <a:prstDash val="solid"/>
                <a:miter/>
              </a:ln>
            </p:spPr>
            <p:txBody>
              <a:bodyPr rtlCol="0" anchor="ctr"/>
              <a:lstStyle/>
              <a:p>
                <a:endParaRPr lang="en-US"/>
              </a:p>
            </p:txBody>
          </p:sp>
          <p:grpSp>
            <p:nvGrpSpPr>
              <p:cNvPr id="41" name="Графіка 36" descr="Woman wearing a suit">
                <a:extLst>
                  <a:ext uri="{FF2B5EF4-FFF2-40B4-BE49-F238E27FC236}">
                    <a16:creationId xmlns:a16="http://schemas.microsoft.com/office/drawing/2014/main" id="{EE5C6893-9518-084C-6A25-662A1304790F}"/>
                  </a:ext>
                </a:extLst>
              </p:cNvPr>
              <p:cNvGrpSpPr/>
              <p:nvPr/>
            </p:nvGrpSpPr>
            <p:grpSpPr>
              <a:xfrm>
                <a:off x="8650944" y="6759005"/>
                <a:ext cx="711499" cy="583064"/>
                <a:chOff x="8650944" y="6759005"/>
                <a:chExt cx="711499" cy="583064"/>
              </a:xfrm>
              <a:solidFill>
                <a:srgbClr val="FFFFFF"/>
              </a:solidFill>
            </p:grpSpPr>
            <p:sp>
              <p:nvSpPr>
                <p:cNvPr id="42" name="Полілінія: фігура 41">
                  <a:extLst>
                    <a:ext uri="{FF2B5EF4-FFF2-40B4-BE49-F238E27FC236}">
                      <a16:creationId xmlns:a16="http://schemas.microsoft.com/office/drawing/2014/main" id="{42CB54B2-A7B6-95E0-FE45-BFCA5E144F08}"/>
                    </a:ext>
                  </a:extLst>
                </p:cNvPr>
                <p:cNvSpPr/>
                <p:nvPr/>
              </p:nvSpPr>
              <p:spPr>
                <a:xfrm>
                  <a:off x="9044885" y="7038155"/>
                  <a:ext cx="317557" cy="225523"/>
                </a:xfrm>
                <a:custGeom>
                  <a:avLst/>
                  <a:gdLst>
                    <a:gd name="connsiteX0" fmla="*/ 272001 w 317557"/>
                    <a:gd name="connsiteY0" fmla="*/ 89379 h 225523"/>
                    <a:gd name="connsiteX1" fmla="*/ 241362 w 317557"/>
                    <a:gd name="connsiteY1" fmla="*/ 33273 h 225523"/>
                    <a:gd name="connsiteX2" fmla="*/ 212568 w 317557"/>
                    <a:gd name="connsiteY2" fmla="*/ 1667 h 225523"/>
                    <a:gd name="connsiteX3" fmla="*/ 2250 w 317557"/>
                    <a:gd name="connsiteY3" fmla="*/ 8463 h 225523"/>
                    <a:gd name="connsiteX4" fmla="*/ 11741 w 317557"/>
                    <a:gd name="connsiteY4" fmla="*/ 54975 h 225523"/>
                    <a:gd name="connsiteX5" fmla="*/ 28904 w 317557"/>
                    <a:gd name="connsiteY5" fmla="*/ 117309 h 225523"/>
                    <a:gd name="connsiteX6" fmla="*/ 95803 w 317557"/>
                    <a:gd name="connsiteY6" fmla="*/ 193983 h 225523"/>
                    <a:gd name="connsiteX7" fmla="*/ 130891 w 317557"/>
                    <a:gd name="connsiteY7" fmla="*/ 202610 h 225523"/>
                    <a:gd name="connsiteX8" fmla="*/ 310157 w 317557"/>
                    <a:gd name="connsiteY8" fmla="*/ 221940 h 225523"/>
                    <a:gd name="connsiteX9" fmla="*/ 272001 w 317557"/>
                    <a:gd name="connsiteY9" fmla="*/ 89379 h 22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7557" h="225523">
                      <a:moveTo>
                        <a:pt x="272001" y="89379"/>
                      </a:moveTo>
                      <a:cubicBezTo>
                        <a:pt x="261440" y="68747"/>
                        <a:pt x="252620" y="52486"/>
                        <a:pt x="241362" y="33273"/>
                      </a:cubicBezTo>
                      <a:cubicBezTo>
                        <a:pt x="233638" y="25149"/>
                        <a:pt x="226701" y="-7708"/>
                        <a:pt x="212568" y="1667"/>
                      </a:cubicBezTo>
                      <a:cubicBezTo>
                        <a:pt x="135301" y="68154"/>
                        <a:pt x="40432" y="11828"/>
                        <a:pt x="2250" y="8463"/>
                      </a:cubicBezTo>
                      <a:cubicBezTo>
                        <a:pt x="-5719" y="18289"/>
                        <a:pt x="9897" y="43086"/>
                        <a:pt x="11741" y="54975"/>
                      </a:cubicBezTo>
                      <a:cubicBezTo>
                        <a:pt x="18562" y="75246"/>
                        <a:pt x="25616" y="96200"/>
                        <a:pt x="28904" y="117309"/>
                      </a:cubicBezTo>
                      <a:cubicBezTo>
                        <a:pt x="49020" y="139540"/>
                        <a:pt x="72657" y="156936"/>
                        <a:pt x="95803" y="193983"/>
                      </a:cubicBezTo>
                      <a:cubicBezTo>
                        <a:pt x="101516" y="201424"/>
                        <a:pt x="114037" y="191778"/>
                        <a:pt x="130891" y="202610"/>
                      </a:cubicBezTo>
                      <a:cubicBezTo>
                        <a:pt x="187513" y="223358"/>
                        <a:pt x="252800" y="230592"/>
                        <a:pt x="310157" y="221940"/>
                      </a:cubicBezTo>
                      <a:cubicBezTo>
                        <a:pt x="333665" y="202520"/>
                        <a:pt x="295741" y="138664"/>
                        <a:pt x="272001" y="89379"/>
                      </a:cubicBezTo>
                      <a:close/>
                    </a:path>
                  </a:pathLst>
                </a:custGeom>
                <a:solidFill>
                  <a:srgbClr val="FFFFFF"/>
                </a:solidFill>
                <a:ln w="12882" cap="flat">
                  <a:noFill/>
                  <a:prstDash val="solid"/>
                  <a:miter/>
                </a:ln>
              </p:spPr>
              <p:txBody>
                <a:bodyPr rtlCol="0" anchor="ctr"/>
                <a:lstStyle/>
                <a:p>
                  <a:endParaRPr lang="en-US"/>
                </a:p>
              </p:txBody>
            </p:sp>
            <p:sp>
              <p:nvSpPr>
                <p:cNvPr id="43" name="Полілінія: фігура 42">
                  <a:extLst>
                    <a:ext uri="{FF2B5EF4-FFF2-40B4-BE49-F238E27FC236}">
                      <a16:creationId xmlns:a16="http://schemas.microsoft.com/office/drawing/2014/main" id="{B1AA7F51-0484-4C86-AEC2-FAEA30830AFD}"/>
                    </a:ext>
                  </a:extLst>
                </p:cNvPr>
                <p:cNvSpPr/>
                <p:nvPr/>
              </p:nvSpPr>
              <p:spPr>
                <a:xfrm>
                  <a:off x="8650944" y="6759005"/>
                  <a:ext cx="508653" cy="583064"/>
                </a:xfrm>
                <a:custGeom>
                  <a:avLst/>
                  <a:gdLst>
                    <a:gd name="connsiteX0" fmla="*/ 429113 w 508653"/>
                    <a:gd name="connsiteY0" fmla="*/ 434384 h 583064"/>
                    <a:gd name="connsiteX1" fmla="*/ 395354 w 508653"/>
                    <a:gd name="connsiteY1" fmla="*/ 426454 h 583064"/>
                    <a:gd name="connsiteX2" fmla="*/ 159517 w 508653"/>
                    <a:gd name="connsiteY2" fmla="*/ 369638 h 583064"/>
                    <a:gd name="connsiteX3" fmla="*/ 133057 w 508653"/>
                    <a:gd name="connsiteY3" fmla="*/ 315208 h 583064"/>
                    <a:gd name="connsiteX4" fmla="*/ 56086 w 508653"/>
                    <a:gd name="connsiteY4" fmla="*/ 944 h 583064"/>
                    <a:gd name="connsiteX5" fmla="*/ 41605 w 508653"/>
                    <a:gd name="connsiteY5" fmla="*/ 2737 h 583064"/>
                    <a:gd name="connsiteX6" fmla="*/ 36035 w 508653"/>
                    <a:gd name="connsiteY6" fmla="*/ 231984 h 583064"/>
                    <a:gd name="connsiteX7" fmla="*/ 46157 w 508653"/>
                    <a:gd name="connsiteY7" fmla="*/ 432192 h 583064"/>
                    <a:gd name="connsiteX8" fmla="*/ 54113 w 508653"/>
                    <a:gd name="connsiteY8" fmla="*/ 441296 h 583064"/>
                    <a:gd name="connsiteX9" fmla="*/ 75700 w 508653"/>
                    <a:gd name="connsiteY9" fmla="*/ 440574 h 583064"/>
                    <a:gd name="connsiteX10" fmla="*/ 80600 w 508653"/>
                    <a:gd name="connsiteY10" fmla="*/ 385383 h 583064"/>
                    <a:gd name="connsiteX11" fmla="*/ 86338 w 508653"/>
                    <a:gd name="connsiteY11" fmla="*/ 373571 h 583064"/>
                    <a:gd name="connsiteX12" fmla="*/ 95300 w 508653"/>
                    <a:gd name="connsiteY12" fmla="*/ 376189 h 583064"/>
                    <a:gd name="connsiteX13" fmla="*/ 135674 w 508653"/>
                    <a:gd name="connsiteY13" fmla="*/ 491045 h 583064"/>
                    <a:gd name="connsiteX14" fmla="*/ 296256 w 508653"/>
                    <a:gd name="connsiteY14" fmla="*/ 571020 h 583064"/>
                    <a:gd name="connsiteX15" fmla="*/ 503427 w 508653"/>
                    <a:gd name="connsiteY15" fmla="*/ 575082 h 583064"/>
                    <a:gd name="connsiteX16" fmla="*/ 429113 w 508653"/>
                    <a:gd name="connsiteY16" fmla="*/ 434384 h 58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8653" h="583064">
                      <a:moveTo>
                        <a:pt x="429113" y="434384"/>
                      </a:moveTo>
                      <a:cubicBezTo>
                        <a:pt x="422421" y="427962"/>
                        <a:pt x="398874" y="425461"/>
                        <a:pt x="395354" y="426454"/>
                      </a:cubicBezTo>
                      <a:cubicBezTo>
                        <a:pt x="328493" y="444042"/>
                        <a:pt x="199930" y="455029"/>
                        <a:pt x="159517" y="369638"/>
                      </a:cubicBezTo>
                      <a:cubicBezTo>
                        <a:pt x="151471" y="352308"/>
                        <a:pt x="142522" y="334280"/>
                        <a:pt x="133057" y="315208"/>
                      </a:cubicBezTo>
                      <a:cubicBezTo>
                        <a:pt x="73391" y="203370"/>
                        <a:pt x="44391" y="109804"/>
                        <a:pt x="56086" y="944"/>
                      </a:cubicBezTo>
                      <a:cubicBezTo>
                        <a:pt x="52772" y="-784"/>
                        <a:pt x="43991" y="-113"/>
                        <a:pt x="41605" y="2737"/>
                      </a:cubicBezTo>
                      <a:cubicBezTo>
                        <a:pt x="-36177" y="94781"/>
                        <a:pt x="15054" y="147135"/>
                        <a:pt x="36035" y="231984"/>
                      </a:cubicBezTo>
                      <a:cubicBezTo>
                        <a:pt x="52218" y="302288"/>
                        <a:pt x="55622" y="369638"/>
                        <a:pt x="46157" y="432192"/>
                      </a:cubicBezTo>
                      <a:cubicBezTo>
                        <a:pt x="45371" y="436911"/>
                        <a:pt x="49304" y="441399"/>
                        <a:pt x="54113" y="441296"/>
                      </a:cubicBezTo>
                      <a:cubicBezTo>
                        <a:pt x="60974" y="440071"/>
                        <a:pt x="69716" y="445306"/>
                        <a:pt x="75700" y="440574"/>
                      </a:cubicBezTo>
                      <a:cubicBezTo>
                        <a:pt x="82573" y="426969"/>
                        <a:pt x="69484" y="401205"/>
                        <a:pt x="80600" y="385383"/>
                      </a:cubicBezTo>
                      <a:cubicBezTo>
                        <a:pt x="82676" y="380599"/>
                        <a:pt x="79865" y="374925"/>
                        <a:pt x="86338" y="373571"/>
                      </a:cubicBezTo>
                      <a:cubicBezTo>
                        <a:pt x="88608" y="372811"/>
                        <a:pt x="93379" y="372359"/>
                        <a:pt x="95300" y="376189"/>
                      </a:cubicBezTo>
                      <a:cubicBezTo>
                        <a:pt x="114359" y="412540"/>
                        <a:pt x="120342" y="453108"/>
                        <a:pt x="135674" y="491045"/>
                      </a:cubicBezTo>
                      <a:cubicBezTo>
                        <a:pt x="164817" y="542315"/>
                        <a:pt x="240949" y="558795"/>
                        <a:pt x="296256" y="571020"/>
                      </a:cubicBezTo>
                      <a:cubicBezTo>
                        <a:pt x="364200" y="586636"/>
                        <a:pt x="434194" y="586055"/>
                        <a:pt x="503427" y="575082"/>
                      </a:cubicBezTo>
                      <a:cubicBezTo>
                        <a:pt x="529797" y="561684"/>
                        <a:pt x="448804" y="448891"/>
                        <a:pt x="429113" y="434384"/>
                      </a:cubicBezTo>
                      <a:close/>
                    </a:path>
                  </a:pathLst>
                </a:custGeom>
                <a:solidFill>
                  <a:srgbClr val="FFFFFF"/>
                </a:solidFill>
                <a:ln w="12882" cap="flat">
                  <a:noFill/>
                  <a:prstDash val="solid"/>
                  <a:miter/>
                </a:ln>
              </p:spPr>
              <p:txBody>
                <a:bodyPr rtlCol="0" anchor="ctr"/>
                <a:lstStyle/>
                <a:p>
                  <a:endParaRPr lang="en-US"/>
                </a:p>
              </p:txBody>
            </p:sp>
          </p:grpSp>
          <p:sp>
            <p:nvSpPr>
              <p:cNvPr id="44" name="Полілінія: фігура 43">
                <a:extLst>
                  <a:ext uri="{FF2B5EF4-FFF2-40B4-BE49-F238E27FC236}">
                    <a16:creationId xmlns:a16="http://schemas.microsoft.com/office/drawing/2014/main" id="{85180396-5E32-D8CB-4C5F-8F9E40D14C2B}"/>
                  </a:ext>
                </a:extLst>
              </p:cNvPr>
              <p:cNvSpPr/>
              <p:nvPr/>
            </p:nvSpPr>
            <p:spPr>
              <a:xfrm>
                <a:off x="8411977" y="3874656"/>
                <a:ext cx="1124483" cy="1659067"/>
              </a:xfrm>
              <a:custGeom>
                <a:avLst/>
                <a:gdLst>
                  <a:gd name="connsiteX0" fmla="*/ 1123364 w 1124483"/>
                  <a:gd name="connsiteY0" fmla="*/ 409851 h 1659067"/>
                  <a:gd name="connsiteX1" fmla="*/ 970300 w 1124483"/>
                  <a:gd name="connsiteY1" fmla="*/ 29281 h 1659067"/>
                  <a:gd name="connsiteX2" fmla="*/ 962899 w 1124483"/>
                  <a:gd name="connsiteY2" fmla="*/ 5554 h 1659067"/>
                  <a:gd name="connsiteX3" fmla="*/ 954723 w 1124483"/>
                  <a:gd name="connsiteY3" fmla="*/ 22 h 1659067"/>
                  <a:gd name="connsiteX4" fmla="*/ 947502 w 1124483"/>
                  <a:gd name="connsiteY4" fmla="*/ 6753 h 1659067"/>
                  <a:gd name="connsiteX5" fmla="*/ 842395 w 1124483"/>
                  <a:gd name="connsiteY5" fmla="*/ 360721 h 1659067"/>
                  <a:gd name="connsiteX6" fmla="*/ 841595 w 1124483"/>
                  <a:gd name="connsiteY6" fmla="*/ 364770 h 1659067"/>
                  <a:gd name="connsiteX7" fmla="*/ 823955 w 1124483"/>
                  <a:gd name="connsiteY7" fmla="*/ 402088 h 1659067"/>
                  <a:gd name="connsiteX8" fmla="*/ 62853 w 1124483"/>
                  <a:gd name="connsiteY8" fmla="*/ 346743 h 1659067"/>
                  <a:gd name="connsiteX9" fmla="*/ 55838 w 1124483"/>
                  <a:gd name="connsiteY9" fmla="*/ 347968 h 1659067"/>
                  <a:gd name="connsiteX10" fmla="*/ 52640 w 1124483"/>
                  <a:gd name="connsiteY10" fmla="*/ 354325 h 1659067"/>
                  <a:gd name="connsiteX11" fmla="*/ 53427 w 1124483"/>
                  <a:gd name="connsiteY11" fmla="*/ 581200 h 1659067"/>
                  <a:gd name="connsiteX12" fmla="*/ 50203 w 1124483"/>
                  <a:gd name="connsiteY12" fmla="*/ 588163 h 1659067"/>
                  <a:gd name="connsiteX13" fmla="*/ 42659 w 1124483"/>
                  <a:gd name="connsiteY13" fmla="*/ 589994 h 1659067"/>
                  <a:gd name="connsiteX14" fmla="*/ 19681 w 1124483"/>
                  <a:gd name="connsiteY14" fmla="*/ 585107 h 1659067"/>
                  <a:gd name="connsiteX15" fmla="*/ 11247 w 1124483"/>
                  <a:gd name="connsiteY15" fmla="*/ 588769 h 1659067"/>
                  <a:gd name="connsiteX16" fmla="*/ 11956 w 1124483"/>
                  <a:gd name="connsiteY16" fmla="*/ 597938 h 1659067"/>
                  <a:gd name="connsiteX17" fmla="*/ 55090 w 1124483"/>
                  <a:gd name="connsiteY17" fmla="*/ 707558 h 1659067"/>
                  <a:gd name="connsiteX18" fmla="*/ 54162 w 1124483"/>
                  <a:gd name="connsiteY18" fmla="*/ 779383 h 1659067"/>
                  <a:gd name="connsiteX19" fmla="*/ 58972 w 1124483"/>
                  <a:gd name="connsiteY19" fmla="*/ 817217 h 1659067"/>
                  <a:gd name="connsiteX20" fmla="*/ 51892 w 1124483"/>
                  <a:gd name="connsiteY20" fmla="*/ 918649 h 1659067"/>
                  <a:gd name="connsiteX21" fmla="*/ 32743 w 1124483"/>
                  <a:gd name="connsiteY21" fmla="*/ 913633 h 1659067"/>
                  <a:gd name="connsiteX22" fmla="*/ 24465 w 1124483"/>
                  <a:gd name="connsiteY22" fmla="*/ 913711 h 1659067"/>
                  <a:gd name="connsiteX23" fmla="*/ 20777 w 1124483"/>
                  <a:gd name="connsiteY23" fmla="*/ 921125 h 1659067"/>
                  <a:gd name="connsiteX24" fmla="*/ 27379 w 1124483"/>
                  <a:gd name="connsiteY24" fmla="*/ 1339710 h 1659067"/>
                  <a:gd name="connsiteX25" fmla="*/ 21744 w 1124483"/>
                  <a:gd name="connsiteY25" fmla="*/ 1408311 h 1659067"/>
                  <a:gd name="connsiteX26" fmla="*/ 274 w 1124483"/>
                  <a:gd name="connsiteY26" fmla="*/ 1567462 h 1659067"/>
                  <a:gd name="connsiteX27" fmla="*/ 5599 w 1124483"/>
                  <a:gd name="connsiteY27" fmla="*/ 1577094 h 1659067"/>
                  <a:gd name="connsiteX28" fmla="*/ 8501 w 1124483"/>
                  <a:gd name="connsiteY28" fmla="*/ 1577984 h 1659067"/>
                  <a:gd name="connsiteX29" fmla="*/ 206336 w 1124483"/>
                  <a:gd name="connsiteY29" fmla="*/ 1632040 h 1659067"/>
                  <a:gd name="connsiteX30" fmla="*/ 212280 w 1124483"/>
                  <a:gd name="connsiteY30" fmla="*/ 1630918 h 1659067"/>
                  <a:gd name="connsiteX31" fmla="*/ 219656 w 1124483"/>
                  <a:gd name="connsiteY31" fmla="*/ 1632723 h 1659067"/>
                  <a:gd name="connsiteX32" fmla="*/ 224363 w 1124483"/>
                  <a:gd name="connsiteY32" fmla="*/ 1635624 h 1659067"/>
                  <a:gd name="connsiteX33" fmla="*/ 467034 w 1124483"/>
                  <a:gd name="connsiteY33" fmla="*/ 1659068 h 1659067"/>
                  <a:gd name="connsiteX34" fmla="*/ 659195 w 1124483"/>
                  <a:gd name="connsiteY34" fmla="*/ 1645283 h 1659067"/>
                  <a:gd name="connsiteX35" fmla="*/ 1076890 w 1124483"/>
                  <a:gd name="connsiteY35" fmla="*/ 1522522 h 1659067"/>
                  <a:gd name="connsiteX36" fmla="*/ 1081172 w 1124483"/>
                  <a:gd name="connsiteY36" fmla="*/ 1512838 h 1659067"/>
                  <a:gd name="connsiteX37" fmla="*/ 1075872 w 1124483"/>
                  <a:gd name="connsiteY37" fmla="*/ 1229032 h 1659067"/>
                  <a:gd name="connsiteX38" fmla="*/ 1088251 w 1124483"/>
                  <a:gd name="connsiteY38" fmla="*/ 1106555 h 1659067"/>
                  <a:gd name="connsiteX39" fmla="*/ 1114931 w 1124483"/>
                  <a:gd name="connsiteY39" fmla="*/ 645817 h 1659067"/>
                  <a:gd name="connsiteX40" fmla="*/ 1124460 w 1124483"/>
                  <a:gd name="connsiteY40" fmla="*/ 414403 h 1659067"/>
                  <a:gd name="connsiteX41" fmla="*/ 1123364 w 1124483"/>
                  <a:gd name="connsiteY41" fmla="*/ 409851 h 165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24483" h="1659067">
                    <a:moveTo>
                      <a:pt x="1123364" y="409851"/>
                    </a:moveTo>
                    <a:cubicBezTo>
                      <a:pt x="1052493" y="293228"/>
                      <a:pt x="1010713" y="159043"/>
                      <a:pt x="970300" y="29281"/>
                    </a:cubicBezTo>
                    <a:cubicBezTo>
                      <a:pt x="967837" y="21363"/>
                      <a:pt x="965374" y="13446"/>
                      <a:pt x="962899" y="5554"/>
                    </a:cubicBezTo>
                    <a:cubicBezTo>
                      <a:pt x="961802" y="2021"/>
                      <a:pt x="958411" y="-249"/>
                      <a:pt x="954723" y="22"/>
                    </a:cubicBezTo>
                    <a:cubicBezTo>
                      <a:pt x="951035" y="305"/>
                      <a:pt x="948044" y="3104"/>
                      <a:pt x="947502" y="6753"/>
                    </a:cubicBezTo>
                    <a:cubicBezTo>
                      <a:pt x="927231" y="142821"/>
                      <a:pt x="892840" y="258605"/>
                      <a:pt x="842395" y="360721"/>
                    </a:cubicBezTo>
                    <a:cubicBezTo>
                      <a:pt x="841776" y="361972"/>
                      <a:pt x="841492" y="363377"/>
                      <a:pt x="841595" y="364770"/>
                    </a:cubicBezTo>
                    <a:cubicBezTo>
                      <a:pt x="842614" y="379599"/>
                      <a:pt x="836850" y="391811"/>
                      <a:pt x="823955" y="402088"/>
                    </a:cubicBezTo>
                    <a:cubicBezTo>
                      <a:pt x="725424" y="480644"/>
                      <a:pt x="275182" y="410895"/>
                      <a:pt x="62853" y="346743"/>
                    </a:cubicBezTo>
                    <a:cubicBezTo>
                      <a:pt x="60455" y="346021"/>
                      <a:pt x="57850" y="346472"/>
                      <a:pt x="55838" y="347968"/>
                    </a:cubicBezTo>
                    <a:cubicBezTo>
                      <a:pt x="53826" y="349464"/>
                      <a:pt x="52640" y="351823"/>
                      <a:pt x="52640" y="354325"/>
                    </a:cubicBezTo>
                    <a:cubicBezTo>
                      <a:pt x="52705" y="478865"/>
                      <a:pt x="53362" y="571000"/>
                      <a:pt x="53427" y="581200"/>
                    </a:cubicBezTo>
                    <a:cubicBezTo>
                      <a:pt x="53453" y="583921"/>
                      <a:pt x="52253" y="586474"/>
                      <a:pt x="50203" y="588163"/>
                    </a:cubicBezTo>
                    <a:cubicBezTo>
                      <a:pt x="48075" y="589878"/>
                      <a:pt x="45342" y="590587"/>
                      <a:pt x="42659" y="589994"/>
                    </a:cubicBezTo>
                    <a:lnTo>
                      <a:pt x="19681" y="585107"/>
                    </a:lnTo>
                    <a:cubicBezTo>
                      <a:pt x="16366" y="584398"/>
                      <a:pt x="12988" y="585868"/>
                      <a:pt x="11247" y="588769"/>
                    </a:cubicBezTo>
                    <a:cubicBezTo>
                      <a:pt x="9506" y="591670"/>
                      <a:pt x="9790" y="595346"/>
                      <a:pt x="11956" y="597938"/>
                    </a:cubicBezTo>
                    <a:cubicBezTo>
                      <a:pt x="57605" y="652458"/>
                      <a:pt x="57269" y="659795"/>
                      <a:pt x="55090" y="707558"/>
                    </a:cubicBezTo>
                    <a:cubicBezTo>
                      <a:pt x="54278" y="725418"/>
                      <a:pt x="53259" y="747636"/>
                      <a:pt x="54162" y="779383"/>
                    </a:cubicBezTo>
                    <a:cubicBezTo>
                      <a:pt x="54600" y="790034"/>
                      <a:pt x="56728" y="803239"/>
                      <a:pt x="58972" y="817217"/>
                    </a:cubicBezTo>
                    <a:cubicBezTo>
                      <a:pt x="64903" y="854110"/>
                      <a:pt x="72241" y="899784"/>
                      <a:pt x="51892" y="918649"/>
                    </a:cubicBezTo>
                    <a:cubicBezTo>
                      <a:pt x="45045" y="918907"/>
                      <a:pt x="38778" y="917270"/>
                      <a:pt x="32743" y="913633"/>
                    </a:cubicBezTo>
                    <a:cubicBezTo>
                      <a:pt x="30190" y="912099"/>
                      <a:pt x="26992" y="912124"/>
                      <a:pt x="24465" y="913711"/>
                    </a:cubicBezTo>
                    <a:cubicBezTo>
                      <a:pt x="21937" y="915296"/>
                      <a:pt x="20506" y="918159"/>
                      <a:pt x="20777" y="921125"/>
                    </a:cubicBezTo>
                    <a:cubicBezTo>
                      <a:pt x="32627" y="1055117"/>
                      <a:pt x="42892" y="1197813"/>
                      <a:pt x="27379" y="1339710"/>
                    </a:cubicBezTo>
                    <a:cubicBezTo>
                      <a:pt x="24980" y="1362495"/>
                      <a:pt x="23343" y="1385784"/>
                      <a:pt x="21744" y="1408311"/>
                    </a:cubicBezTo>
                    <a:cubicBezTo>
                      <a:pt x="18004" y="1461206"/>
                      <a:pt x="14136" y="1515907"/>
                      <a:pt x="274" y="1567462"/>
                    </a:cubicBezTo>
                    <a:cubicBezTo>
                      <a:pt x="-835" y="1571588"/>
                      <a:pt x="1524" y="1575843"/>
                      <a:pt x="5599" y="1577094"/>
                    </a:cubicBezTo>
                    <a:lnTo>
                      <a:pt x="8501" y="1577984"/>
                    </a:lnTo>
                    <a:cubicBezTo>
                      <a:pt x="72731" y="1597700"/>
                      <a:pt x="139153" y="1618087"/>
                      <a:pt x="206336" y="1632040"/>
                    </a:cubicBezTo>
                    <a:cubicBezTo>
                      <a:pt x="208386" y="1632465"/>
                      <a:pt x="210527" y="1632065"/>
                      <a:pt x="212280" y="1630918"/>
                    </a:cubicBezTo>
                    <a:cubicBezTo>
                      <a:pt x="214421" y="1629512"/>
                      <a:pt x="217799" y="1630350"/>
                      <a:pt x="219656" y="1632723"/>
                    </a:cubicBezTo>
                    <a:cubicBezTo>
                      <a:pt x="220830" y="1634232"/>
                      <a:pt x="222493" y="1635250"/>
                      <a:pt x="224363" y="1635624"/>
                    </a:cubicBezTo>
                    <a:cubicBezTo>
                      <a:pt x="303306" y="1651253"/>
                      <a:pt x="384429" y="1659080"/>
                      <a:pt x="467034" y="1659068"/>
                    </a:cubicBezTo>
                    <a:cubicBezTo>
                      <a:pt x="530336" y="1659068"/>
                      <a:pt x="594514" y="1654477"/>
                      <a:pt x="659195" y="1645283"/>
                    </a:cubicBezTo>
                    <a:cubicBezTo>
                      <a:pt x="799996" y="1625270"/>
                      <a:pt x="940526" y="1583967"/>
                      <a:pt x="1076890" y="1522522"/>
                    </a:cubicBezTo>
                    <a:cubicBezTo>
                      <a:pt x="1080578" y="1520859"/>
                      <a:pt x="1082422" y="1516694"/>
                      <a:pt x="1081172" y="1512838"/>
                    </a:cubicBezTo>
                    <a:cubicBezTo>
                      <a:pt x="1051345" y="1421503"/>
                      <a:pt x="1063815" y="1323655"/>
                      <a:pt x="1075872" y="1229032"/>
                    </a:cubicBezTo>
                    <a:cubicBezTo>
                      <a:pt x="1081004" y="1188735"/>
                      <a:pt x="1086317" y="1147071"/>
                      <a:pt x="1088251" y="1106555"/>
                    </a:cubicBezTo>
                    <a:cubicBezTo>
                      <a:pt x="1104009" y="953350"/>
                      <a:pt x="1109566" y="797010"/>
                      <a:pt x="1114931" y="645817"/>
                    </a:cubicBezTo>
                    <a:cubicBezTo>
                      <a:pt x="1117626" y="569904"/>
                      <a:pt x="1120411" y="491412"/>
                      <a:pt x="1124460" y="414403"/>
                    </a:cubicBezTo>
                    <a:cubicBezTo>
                      <a:pt x="1124589" y="412791"/>
                      <a:pt x="1124189" y="411205"/>
                      <a:pt x="1123364" y="409851"/>
                    </a:cubicBezTo>
                    <a:close/>
                  </a:path>
                </a:pathLst>
              </a:custGeom>
              <a:solidFill>
                <a:schemeClr val="tx2"/>
              </a:solidFill>
              <a:ln w="12882" cap="flat">
                <a:noFill/>
                <a:prstDash val="solid"/>
                <a:miter/>
              </a:ln>
            </p:spPr>
            <p:txBody>
              <a:bodyPr rtlCol="0" anchor="ctr"/>
              <a:lstStyle/>
              <a:p>
                <a:endParaRPr lang="en-US"/>
              </a:p>
            </p:txBody>
          </p:sp>
          <p:sp>
            <p:nvSpPr>
              <p:cNvPr id="45" name="Полілінія: фігура 44">
                <a:extLst>
                  <a:ext uri="{FF2B5EF4-FFF2-40B4-BE49-F238E27FC236}">
                    <a16:creationId xmlns:a16="http://schemas.microsoft.com/office/drawing/2014/main" id="{5B2EFBE8-5915-09B7-B091-BFF20E13A0CE}"/>
                  </a:ext>
                </a:extLst>
              </p:cNvPr>
              <p:cNvSpPr/>
              <p:nvPr/>
            </p:nvSpPr>
            <p:spPr>
              <a:xfrm>
                <a:off x="8674623" y="2265245"/>
                <a:ext cx="741888" cy="998532"/>
              </a:xfrm>
              <a:custGeom>
                <a:avLst/>
                <a:gdLst>
                  <a:gd name="connsiteX0" fmla="*/ 725565 w 741888"/>
                  <a:gd name="connsiteY0" fmla="*/ 666873 h 998532"/>
                  <a:gd name="connsiteX1" fmla="*/ 560006 w 741888"/>
                  <a:gd name="connsiteY1" fmla="*/ 296928 h 998532"/>
                  <a:gd name="connsiteX2" fmla="*/ 628750 w 741888"/>
                  <a:gd name="connsiteY2" fmla="*/ 220461 h 998532"/>
                  <a:gd name="connsiteX3" fmla="*/ 629175 w 741888"/>
                  <a:gd name="connsiteY3" fmla="*/ 220177 h 998532"/>
                  <a:gd name="connsiteX4" fmla="*/ 680407 w 741888"/>
                  <a:gd name="connsiteY4" fmla="*/ 241467 h 998532"/>
                  <a:gd name="connsiteX5" fmla="*/ 705230 w 741888"/>
                  <a:gd name="connsiteY5" fmla="*/ 249913 h 998532"/>
                  <a:gd name="connsiteX6" fmla="*/ 702806 w 741888"/>
                  <a:gd name="connsiteY6" fmla="*/ 238836 h 998532"/>
                  <a:gd name="connsiteX7" fmla="*/ 690027 w 741888"/>
                  <a:gd name="connsiteY7" fmla="*/ 219223 h 998532"/>
                  <a:gd name="connsiteX8" fmla="*/ 656641 w 741888"/>
                  <a:gd name="connsiteY8" fmla="*/ 172698 h 998532"/>
                  <a:gd name="connsiteX9" fmla="*/ 518936 w 741888"/>
                  <a:gd name="connsiteY9" fmla="*/ 40124 h 998532"/>
                  <a:gd name="connsiteX10" fmla="*/ 466272 w 741888"/>
                  <a:gd name="connsiteY10" fmla="*/ 36797 h 998532"/>
                  <a:gd name="connsiteX11" fmla="*/ 456201 w 741888"/>
                  <a:gd name="connsiteY11" fmla="*/ 46004 h 998532"/>
                  <a:gd name="connsiteX12" fmla="*/ 507511 w 741888"/>
                  <a:gd name="connsiteY12" fmla="*/ 203053 h 998532"/>
                  <a:gd name="connsiteX13" fmla="*/ 507769 w 741888"/>
                  <a:gd name="connsiteY13" fmla="*/ 203659 h 998532"/>
                  <a:gd name="connsiteX14" fmla="*/ 511934 w 741888"/>
                  <a:gd name="connsiteY14" fmla="*/ 213459 h 998532"/>
                  <a:gd name="connsiteX15" fmla="*/ 507124 w 741888"/>
                  <a:gd name="connsiteY15" fmla="*/ 313653 h 998532"/>
                  <a:gd name="connsiteX16" fmla="*/ 495209 w 741888"/>
                  <a:gd name="connsiteY16" fmla="*/ 342731 h 998532"/>
                  <a:gd name="connsiteX17" fmla="*/ 482894 w 741888"/>
                  <a:gd name="connsiteY17" fmla="*/ 357109 h 998532"/>
                  <a:gd name="connsiteX18" fmla="*/ 310939 w 741888"/>
                  <a:gd name="connsiteY18" fmla="*/ 263981 h 998532"/>
                  <a:gd name="connsiteX19" fmla="*/ 79938 w 741888"/>
                  <a:gd name="connsiteY19" fmla="*/ 18344 h 998532"/>
                  <a:gd name="connsiteX20" fmla="*/ 15 w 741888"/>
                  <a:gd name="connsiteY20" fmla="*/ 227605 h 998532"/>
                  <a:gd name="connsiteX21" fmla="*/ 8513 w 741888"/>
                  <a:gd name="connsiteY21" fmla="*/ 235845 h 998532"/>
                  <a:gd name="connsiteX22" fmla="*/ 242248 w 741888"/>
                  <a:gd name="connsiteY22" fmla="*/ 254027 h 998532"/>
                  <a:gd name="connsiteX23" fmla="*/ 254317 w 741888"/>
                  <a:gd name="connsiteY23" fmla="*/ 261351 h 998532"/>
                  <a:gd name="connsiteX24" fmla="*/ 641051 w 741888"/>
                  <a:gd name="connsiteY24" fmla="*/ 935154 h 998532"/>
                  <a:gd name="connsiteX25" fmla="*/ 661116 w 741888"/>
                  <a:gd name="connsiteY25" fmla="*/ 998533 h 998532"/>
                  <a:gd name="connsiteX26" fmla="*/ 725565 w 741888"/>
                  <a:gd name="connsiteY26" fmla="*/ 666873 h 99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1888" h="998532">
                    <a:moveTo>
                      <a:pt x="725565" y="666873"/>
                    </a:moveTo>
                    <a:cubicBezTo>
                      <a:pt x="695159" y="542165"/>
                      <a:pt x="612618" y="413899"/>
                      <a:pt x="560006" y="296928"/>
                    </a:cubicBezTo>
                    <a:cubicBezTo>
                      <a:pt x="557814" y="291603"/>
                      <a:pt x="627292" y="221376"/>
                      <a:pt x="628750" y="220461"/>
                    </a:cubicBezTo>
                    <a:cubicBezTo>
                      <a:pt x="628891" y="220371"/>
                      <a:pt x="629033" y="220280"/>
                      <a:pt x="629175" y="220177"/>
                    </a:cubicBezTo>
                    <a:cubicBezTo>
                      <a:pt x="637222" y="214439"/>
                      <a:pt x="668079" y="233330"/>
                      <a:pt x="680407" y="241467"/>
                    </a:cubicBezTo>
                    <a:cubicBezTo>
                      <a:pt x="686003" y="245155"/>
                      <a:pt x="702793" y="252737"/>
                      <a:pt x="705230" y="249913"/>
                    </a:cubicBezTo>
                    <a:cubicBezTo>
                      <a:pt x="707667" y="247089"/>
                      <a:pt x="705036" y="241815"/>
                      <a:pt x="702806" y="238836"/>
                    </a:cubicBezTo>
                    <a:cubicBezTo>
                      <a:pt x="698292" y="232840"/>
                      <a:pt x="694269" y="226225"/>
                      <a:pt x="690027" y="219223"/>
                    </a:cubicBezTo>
                    <a:cubicBezTo>
                      <a:pt x="681761" y="205619"/>
                      <a:pt x="658047" y="174529"/>
                      <a:pt x="656641" y="172698"/>
                    </a:cubicBezTo>
                    <a:cubicBezTo>
                      <a:pt x="615416" y="118977"/>
                      <a:pt x="538717" y="54721"/>
                      <a:pt x="518936" y="40124"/>
                    </a:cubicBezTo>
                    <a:cubicBezTo>
                      <a:pt x="510193" y="33664"/>
                      <a:pt x="478755" y="32503"/>
                      <a:pt x="466272" y="36797"/>
                    </a:cubicBezTo>
                    <a:cubicBezTo>
                      <a:pt x="460766" y="38693"/>
                      <a:pt x="457375" y="41788"/>
                      <a:pt x="456201" y="46004"/>
                    </a:cubicBezTo>
                    <a:cubicBezTo>
                      <a:pt x="438613" y="109061"/>
                      <a:pt x="476111" y="163194"/>
                      <a:pt x="507511" y="203053"/>
                    </a:cubicBezTo>
                    <a:cubicBezTo>
                      <a:pt x="507756" y="203401"/>
                      <a:pt x="507833" y="203633"/>
                      <a:pt x="507769" y="203659"/>
                    </a:cubicBezTo>
                    <a:cubicBezTo>
                      <a:pt x="505564" y="206586"/>
                      <a:pt x="509600" y="210635"/>
                      <a:pt x="511934" y="213459"/>
                    </a:cubicBezTo>
                    <a:cubicBezTo>
                      <a:pt x="540135" y="247553"/>
                      <a:pt x="522714" y="278192"/>
                      <a:pt x="507124" y="313653"/>
                    </a:cubicBezTo>
                    <a:cubicBezTo>
                      <a:pt x="502972" y="323092"/>
                      <a:pt x="498729" y="332763"/>
                      <a:pt x="495209" y="342731"/>
                    </a:cubicBezTo>
                    <a:cubicBezTo>
                      <a:pt x="488929" y="346522"/>
                      <a:pt x="488207" y="352235"/>
                      <a:pt x="482894" y="357109"/>
                    </a:cubicBezTo>
                    <a:cubicBezTo>
                      <a:pt x="450154" y="320139"/>
                      <a:pt x="382764" y="276013"/>
                      <a:pt x="310939" y="263981"/>
                    </a:cubicBezTo>
                    <a:cubicBezTo>
                      <a:pt x="60686" y="96050"/>
                      <a:pt x="117127" y="-53158"/>
                      <a:pt x="79938" y="18344"/>
                    </a:cubicBezTo>
                    <a:cubicBezTo>
                      <a:pt x="37062" y="80511"/>
                      <a:pt x="2400" y="158217"/>
                      <a:pt x="15" y="227605"/>
                    </a:cubicBezTo>
                    <a:cubicBezTo>
                      <a:pt x="-282" y="232195"/>
                      <a:pt x="3909" y="236283"/>
                      <a:pt x="8513" y="235845"/>
                    </a:cubicBezTo>
                    <a:cubicBezTo>
                      <a:pt x="67520" y="231396"/>
                      <a:pt x="179410" y="236502"/>
                      <a:pt x="242248" y="254027"/>
                    </a:cubicBezTo>
                    <a:cubicBezTo>
                      <a:pt x="249675" y="256103"/>
                      <a:pt x="256948" y="261093"/>
                      <a:pt x="254317" y="261351"/>
                    </a:cubicBezTo>
                    <a:cubicBezTo>
                      <a:pt x="434809" y="441481"/>
                      <a:pt x="587189" y="694339"/>
                      <a:pt x="641051" y="935154"/>
                    </a:cubicBezTo>
                    <a:cubicBezTo>
                      <a:pt x="641915" y="939022"/>
                      <a:pt x="644224" y="980570"/>
                      <a:pt x="661116" y="998533"/>
                    </a:cubicBezTo>
                    <a:cubicBezTo>
                      <a:pt x="763593" y="858055"/>
                      <a:pt x="747525" y="765571"/>
                      <a:pt x="725565" y="666873"/>
                    </a:cubicBezTo>
                    <a:close/>
                  </a:path>
                </a:pathLst>
              </a:custGeom>
              <a:solidFill>
                <a:srgbClr val="FFFFFF"/>
              </a:solidFill>
              <a:ln w="12882" cap="flat">
                <a:noFill/>
                <a:prstDash val="solid"/>
                <a:miter/>
              </a:ln>
            </p:spPr>
            <p:txBody>
              <a:bodyPr rtlCol="0" anchor="ctr"/>
              <a:lstStyle/>
              <a:p>
                <a:endParaRPr lang="en-US"/>
              </a:p>
            </p:txBody>
          </p:sp>
          <p:sp>
            <p:nvSpPr>
              <p:cNvPr id="46" name="Полілінія: фігура 45">
                <a:extLst>
                  <a:ext uri="{FF2B5EF4-FFF2-40B4-BE49-F238E27FC236}">
                    <a16:creationId xmlns:a16="http://schemas.microsoft.com/office/drawing/2014/main" id="{291A85F0-27A0-9F39-926E-8F1468533AF7}"/>
                  </a:ext>
                </a:extLst>
              </p:cNvPr>
              <p:cNvSpPr/>
              <p:nvPr/>
            </p:nvSpPr>
            <p:spPr>
              <a:xfrm>
                <a:off x="8142113" y="2385038"/>
                <a:ext cx="2557762" cy="2067284"/>
              </a:xfrm>
              <a:custGeom>
                <a:avLst/>
                <a:gdLst>
                  <a:gd name="connsiteX0" fmla="*/ 2557763 w 2557762"/>
                  <a:gd name="connsiteY0" fmla="*/ 261043 h 2067284"/>
                  <a:gd name="connsiteX1" fmla="*/ 2323048 w 2557762"/>
                  <a:gd name="connsiteY1" fmla="*/ 38849 h 2067284"/>
                  <a:gd name="connsiteX2" fmla="*/ 2309573 w 2557762"/>
                  <a:gd name="connsiteY2" fmla="*/ 38346 h 2067284"/>
                  <a:gd name="connsiteX3" fmla="*/ 1897732 w 2557762"/>
                  <a:gd name="connsiteY3" fmla="*/ 553669 h 2067284"/>
                  <a:gd name="connsiteX4" fmla="*/ 1458812 w 2557762"/>
                  <a:gd name="connsiteY4" fmla="*/ 235317 h 2067284"/>
                  <a:gd name="connsiteX5" fmla="*/ 1416362 w 2557762"/>
                  <a:gd name="connsiteY5" fmla="*/ 191268 h 2067284"/>
                  <a:gd name="connsiteX6" fmla="*/ 1409463 w 2557762"/>
                  <a:gd name="connsiteY6" fmla="*/ 175652 h 2067284"/>
                  <a:gd name="connsiteX7" fmla="*/ 1303350 w 2557762"/>
                  <a:gd name="connsiteY7" fmla="*/ 106328 h 2067284"/>
                  <a:gd name="connsiteX8" fmla="*/ 1224471 w 2557762"/>
                  <a:gd name="connsiteY8" fmla="*/ 76670 h 2067284"/>
                  <a:gd name="connsiteX9" fmla="*/ 1239636 w 2557762"/>
                  <a:gd name="connsiteY9" fmla="*/ 128018 h 2067284"/>
                  <a:gd name="connsiteX10" fmla="*/ 1235625 w 2557762"/>
                  <a:gd name="connsiteY10" fmla="*/ 133034 h 2067284"/>
                  <a:gd name="connsiteX11" fmla="*/ 1202717 w 2557762"/>
                  <a:gd name="connsiteY11" fmla="*/ 113472 h 2067284"/>
                  <a:gd name="connsiteX12" fmla="*/ 1160409 w 2557762"/>
                  <a:gd name="connsiteY12" fmla="*/ 100887 h 2067284"/>
                  <a:gd name="connsiteX13" fmla="*/ 1095624 w 2557762"/>
                  <a:gd name="connsiteY13" fmla="*/ 174969 h 2067284"/>
                  <a:gd name="connsiteX14" fmla="*/ 1094928 w 2557762"/>
                  <a:gd name="connsiteY14" fmla="*/ 183866 h 2067284"/>
                  <a:gd name="connsiteX15" fmla="*/ 1194684 w 2557762"/>
                  <a:gd name="connsiteY15" fmla="*/ 889313 h 2067284"/>
                  <a:gd name="connsiteX16" fmla="*/ 1080834 w 2557762"/>
                  <a:gd name="connsiteY16" fmla="*/ 586642 h 2067284"/>
                  <a:gd name="connsiteX17" fmla="*/ 1048467 w 2557762"/>
                  <a:gd name="connsiteY17" fmla="*/ 497885 h 2067284"/>
                  <a:gd name="connsiteX18" fmla="*/ 774087 w 2557762"/>
                  <a:gd name="connsiteY18" fmla="*/ 136799 h 2067284"/>
                  <a:gd name="connsiteX19" fmla="*/ 620379 w 2557762"/>
                  <a:gd name="connsiteY19" fmla="*/ 120900 h 2067284"/>
                  <a:gd name="connsiteX20" fmla="*/ 581707 w 2557762"/>
                  <a:gd name="connsiteY20" fmla="*/ 120951 h 2067284"/>
                  <a:gd name="connsiteX21" fmla="*/ 515774 w 2557762"/>
                  <a:gd name="connsiteY21" fmla="*/ 129862 h 2067284"/>
                  <a:gd name="connsiteX22" fmla="*/ 526967 w 2557762"/>
                  <a:gd name="connsiteY22" fmla="*/ 13613 h 2067284"/>
                  <a:gd name="connsiteX23" fmla="*/ 516767 w 2557762"/>
                  <a:gd name="connsiteY23" fmla="*/ 1557 h 2067284"/>
                  <a:gd name="connsiteX24" fmla="*/ 319332 w 2557762"/>
                  <a:gd name="connsiteY24" fmla="*/ 116928 h 2067284"/>
                  <a:gd name="connsiteX25" fmla="*/ 240904 w 2557762"/>
                  <a:gd name="connsiteY25" fmla="*/ 208031 h 2067284"/>
                  <a:gd name="connsiteX26" fmla="*/ 238532 w 2557762"/>
                  <a:gd name="connsiteY26" fmla="*/ 290160 h 2067284"/>
                  <a:gd name="connsiteX27" fmla="*/ 1663 w 2557762"/>
                  <a:gd name="connsiteY27" fmla="*/ 1145189 h 2067284"/>
                  <a:gd name="connsiteX28" fmla="*/ 9052 w 2557762"/>
                  <a:gd name="connsiteY28" fmla="*/ 2006820 h 2067284"/>
                  <a:gd name="connsiteX29" fmla="*/ 310615 w 2557762"/>
                  <a:gd name="connsiteY29" fmla="*/ 2067285 h 2067284"/>
                  <a:gd name="connsiteX30" fmla="*/ 416779 w 2557762"/>
                  <a:gd name="connsiteY30" fmla="*/ 816031 h 2067284"/>
                  <a:gd name="connsiteX31" fmla="*/ 439733 w 2557762"/>
                  <a:gd name="connsiteY31" fmla="*/ 823162 h 2067284"/>
                  <a:gd name="connsiteX32" fmla="*/ 403407 w 2557762"/>
                  <a:gd name="connsiteY32" fmla="*/ 1423424 h 2067284"/>
                  <a:gd name="connsiteX33" fmla="*/ 322478 w 2557762"/>
                  <a:gd name="connsiteY33" fmla="*/ 1807696 h 2067284"/>
                  <a:gd name="connsiteX34" fmla="*/ 1098835 w 2557762"/>
                  <a:gd name="connsiteY34" fmla="*/ 1876361 h 2067284"/>
                  <a:gd name="connsiteX35" fmla="*/ 1215290 w 2557762"/>
                  <a:gd name="connsiteY35" fmla="*/ 1469975 h 2067284"/>
                  <a:gd name="connsiteX36" fmla="*/ 1225245 w 2557762"/>
                  <a:gd name="connsiteY36" fmla="*/ 1434940 h 2067284"/>
                  <a:gd name="connsiteX37" fmla="*/ 1469579 w 2557762"/>
                  <a:gd name="connsiteY37" fmla="*/ 1925479 h 2067284"/>
                  <a:gd name="connsiteX38" fmla="*/ 1378476 w 2557762"/>
                  <a:gd name="connsiteY38" fmla="*/ 1341374 h 2067284"/>
                  <a:gd name="connsiteX39" fmla="*/ 1342563 w 2557762"/>
                  <a:gd name="connsiteY39" fmla="*/ 1055130 h 2067284"/>
                  <a:gd name="connsiteX40" fmla="*/ 1381648 w 2557762"/>
                  <a:gd name="connsiteY40" fmla="*/ 796353 h 2067284"/>
                  <a:gd name="connsiteX41" fmla="*/ 1430430 w 2557762"/>
                  <a:gd name="connsiteY41" fmla="*/ 651581 h 2067284"/>
                  <a:gd name="connsiteX42" fmla="*/ 1446510 w 2557762"/>
                  <a:gd name="connsiteY42" fmla="*/ 646823 h 2067284"/>
                  <a:gd name="connsiteX43" fmla="*/ 1833992 w 2557762"/>
                  <a:gd name="connsiteY43" fmla="*/ 912279 h 2067284"/>
                  <a:gd name="connsiteX44" fmla="*/ 2557763 w 2557762"/>
                  <a:gd name="connsiteY44" fmla="*/ 261043 h 206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557762" h="2067284">
                    <a:moveTo>
                      <a:pt x="2557763" y="261043"/>
                    </a:moveTo>
                    <a:cubicBezTo>
                      <a:pt x="2474371" y="193808"/>
                      <a:pt x="2374899" y="135510"/>
                      <a:pt x="2323048" y="38849"/>
                    </a:cubicBezTo>
                    <a:cubicBezTo>
                      <a:pt x="2320392" y="33820"/>
                      <a:pt x="2312577" y="33523"/>
                      <a:pt x="2309573" y="38346"/>
                    </a:cubicBezTo>
                    <a:cubicBezTo>
                      <a:pt x="2202196" y="200049"/>
                      <a:pt x="2064800" y="399097"/>
                      <a:pt x="1897732" y="553669"/>
                    </a:cubicBezTo>
                    <a:cubicBezTo>
                      <a:pt x="1805829" y="516751"/>
                      <a:pt x="1584577" y="354170"/>
                      <a:pt x="1458812" y="235317"/>
                    </a:cubicBezTo>
                    <a:cubicBezTo>
                      <a:pt x="1438902" y="216864"/>
                      <a:pt x="1428393" y="202499"/>
                      <a:pt x="1416362" y="191268"/>
                    </a:cubicBezTo>
                    <a:cubicBezTo>
                      <a:pt x="1415356" y="191087"/>
                      <a:pt x="1410920" y="179701"/>
                      <a:pt x="1409463" y="175652"/>
                    </a:cubicBezTo>
                    <a:cubicBezTo>
                      <a:pt x="1372609" y="110261"/>
                      <a:pt x="1332596" y="120887"/>
                      <a:pt x="1303350" y="106328"/>
                    </a:cubicBezTo>
                    <a:cubicBezTo>
                      <a:pt x="1277289" y="97031"/>
                      <a:pt x="1250351" y="87424"/>
                      <a:pt x="1224471" y="76670"/>
                    </a:cubicBezTo>
                    <a:cubicBezTo>
                      <a:pt x="1194503" y="75922"/>
                      <a:pt x="1235844" y="112196"/>
                      <a:pt x="1239636" y="128018"/>
                    </a:cubicBezTo>
                    <a:cubicBezTo>
                      <a:pt x="1240061" y="129810"/>
                      <a:pt x="1237134" y="134079"/>
                      <a:pt x="1235625" y="133034"/>
                    </a:cubicBezTo>
                    <a:cubicBezTo>
                      <a:pt x="1225722" y="126135"/>
                      <a:pt x="1213562" y="120797"/>
                      <a:pt x="1202717" y="113472"/>
                    </a:cubicBezTo>
                    <a:cubicBezTo>
                      <a:pt x="1191795" y="109875"/>
                      <a:pt x="1170712" y="91203"/>
                      <a:pt x="1160409" y="100887"/>
                    </a:cubicBezTo>
                    <a:cubicBezTo>
                      <a:pt x="1158113" y="103762"/>
                      <a:pt x="1106817" y="164330"/>
                      <a:pt x="1095624" y="174969"/>
                    </a:cubicBezTo>
                    <a:cubicBezTo>
                      <a:pt x="1093587" y="177509"/>
                      <a:pt x="1093303" y="181042"/>
                      <a:pt x="1094928" y="183866"/>
                    </a:cubicBezTo>
                    <a:cubicBezTo>
                      <a:pt x="1236953" y="424990"/>
                      <a:pt x="1352970" y="657487"/>
                      <a:pt x="1194684" y="889313"/>
                    </a:cubicBezTo>
                    <a:cubicBezTo>
                      <a:pt x="1173858" y="833052"/>
                      <a:pt x="1132014" y="680801"/>
                      <a:pt x="1080834" y="586642"/>
                    </a:cubicBezTo>
                    <a:cubicBezTo>
                      <a:pt x="1067900" y="562838"/>
                      <a:pt x="1052581" y="514069"/>
                      <a:pt x="1048467" y="497885"/>
                    </a:cubicBezTo>
                    <a:cubicBezTo>
                      <a:pt x="1025849" y="408974"/>
                      <a:pt x="818949" y="165723"/>
                      <a:pt x="774087" y="136799"/>
                    </a:cubicBezTo>
                    <a:cubicBezTo>
                      <a:pt x="719438" y="125026"/>
                      <a:pt x="665924" y="123608"/>
                      <a:pt x="620379" y="120900"/>
                    </a:cubicBezTo>
                    <a:cubicBezTo>
                      <a:pt x="611855" y="122086"/>
                      <a:pt x="590746" y="120603"/>
                      <a:pt x="581707" y="120951"/>
                    </a:cubicBezTo>
                    <a:cubicBezTo>
                      <a:pt x="581707" y="120951"/>
                      <a:pt x="515774" y="129862"/>
                      <a:pt x="515774" y="129862"/>
                    </a:cubicBezTo>
                    <a:cubicBezTo>
                      <a:pt x="510126" y="99778"/>
                      <a:pt x="503950" y="36657"/>
                      <a:pt x="526967" y="13613"/>
                    </a:cubicBezTo>
                    <a:cubicBezTo>
                      <a:pt x="533737" y="7114"/>
                      <a:pt x="524388" y="-4130"/>
                      <a:pt x="516767" y="1557"/>
                    </a:cubicBezTo>
                    <a:cubicBezTo>
                      <a:pt x="461602" y="40912"/>
                      <a:pt x="348591" y="112531"/>
                      <a:pt x="319332" y="116928"/>
                    </a:cubicBezTo>
                    <a:cubicBezTo>
                      <a:pt x="288784" y="121519"/>
                      <a:pt x="246785" y="140681"/>
                      <a:pt x="240904" y="208031"/>
                    </a:cubicBezTo>
                    <a:cubicBezTo>
                      <a:pt x="240144" y="216503"/>
                      <a:pt x="248693" y="252506"/>
                      <a:pt x="238532" y="290160"/>
                    </a:cubicBezTo>
                    <a:cubicBezTo>
                      <a:pt x="180749" y="504217"/>
                      <a:pt x="-155" y="1033892"/>
                      <a:pt x="1663" y="1145189"/>
                    </a:cubicBezTo>
                    <a:cubicBezTo>
                      <a:pt x="5803" y="1269922"/>
                      <a:pt x="-8640" y="1976904"/>
                      <a:pt x="9052" y="2006820"/>
                    </a:cubicBezTo>
                    <a:cubicBezTo>
                      <a:pt x="96803" y="2024590"/>
                      <a:pt x="230614" y="2048458"/>
                      <a:pt x="310615" y="2067285"/>
                    </a:cubicBezTo>
                    <a:cubicBezTo>
                      <a:pt x="351711" y="1769888"/>
                      <a:pt x="239125" y="1156188"/>
                      <a:pt x="416779" y="816031"/>
                    </a:cubicBezTo>
                    <a:cubicBezTo>
                      <a:pt x="425458" y="792833"/>
                      <a:pt x="439733" y="823162"/>
                      <a:pt x="439733" y="823162"/>
                    </a:cubicBezTo>
                    <a:cubicBezTo>
                      <a:pt x="495645" y="1008992"/>
                      <a:pt x="483279" y="1255003"/>
                      <a:pt x="403407" y="1423424"/>
                    </a:cubicBezTo>
                    <a:cubicBezTo>
                      <a:pt x="315966" y="1632723"/>
                      <a:pt x="319757" y="1573896"/>
                      <a:pt x="322478" y="1807696"/>
                    </a:cubicBezTo>
                    <a:cubicBezTo>
                      <a:pt x="483343" y="1872145"/>
                      <a:pt x="929665" y="1954944"/>
                      <a:pt x="1098835" y="1876361"/>
                    </a:cubicBezTo>
                    <a:cubicBezTo>
                      <a:pt x="1167888" y="1725606"/>
                      <a:pt x="1191976" y="1613162"/>
                      <a:pt x="1215290" y="1469975"/>
                    </a:cubicBezTo>
                    <a:cubicBezTo>
                      <a:pt x="1214013" y="1458189"/>
                      <a:pt x="1216128" y="1448299"/>
                      <a:pt x="1225245" y="1434940"/>
                    </a:cubicBezTo>
                    <a:cubicBezTo>
                      <a:pt x="1245013" y="1507319"/>
                      <a:pt x="1414853" y="1989090"/>
                      <a:pt x="1469579" y="1925479"/>
                    </a:cubicBezTo>
                    <a:cubicBezTo>
                      <a:pt x="1428238" y="1736386"/>
                      <a:pt x="1408650" y="1531317"/>
                      <a:pt x="1378476" y="1341374"/>
                    </a:cubicBezTo>
                    <a:cubicBezTo>
                      <a:pt x="1371771" y="1294165"/>
                      <a:pt x="1345749" y="1106362"/>
                      <a:pt x="1342563" y="1055130"/>
                    </a:cubicBezTo>
                    <a:cubicBezTo>
                      <a:pt x="1343621" y="1054124"/>
                      <a:pt x="1379804" y="796933"/>
                      <a:pt x="1381648" y="796353"/>
                    </a:cubicBezTo>
                    <a:cubicBezTo>
                      <a:pt x="1409501" y="741059"/>
                      <a:pt x="1422745" y="693077"/>
                      <a:pt x="1430430" y="651581"/>
                    </a:cubicBezTo>
                    <a:cubicBezTo>
                      <a:pt x="1431023" y="648409"/>
                      <a:pt x="1443983" y="645198"/>
                      <a:pt x="1446510" y="646823"/>
                    </a:cubicBezTo>
                    <a:cubicBezTo>
                      <a:pt x="1554789" y="718803"/>
                      <a:pt x="1731451" y="861512"/>
                      <a:pt x="1833992" y="912279"/>
                    </a:cubicBezTo>
                    <a:cubicBezTo>
                      <a:pt x="2112009" y="829906"/>
                      <a:pt x="2367459" y="477988"/>
                      <a:pt x="2557763" y="261043"/>
                    </a:cubicBezTo>
                    <a:close/>
                  </a:path>
                </a:pathLst>
              </a:custGeom>
              <a:solidFill>
                <a:schemeClr val="accent1">
                  <a:lumMod val="50000"/>
                </a:schemeClr>
              </a:solidFill>
              <a:ln w="12882" cap="flat">
                <a:noFill/>
                <a:prstDash val="solid"/>
                <a:miter/>
              </a:ln>
            </p:spPr>
            <p:txBody>
              <a:bodyPr rtlCol="0" anchor="ctr"/>
              <a:lstStyle/>
              <a:p>
                <a:endParaRPr lang="en-US"/>
              </a:p>
            </p:txBody>
          </p:sp>
          <p:sp>
            <p:nvSpPr>
              <p:cNvPr id="47" name="Полілінія: фігура 46">
                <a:extLst>
                  <a:ext uri="{FF2B5EF4-FFF2-40B4-BE49-F238E27FC236}">
                    <a16:creationId xmlns:a16="http://schemas.microsoft.com/office/drawing/2014/main" id="{CC7F20AC-F888-2F14-E0AD-D587C2EFC00F}"/>
                  </a:ext>
                </a:extLst>
              </p:cNvPr>
              <p:cNvSpPr/>
              <p:nvPr/>
            </p:nvSpPr>
            <p:spPr>
              <a:xfrm>
                <a:off x="8127209" y="2128239"/>
                <a:ext cx="2806452" cy="5243868"/>
              </a:xfrm>
              <a:custGeom>
                <a:avLst/>
                <a:gdLst>
                  <a:gd name="connsiteX0" fmla="*/ 2806323 w 2806452"/>
                  <a:gd name="connsiteY0" fmla="*/ 58702 h 5243868"/>
                  <a:gd name="connsiteX1" fmla="*/ 2588256 w 2806452"/>
                  <a:gd name="connsiteY1" fmla="*/ 119953 h 5243868"/>
                  <a:gd name="connsiteX2" fmla="*/ 2461910 w 2806452"/>
                  <a:gd name="connsiteY2" fmla="*/ 167097 h 5243868"/>
                  <a:gd name="connsiteX3" fmla="*/ 2347583 w 2806452"/>
                  <a:gd name="connsiteY3" fmla="*/ 297982 h 5243868"/>
                  <a:gd name="connsiteX4" fmla="*/ 2336352 w 2806452"/>
                  <a:gd name="connsiteY4" fmla="*/ 285963 h 5243868"/>
                  <a:gd name="connsiteX5" fmla="*/ 2304591 w 2806452"/>
                  <a:gd name="connsiteY5" fmla="*/ 293262 h 5243868"/>
                  <a:gd name="connsiteX6" fmla="*/ 2246964 w 2806452"/>
                  <a:gd name="connsiteY6" fmla="*/ 379929 h 5243868"/>
                  <a:gd name="connsiteX7" fmla="*/ 1912622 w 2806452"/>
                  <a:gd name="connsiteY7" fmla="*/ 799094 h 5243868"/>
                  <a:gd name="connsiteX8" fmla="*/ 1455829 w 2806452"/>
                  <a:gd name="connsiteY8" fmla="*/ 454927 h 5243868"/>
                  <a:gd name="connsiteX9" fmla="*/ 1443295 w 2806452"/>
                  <a:gd name="connsiteY9" fmla="*/ 445139 h 5243868"/>
                  <a:gd name="connsiteX10" fmla="*/ 1443347 w 2806452"/>
                  <a:gd name="connsiteY10" fmla="*/ 445010 h 5243868"/>
                  <a:gd name="connsiteX11" fmla="*/ 1441361 w 2806452"/>
                  <a:gd name="connsiteY11" fmla="*/ 429162 h 5243868"/>
                  <a:gd name="connsiteX12" fmla="*/ 1369239 w 2806452"/>
                  <a:gd name="connsiteY12" fmla="*/ 358769 h 5243868"/>
                  <a:gd name="connsiteX13" fmla="*/ 1211765 w 2806452"/>
                  <a:gd name="connsiteY13" fmla="*/ 307034 h 5243868"/>
                  <a:gd name="connsiteX14" fmla="*/ 1184054 w 2806452"/>
                  <a:gd name="connsiteY14" fmla="*/ 273275 h 5243868"/>
                  <a:gd name="connsiteX15" fmla="*/ 1061539 w 2806452"/>
                  <a:gd name="connsiteY15" fmla="*/ 179399 h 5243868"/>
                  <a:gd name="connsiteX16" fmla="*/ 1199773 w 2806452"/>
                  <a:gd name="connsiteY16" fmla="*/ 316499 h 5243868"/>
                  <a:gd name="connsiteX17" fmla="*/ 1204970 w 2806452"/>
                  <a:gd name="connsiteY17" fmla="*/ 326879 h 5243868"/>
                  <a:gd name="connsiteX18" fmla="*/ 1245898 w 2806452"/>
                  <a:gd name="connsiteY18" fmla="*/ 382586 h 5243868"/>
                  <a:gd name="connsiteX19" fmla="*/ 1173996 w 2806452"/>
                  <a:gd name="connsiteY19" fmla="*/ 352695 h 5243868"/>
                  <a:gd name="connsiteX20" fmla="*/ 1169418 w 2806452"/>
                  <a:gd name="connsiteY20" fmla="*/ 355622 h 5243868"/>
                  <a:gd name="connsiteX21" fmla="*/ 1161797 w 2806452"/>
                  <a:gd name="connsiteY21" fmla="*/ 361051 h 5243868"/>
                  <a:gd name="connsiteX22" fmla="*/ 1048515 w 2806452"/>
                  <a:gd name="connsiteY22" fmla="*/ 495623 h 5243868"/>
                  <a:gd name="connsiteX23" fmla="*/ 1063524 w 2806452"/>
                  <a:gd name="connsiteY23" fmla="*/ 347408 h 5243868"/>
                  <a:gd name="connsiteX24" fmla="*/ 1063267 w 2806452"/>
                  <a:gd name="connsiteY24" fmla="*/ 337286 h 5243868"/>
                  <a:gd name="connsiteX25" fmla="*/ 1011132 w 2806452"/>
                  <a:gd name="connsiteY25" fmla="*/ 181050 h 5243868"/>
                  <a:gd name="connsiteX26" fmla="*/ 987663 w 2806452"/>
                  <a:gd name="connsiteY26" fmla="*/ 216537 h 5243868"/>
                  <a:gd name="connsiteX27" fmla="*/ 1053608 w 2806452"/>
                  <a:gd name="connsiteY27" fmla="*/ 351792 h 5243868"/>
                  <a:gd name="connsiteX28" fmla="*/ 1032151 w 2806452"/>
                  <a:gd name="connsiteY28" fmla="*/ 484237 h 5243868"/>
                  <a:gd name="connsiteX29" fmla="*/ 873362 w 2806452"/>
                  <a:gd name="connsiteY29" fmla="*/ 386996 h 5243868"/>
                  <a:gd name="connsiteX30" fmla="*/ 653747 w 2806452"/>
                  <a:gd name="connsiteY30" fmla="*/ 155376 h 5243868"/>
                  <a:gd name="connsiteX31" fmla="*/ 648589 w 2806452"/>
                  <a:gd name="connsiteY31" fmla="*/ 14562 h 5243868"/>
                  <a:gd name="connsiteX32" fmla="*/ 633167 w 2806452"/>
                  <a:gd name="connsiteY32" fmla="*/ 17631 h 5243868"/>
                  <a:gd name="connsiteX33" fmla="*/ 641742 w 2806452"/>
                  <a:gd name="connsiteY33" fmla="*/ 124247 h 5243868"/>
                  <a:gd name="connsiteX34" fmla="*/ 569981 w 2806452"/>
                  <a:gd name="connsiteY34" fmla="*/ 230205 h 5243868"/>
                  <a:gd name="connsiteX35" fmla="*/ 391682 w 2806452"/>
                  <a:gd name="connsiteY35" fmla="*/ 336073 h 5243868"/>
                  <a:gd name="connsiteX36" fmla="*/ 238566 w 2806452"/>
                  <a:gd name="connsiteY36" fmla="*/ 478344 h 5243868"/>
                  <a:gd name="connsiteX37" fmla="*/ 240475 w 2806452"/>
                  <a:gd name="connsiteY37" fmla="*/ 536965 h 5243868"/>
                  <a:gd name="connsiteX38" fmla="*/ 628 w 2806452"/>
                  <a:gd name="connsiteY38" fmla="*/ 1403367 h 5243868"/>
                  <a:gd name="connsiteX39" fmla="*/ 1247 w 2806452"/>
                  <a:gd name="connsiteY39" fmla="*/ 2261479 h 5243868"/>
                  <a:gd name="connsiteX40" fmla="*/ 14580 w 2806452"/>
                  <a:gd name="connsiteY40" fmla="*/ 2277894 h 5243868"/>
                  <a:gd name="connsiteX41" fmla="*/ 88249 w 2806452"/>
                  <a:gd name="connsiteY41" fmla="*/ 2293574 h 5243868"/>
                  <a:gd name="connsiteX42" fmla="*/ 92685 w 2806452"/>
                  <a:gd name="connsiteY42" fmla="*/ 2398759 h 5243868"/>
                  <a:gd name="connsiteX43" fmla="*/ 210223 w 2806452"/>
                  <a:gd name="connsiteY43" fmla="*/ 2739651 h 5243868"/>
                  <a:gd name="connsiteX44" fmla="*/ 290134 w 2806452"/>
                  <a:gd name="connsiteY44" fmla="*/ 2777124 h 5243868"/>
                  <a:gd name="connsiteX45" fmla="*/ 284486 w 2806452"/>
                  <a:gd name="connsiteY45" fmla="*/ 3051710 h 5243868"/>
                  <a:gd name="connsiteX46" fmla="*/ 273357 w 2806452"/>
                  <a:gd name="connsiteY46" fmla="*/ 3186669 h 5243868"/>
                  <a:gd name="connsiteX47" fmla="*/ 269437 w 2806452"/>
                  <a:gd name="connsiteY47" fmla="*/ 3324388 h 5243868"/>
                  <a:gd name="connsiteX48" fmla="*/ 279818 w 2806452"/>
                  <a:gd name="connsiteY48" fmla="*/ 3331970 h 5243868"/>
                  <a:gd name="connsiteX49" fmla="*/ 325247 w 2806452"/>
                  <a:gd name="connsiteY49" fmla="*/ 3353054 h 5243868"/>
                  <a:gd name="connsiteX50" fmla="*/ 480193 w 2806452"/>
                  <a:gd name="connsiteY50" fmla="*/ 3399076 h 5243868"/>
                  <a:gd name="connsiteX51" fmla="*/ 589143 w 2806452"/>
                  <a:gd name="connsiteY51" fmla="*/ 4581162 h 5243868"/>
                  <a:gd name="connsiteX52" fmla="*/ 550793 w 2806452"/>
                  <a:gd name="connsiteY52" fmla="*/ 4609466 h 5243868"/>
                  <a:gd name="connsiteX53" fmla="*/ 516686 w 2806452"/>
                  <a:gd name="connsiteY53" fmla="*/ 4645030 h 5243868"/>
                  <a:gd name="connsiteX54" fmla="*/ 514352 w 2806452"/>
                  <a:gd name="connsiteY54" fmla="*/ 4841228 h 5243868"/>
                  <a:gd name="connsiteX55" fmla="*/ 534816 w 2806452"/>
                  <a:gd name="connsiteY55" fmla="*/ 4948385 h 5243868"/>
                  <a:gd name="connsiteX56" fmla="*/ 536235 w 2806452"/>
                  <a:gd name="connsiteY56" fmla="*/ 5008760 h 5243868"/>
                  <a:gd name="connsiteX57" fmla="*/ 555010 w 2806452"/>
                  <a:gd name="connsiteY57" fmla="*/ 5093028 h 5243868"/>
                  <a:gd name="connsiteX58" fmla="*/ 614701 w 2806452"/>
                  <a:gd name="connsiteY58" fmla="*/ 5094408 h 5243868"/>
                  <a:gd name="connsiteX59" fmla="*/ 656855 w 2806452"/>
                  <a:gd name="connsiteY59" fmla="*/ 5172578 h 5243868"/>
                  <a:gd name="connsiteX60" fmla="*/ 926824 w 2806452"/>
                  <a:gd name="connsiteY60" fmla="*/ 5243797 h 5243868"/>
                  <a:gd name="connsiteX61" fmla="*/ 1054782 w 2806452"/>
                  <a:gd name="connsiteY61" fmla="*/ 5231392 h 5243868"/>
                  <a:gd name="connsiteX62" fmla="*/ 1051726 w 2806452"/>
                  <a:gd name="connsiteY62" fmla="*/ 5158935 h 5243868"/>
                  <a:gd name="connsiteX63" fmla="*/ 1216949 w 2806452"/>
                  <a:gd name="connsiteY63" fmla="*/ 5163216 h 5243868"/>
                  <a:gd name="connsiteX64" fmla="*/ 1263939 w 2806452"/>
                  <a:gd name="connsiteY64" fmla="*/ 5087884 h 5243868"/>
                  <a:gd name="connsiteX65" fmla="*/ 1152435 w 2806452"/>
                  <a:gd name="connsiteY65" fmla="*/ 4888991 h 5243868"/>
                  <a:gd name="connsiteX66" fmla="*/ 1121114 w 2806452"/>
                  <a:gd name="connsiteY66" fmla="*/ 4004935 h 5243868"/>
                  <a:gd name="connsiteX67" fmla="*/ 1152062 w 2806452"/>
                  <a:gd name="connsiteY67" fmla="*/ 3523913 h 5243868"/>
                  <a:gd name="connsiteX68" fmla="*/ 1181720 w 2806452"/>
                  <a:gd name="connsiteY68" fmla="*/ 3369985 h 5243868"/>
                  <a:gd name="connsiteX69" fmla="*/ 1381979 w 2806452"/>
                  <a:gd name="connsiteY69" fmla="*/ 3276535 h 5243868"/>
                  <a:gd name="connsiteX70" fmla="*/ 1384997 w 2806452"/>
                  <a:gd name="connsiteY70" fmla="*/ 3266116 h 5243868"/>
                  <a:gd name="connsiteX71" fmla="*/ 1376989 w 2806452"/>
                  <a:gd name="connsiteY71" fmla="*/ 3170267 h 5243868"/>
                  <a:gd name="connsiteX72" fmla="*/ 1396718 w 2806452"/>
                  <a:gd name="connsiteY72" fmla="*/ 2877783 h 5243868"/>
                  <a:gd name="connsiteX73" fmla="*/ 1423592 w 2806452"/>
                  <a:gd name="connsiteY73" fmla="*/ 2185450 h 5243868"/>
                  <a:gd name="connsiteX74" fmla="*/ 1495082 w 2806452"/>
                  <a:gd name="connsiteY74" fmla="*/ 2208570 h 5243868"/>
                  <a:gd name="connsiteX75" fmla="*/ 1502354 w 2806452"/>
                  <a:gd name="connsiteY75" fmla="*/ 2185037 h 5243868"/>
                  <a:gd name="connsiteX76" fmla="*/ 1461387 w 2806452"/>
                  <a:gd name="connsiteY76" fmla="*/ 1901308 h 5243868"/>
                  <a:gd name="connsiteX77" fmla="*/ 1382843 w 2806452"/>
                  <a:gd name="connsiteY77" fmla="*/ 1358660 h 5243868"/>
                  <a:gd name="connsiteX78" fmla="*/ 1381154 w 2806452"/>
                  <a:gd name="connsiteY78" fmla="*/ 1237795 h 5243868"/>
                  <a:gd name="connsiteX79" fmla="*/ 1421593 w 2806452"/>
                  <a:gd name="connsiteY79" fmla="*/ 1029709 h 5243868"/>
                  <a:gd name="connsiteX80" fmla="*/ 1461903 w 2806452"/>
                  <a:gd name="connsiteY80" fmla="*/ 923441 h 5243868"/>
                  <a:gd name="connsiteX81" fmla="*/ 1462741 w 2806452"/>
                  <a:gd name="connsiteY81" fmla="*/ 924111 h 5243868"/>
                  <a:gd name="connsiteX82" fmla="*/ 1790687 w 2806452"/>
                  <a:gd name="connsiteY82" fmla="*/ 1148459 h 5243868"/>
                  <a:gd name="connsiteX83" fmla="*/ 1857844 w 2806452"/>
                  <a:gd name="connsiteY83" fmla="*/ 1174790 h 5243868"/>
                  <a:gd name="connsiteX84" fmla="*/ 2514986 w 2806452"/>
                  <a:gd name="connsiteY84" fmla="*/ 609435 h 5243868"/>
                  <a:gd name="connsiteX85" fmla="*/ 2584181 w 2806452"/>
                  <a:gd name="connsiteY85" fmla="*/ 510014 h 5243868"/>
                  <a:gd name="connsiteX86" fmla="*/ 2532730 w 2806452"/>
                  <a:gd name="connsiteY86" fmla="*/ 467383 h 5243868"/>
                  <a:gd name="connsiteX87" fmla="*/ 2623188 w 2806452"/>
                  <a:gd name="connsiteY87" fmla="*/ 411716 h 5243868"/>
                  <a:gd name="connsiteX88" fmla="*/ 2694523 w 2806452"/>
                  <a:gd name="connsiteY88" fmla="*/ 341283 h 5243868"/>
                  <a:gd name="connsiteX89" fmla="*/ 2702338 w 2806452"/>
                  <a:gd name="connsiteY89" fmla="*/ 298562 h 5243868"/>
                  <a:gd name="connsiteX90" fmla="*/ 2690848 w 2806452"/>
                  <a:gd name="connsiteY90" fmla="*/ 259709 h 5243868"/>
                  <a:gd name="connsiteX91" fmla="*/ 2647057 w 2806452"/>
                  <a:gd name="connsiteY91" fmla="*/ 205137 h 5243868"/>
                  <a:gd name="connsiteX92" fmla="*/ 2704182 w 2806452"/>
                  <a:gd name="connsiteY92" fmla="*/ 156523 h 5243868"/>
                  <a:gd name="connsiteX93" fmla="*/ 2806323 w 2806452"/>
                  <a:gd name="connsiteY93" fmla="*/ 58702 h 5243868"/>
                  <a:gd name="connsiteX94" fmla="*/ 1169160 w 2806452"/>
                  <a:gd name="connsiteY94" fmla="*/ 375738 h 5243868"/>
                  <a:gd name="connsiteX95" fmla="*/ 1254306 w 2806452"/>
                  <a:gd name="connsiteY95" fmla="*/ 707114 h 5243868"/>
                  <a:gd name="connsiteX96" fmla="*/ 1116729 w 2806452"/>
                  <a:gd name="connsiteY96" fmla="*/ 436732 h 5243868"/>
                  <a:gd name="connsiteX97" fmla="*/ 1169160 w 2806452"/>
                  <a:gd name="connsiteY97" fmla="*/ 375738 h 5243868"/>
                  <a:gd name="connsiteX98" fmla="*/ 1032499 w 2806452"/>
                  <a:gd name="connsiteY98" fmla="*/ 506597 h 5243868"/>
                  <a:gd name="connsiteX99" fmla="*/ 1034330 w 2806452"/>
                  <a:gd name="connsiteY99" fmla="*/ 511278 h 5243868"/>
                  <a:gd name="connsiteX100" fmla="*/ 1023963 w 2806452"/>
                  <a:gd name="connsiteY100" fmla="*/ 521517 h 5243868"/>
                  <a:gd name="connsiteX101" fmla="*/ 1031712 w 2806452"/>
                  <a:gd name="connsiteY101" fmla="*/ 529266 h 5243868"/>
                  <a:gd name="connsiteX102" fmla="*/ 1106620 w 2806452"/>
                  <a:gd name="connsiteY102" fmla="*/ 449485 h 5243868"/>
                  <a:gd name="connsiteX103" fmla="*/ 1207639 w 2806452"/>
                  <a:gd name="connsiteY103" fmla="*/ 1117730 h 5243868"/>
                  <a:gd name="connsiteX104" fmla="*/ 810911 w 2806452"/>
                  <a:gd name="connsiteY104" fmla="*/ 403759 h 5243868"/>
                  <a:gd name="connsiteX105" fmla="*/ 1032499 w 2806452"/>
                  <a:gd name="connsiteY105" fmla="*/ 506597 h 5243868"/>
                  <a:gd name="connsiteX106" fmla="*/ 1062377 w 2806452"/>
                  <a:gd name="connsiteY106" fmla="*/ 769591 h 5243868"/>
                  <a:gd name="connsiteX107" fmla="*/ 635023 w 2806452"/>
                  <a:gd name="connsiteY107" fmla="*/ 385603 h 5243868"/>
                  <a:gd name="connsiteX108" fmla="*/ 783703 w 2806452"/>
                  <a:gd name="connsiteY108" fmla="*/ 399478 h 5243868"/>
                  <a:gd name="connsiteX109" fmla="*/ 1062377 w 2806452"/>
                  <a:gd name="connsiteY109" fmla="*/ 769591 h 5243868"/>
                  <a:gd name="connsiteX110" fmla="*/ 610897 w 2806452"/>
                  <a:gd name="connsiteY110" fmla="*/ 192268 h 5243868"/>
                  <a:gd name="connsiteX111" fmla="*/ 639614 w 2806452"/>
                  <a:gd name="connsiteY111" fmla="*/ 146929 h 5243868"/>
                  <a:gd name="connsiteX112" fmla="*/ 823510 w 2806452"/>
                  <a:gd name="connsiteY112" fmla="*/ 383785 h 5243868"/>
                  <a:gd name="connsiteX113" fmla="*/ 557357 w 2806452"/>
                  <a:gd name="connsiteY113" fmla="*/ 366918 h 5243868"/>
                  <a:gd name="connsiteX114" fmla="*/ 610897 w 2806452"/>
                  <a:gd name="connsiteY114" fmla="*/ 192268 h 5243868"/>
                  <a:gd name="connsiteX115" fmla="*/ 336272 w 2806452"/>
                  <a:gd name="connsiteY115" fmla="*/ 385590 h 5243868"/>
                  <a:gd name="connsiteX116" fmla="*/ 536299 w 2806452"/>
                  <a:gd name="connsiteY116" fmla="*/ 264777 h 5243868"/>
                  <a:gd name="connsiteX117" fmla="*/ 524410 w 2806452"/>
                  <a:gd name="connsiteY117" fmla="*/ 395481 h 5243868"/>
                  <a:gd name="connsiteX118" fmla="*/ 597692 w 2806452"/>
                  <a:gd name="connsiteY118" fmla="*/ 385577 h 5243868"/>
                  <a:gd name="connsiteX119" fmla="*/ 1043292 w 2806452"/>
                  <a:gd name="connsiteY119" fmla="*/ 785632 h 5243868"/>
                  <a:gd name="connsiteX120" fmla="*/ 1198999 w 2806452"/>
                  <a:gd name="connsiteY120" fmla="*/ 1139110 h 5243868"/>
                  <a:gd name="connsiteX121" fmla="*/ 1189883 w 2806452"/>
                  <a:gd name="connsiteY121" fmla="*/ 1165506 h 5243868"/>
                  <a:gd name="connsiteX122" fmla="*/ 1169715 w 2806452"/>
                  <a:gd name="connsiteY122" fmla="*/ 1472085 h 5243868"/>
                  <a:gd name="connsiteX123" fmla="*/ 1179283 w 2806452"/>
                  <a:gd name="connsiteY123" fmla="*/ 1533349 h 5243868"/>
                  <a:gd name="connsiteX124" fmla="*/ 1222584 w 2806452"/>
                  <a:gd name="connsiteY124" fmla="*/ 1689701 h 5243868"/>
                  <a:gd name="connsiteX125" fmla="*/ 1210528 w 2806452"/>
                  <a:gd name="connsiteY125" fmla="*/ 1762223 h 5243868"/>
                  <a:gd name="connsiteX126" fmla="*/ 1109830 w 2806452"/>
                  <a:gd name="connsiteY126" fmla="*/ 2109820 h 5243868"/>
                  <a:gd name="connsiteX127" fmla="*/ 345337 w 2806452"/>
                  <a:gd name="connsiteY127" fmla="*/ 2064494 h 5243868"/>
                  <a:gd name="connsiteX128" fmla="*/ 345982 w 2806452"/>
                  <a:gd name="connsiteY128" fmla="*/ 1870399 h 5243868"/>
                  <a:gd name="connsiteX129" fmla="*/ 425492 w 2806452"/>
                  <a:gd name="connsiteY129" fmla="*/ 1683614 h 5243868"/>
                  <a:gd name="connsiteX130" fmla="*/ 466370 w 2806452"/>
                  <a:gd name="connsiteY130" fmla="*/ 1075757 h 5243868"/>
                  <a:gd name="connsiteX131" fmla="*/ 458517 w 2806452"/>
                  <a:gd name="connsiteY131" fmla="*/ 1060386 h 5243868"/>
                  <a:gd name="connsiteX132" fmla="*/ 552702 w 2806452"/>
                  <a:gd name="connsiteY132" fmla="*/ 824601 h 5243868"/>
                  <a:gd name="connsiteX133" fmla="*/ 536763 w 2806452"/>
                  <a:gd name="connsiteY133" fmla="*/ 615418 h 5243868"/>
                  <a:gd name="connsiteX134" fmla="*/ 414622 w 2806452"/>
                  <a:gd name="connsiteY134" fmla="*/ 422431 h 5243868"/>
                  <a:gd name="connsiteX135" fmla="*/ 337561 w 2806452"/>
                  <a:gd name="connsiteY135" fmla="*/ 413792 h 5243868"/>
                  <a:gd name="connsiteX136" fmla="*/ 270752 w 2806452"/>
                  <a:gd name="connsiteY136" fmla="*/ 464263 h 5243868"/>
                  <a:gd name="connsiteX137" fmla="*/ 336272 w 2806452"/>
                  <a:gd name="connsiteY137" fmla="*/ 385590 h 5243868"/>
                  <a:gd name="connsiteX138" fmla="*/ 441869 w 2806452"/>
                  <a:gd name="connsiteY138" fmla="*/ 1105583 h 5243868"/>
                  <a:gd name="connsiteX139" fmla="*/ 457936 w 2806452"/>
                  <a:gd name="connsiteY139" fmla="*/ 1472820 h 5243868"/>
                  <a:gd name="connsiteX140" fmla="*/ 347013 w 2806452"/>
                  <a:gd name="connsiteY140" fmla="*/ 1756574 h 5243868"/>
                  <a:gd name="connsiteX141" fmla="*/ 358606 w 2806452"/>
                  <a:gd name="connsiteY141" fmla="*/ 1404425 h 5243868"/>
                  <a:gd name="connsiteX142" fmla="*/ 441869 w 2806452"/>
                  <a:gd name="connsiteY142" fmla="*/ 1105583 h 5243868"/>
                  <a:gd name="connsiteX143" fmla="*/ 34310 w 2806452"/>
                  <a:gd name="connsiteY143" fmla="*/ 1403857 h 5243868"/>
                  <a:gd name="connsiteX144" fmla="*/ 289063 w 2806452"/>
                  <a:gd name="connsiteY144" fmla="*/ 495378 h 5243868"/>
                  <a:gd name="connsiteX145" fmla="*/ 397987 w 2806452"/>
                  <a:gd name="connsiteY145" fmla="*/ 451742 h 5243868"/>
                  <a:gd name="connsiteX146" fmla="*/ 504578 w 2806452"/>
                  <a:gd name="connsiteY146" fmla="*/ 625373 h 5243868"/>
                  <a:gd name="connsiteX147" fmla="*/ 521663 w 2806452"/>
                  <a:gd name="connsiteY147" fmla="*/ 811551 h 5243868"/>
                  <a:gd name="connsiteX148" fmla="*/ 325105 w 2806452"/>
                  <a:gd name="connsiteY148" fmla="*/ 1401304 h 5243868"/>
                  <a:gd name="connsiteX149" fmla="*/ 312326 w 2806452"/>
                  <a:gd name="connsiteY149" fmla="*/ 2306869 h 5243868"/>
                  <a:gd name="connsiteX150" fmla="*/ 263995 w 2806452"/>
                  <a:gd name="connsiteY150" fmla="*/ 2296579 h 5243868"/>
                  <a:gd name="connsiteX151" fmla="*/ 112221 w 2806452"/>
                  <a:gd name="connsiteY151" fmla="*/ 2264264 h 5243868"/>
                  <a:gd name="connsiteX152" fmla="*/ 34903 w 2806452"/>
                  <a:gd name="connsiteY152" fmla="*/ 2247797 h 5243868"/>
                  <a:gd name="connsiteX153" fmla="*/ 34310 w 2806452"/>
                  <a:gd name="connsiteY153" fmla="*/ 1403857 h 5243868"/>
                  <a:gd name="connsiteX154" fmla="*/ 235691 w 2806452"/>
                  <a:gd name="connsiteY154" fmla="*/ 2715254 h 5243868"/>
                  <a:gd name="connsiteX155" fmla="*/ 181416 w 2806452"/>
                  <a:gd name="connsiteY155" fmla="*/ 2516297 h 5243868"/>
                  <a:gd name="connsiteX156" fmla="*/ 173176 w 2806452"/>
                  <a:gd name="connsiteY156" fmla="*/ 2516542 h 5243868"/>
                  <a:gd name="connsiteX157" fmla="*/ 221390 w 2806452"/>
                  <a:gd name="connsiteY157" fmla="*/ 2720605 h 5243868"/>
                  <a:gd name="connsiteX158" fmla="*/ 146290 w 2806452"/>
                  <a:gd name="connsiteY158" fmla="*/ 2508547 h 5243868"/>
                  <a:gd name="connsiteX159" fmla="*/ 133163 w 2806452"/>
                  <a:gd name="connsiteY159" fmla="*/ 2599998 h 5243868"/>
                  <a:gd name="connsiteX160" fmla="*/ 133846 w 2806452"/>
                  <a:gd name="connsiteY160" fmla="*/ 2601894 h 5243868"/>
                  <a:gd name="connsiteX161" fmla="*/ 133163 w 2806452"/>
                  <a:gd name="connsiteY161" fmla="*/ 2599998 h 5243868"/>
                  <a:gd name="connsiteX162" fmla="*/ 109217 w 2806452"/>
                  <a:gd name="connsiteY162" fmla="*/ 2403207 h 5243868"/>
                  <a:gd name="connsiteX163" fmla="*/ 114787 w 2806452"/>
                  <a:gd name="connsiteY163" fmla="*/ 2395703 h 5243868"/>
                  <a:gd name="connsiteX164" fmla="*/ 119932 w 2806452"/>
                  <a:gd name="connsiteY164" fmla="*/ 2300305 h 5243868"/>
                  <a:gd name="connsiteX165" fmla="*/ 268779 w 2806452"/>
                  <a:gd name="connsiteY165" fmla="*/ 2332001 h 5243868"/>
                  <a:gd name="connsiteX166" fmla="*/ 325414 w 2806452"/>
                  <a:gd name="connsiteY166" fmla="*/ 2423994 h 5243868"/>
                  <a:gd name="connsiteX167" fmla="*/ 322281 w 2806452"/>
                  <a:gd name="connsiteY167" fmla="*/ 2482770 h 5243868"/>
                  <a:gd name="connsiteX168" fmla="*/ 329167 w 2806452"/>
                  <a:gd name="connsiteY168" fmla="*/ 2646511 h 5243868"/>
                  <a:gd name="connsiteX169" fmla="*/ 326665 w 2806452"/>
                  <a:gd name="connsiteY169" fmla="*/ 2644589 h 5243868"/>
                  <a:gd name="connsiteX170" fmla="*/ 276065 w 2806452"/>
                  <a:gd name="connsiteY170" fmla="*/ 2518296 h 5243868"/>
                  <a:gd name="connsiteX171" fmla="*/ 265878 w 2806452"/>
                  <a:gd name="connsiteY171" fmla="*/ 2482615 h 5243868"/>
                  <a:gd name="connsiteX172" fmla="*/ 249166 w 2806452"/>
                  <a:gd name="connsiteY172" fmla="*/ 2485375 h 5243868"/>
                  <a:gd name="connsiteX173" fmla="*/ 247348 w 2806452"/>
                  <a:gd name="connsiteY173" fmla="*/ 2500346 h 5243868"/>
                  <a:gd name="connsiteX174" fmla="*/ 263351 w 2806452"/>
                  <a:gd name="connsiteY174" fmla="*/ 2695370 h 5243868"/>
                  <a:gd name="connsiteX175" fmla="*/ 288393 w 2806452"/>
                  <a:gd name="connsiteY175" fmla="*/ 2744680 h 5243868"/>
                  <a:gd name="connsiteX176" fmla="*/ 288909 w 2806452"/>
                  <a:gd name="connsiteY176" fmla="*/ 2753320 h 5243868"/>
                  <a:gd name="connsiteX177" fmla="*/ 235691 w 2806452"/>
                  <a:gd name="connsiteY177" fmla="*/ 2715254 h 5243868"/>
                  <a:gd name="connsiteX178" fmla="*/ 279676 w 2806452"/>
                  <a:gd name="connsiteY178" fmla="*/ 2622152 h 5243868"/>
                  <a:gd name="connsiteX179" fmla="*/ 284640 w 2806452"/>
                  <a:gd name="connsiteY179" fmla="*/ 2688342 h 5243868"/>
                  <a:gd name="connsiteX180" fmla="*/ 255910 w 2806452"/>
                  <a:gd name="connsiteY180" fmla="*/ 2547374 h 5243868"/>
                  <a:gd name="connsiteX181" fmla="*/ 279676 w 2806452"/>
                  <a:gd name="connsiteY181" fmla="*/ 2622152 h 5243868"/>
                  <a:gd name="connsiteX182" fmla="*/ 605391 w 2806452"/>
                  <a:gd name="connsiteY182" fmla="*/ 4604063 h 5243868"/>
                  <a:gd name="connsiteX183" fmla="*/ 618544 w 2806452"/>
                  <a:gd name="connsiteY183" fmla="*/ 4528330 h 5243868"/>
                  <a:gd name="connsiteX184" fmla="*/ 569659 w 2806452"/>
                  <a:gd name="connsiteY184" fmla="*/ 4356105 h 5243868"/>
                  <a:gd name="connsiteX185" fmla="*/ 510509 w 2806452"/>
                  <a:gd name="connsiteY185" fmla="*/ 3405665 h 5243868"/>
                  <a:gd name="connsiteX186" fmla="*/ 885560 w 2806452"/>
                  <a:gd name="connsiteY186" fmla="*/ 3428051 h 5243868"/>
                  <a:gd name="connsiteX187" fmla="*/ 777062 w 2806452"/>
                  <a:gd name="connsiteY187" fmla="*/ 4022550 h 5243868"/>
                  <a:gd name="connsiteX188" fmla="*/ 859035 w 2806452"/>
                  <a:gd name="connsiteY188" fmla="*/ 4879487 h 5243868"/>
                  <a:gd name="connsiteX189" fmla="*/ 912692 w 2806452"/>
                  <a:gd name="connsiteY189" fmla="*/ 5048386 h 5243868"/>
                  <a:gd name="connsiteX190" fmla="*/ 739744 w 2806452"/>
                  <a:gd name="connsiteY190" fmla="*/ 5043357 h 5243868"/>
                  <a:gd name="connsiteX191" fmla="*/ 665610 w 2806452"/>
                  <a:gd name="connsiteY191" fmla="*/ 4939140 h 5243868"/>
                  <a:gd name="connsiteX192" fmla="*/ 605391 w 2806452"/>
                  <a:gd name="connsiteY192" fmla="*/ 4604063 h 5243868"/>
                  <a:gd name="connsiteX193" fmla="*/ 810047 w 2806452"/>
                  <a:gd name="connsiteY193" fmla="*/ 4166677 h 5243868"/>
                  <a:gd name="connsiteX194" fmla="*/ 811388 w 2806452"/>
                  <a:gd name="connsiteY194" fmla="*/ 4457163 h 5243868"/>
                  <a:gd name="connsiteX195" fmla="*/ 811195 w 2806452"/>
                  <a:gd name="connsiteY195" fmla="*/ 4458736 h 5243868"/>
                  <a:gd name="connsiteX196" fmla="*/ 810047 w 2806452"/>
                  <a:gd name="connsiteY196" fmla="*/ 4166677 h 5243868"/>
                  <a:gd name="connsiteX197" fmla="*/ 840415 w 2806452"/>
                  <a:gd name="connsiteY197" fmla="*/ 5198239 h 5243868"/>
                  <a:gd name="connsiteX198" fmla="*/ 666745 w 2806452"/>
                  <a:gd name="connsiteY198" fmla="*/ 5118870 h 5243868"/>
                  <a:gd name="connsiteX199" fmla="*/ 626036 w 2806452"/>
                  <a:gd name="connsiteY199" fmla="*/ 5003266 h 5243868"/>
                  <a:gd name="connsiteX200" fmla="*/ 597434 w 2806452"/>
                  <a:gd name="connsiteY200" fmla="*/ 5012254 h 5243868"/>
                  <a:gd name="connsiteX201" fmla="*/ 594056 w 2806452"/>
                  <a:gd name="connsiteY201" fmla="*/ 5065536 h 5243868"/>
                  <a:gd name="connsiteX202" fmla="*/ 577731 w 2806452"/>
                  <a:gd name="connsiteY202" fmla="*/ 5064157 h 5243868"/>
                  <a:gd name="connsiteX203" fmla="*/ 567479 w 2806452"/>
                  <a:gd name="connsiteY203" fmla="*/ 4860867 h 5243868"/>
                  <a:gd name="connsiteX204" fmla="*/ 571412 w 2806452"/>
                  <a:gd name="connsiteY204" fmla="*/ 4638596 h 5243868"/>
                  <a:gd name="connsiteX205" fmla="*/ 676171 w 2806452"/>
                  <a:gd name="connsiteY205" fmla="*/ 5003988 h 5243868"/>
                  <a:gd name="connsiteX206" fmla="*/ 792923 w 2806452"/>
                  <a:gd name="connsiteY206" fmla="*/ 5075788 h 5243868"/>
                  <a:gd name="connsiteX207" fmla="*/ 921254 w 2806452"/>
                  <a:gd name="connsiteY207" fmla="*/ 5064840 h 5243868"/>
                  <a:gd name="connsiteX208" fmla="*/ 947302 w 2806452"/>
                  <a:gd name="connsiteY208" fmla="*/ 5070798 h 5243868"/>
                  <a:gd name="connsiteX209" fmla="*/ 1025858 w 2806452"/>
                  <a:gd name="connsiteY209" fmla="*/ 5198046 h 5243868"/>
                  <a:gd name="connsiteX210" fmla="*/ 840415 w 2806452"/>
                  <a:gd name="connsiteY210" fmla="*/ 5198239 h 5243868"/>
                  <a:gd name="connsiteX211" fmla="*/ 1172861 w 2806452"/>
                  <a:gd name="connsiteY211" fmla="*/ 4984027 h 5243868"/>
                  <a:gd name="connsiteX212" fmla="*/ 1225099 w 2806452"/>
                  <a:gd name="connsiteY212" fmla="*/ 5119257 h 5243868"/>
                  <a:gd name="connsiteX213" fmla="*/ 1070268 w 2806452"/>
                  <a:gd name="connsiteY213" fmla="*/ 5111817 h 5243868"/>
                  <a:gd name="connsiteX214" fmla="*/ 1020017 w 2806452"/>
                  <a:gd name="connsiteY214" fmla="*/ 5099399 h 5243868"/>
                  <a:gd name="connsiteX215" fmla="*/ 954394 w 2806452"/>
                  <a:gd name="connsiteY215" fmla="*/ 5025987 h 5243868"/>
                  <a:gd name="connsiteX216" fmla="*/ 925019 w 2806452"/>
                  <a:gd name="connsiteY216" fmla="*/ 4924439 h 5243868"/>
                  <a:gd name="connsiteX217" fmla="*/ 1135414 w 2806452"/>
                  <a:gd name="connsiteY217" fmla="*/ 4917553 h 5243868"/>
                  <a:gd name="connsiteX218" fmla="*/ 1172861 w 2806452"/>
                  <a:gd name="connsiteY218" fmla="*/ 4984027 h 5243868"/>
                  <a:gd name="connsiteX219" fmla="*/ 1127974 w 2806452"/>
                  <a:gd name="connsiteY219" fmla="*/ 3424363 h 5243868"/>
                  <a:gd name="connsiteX220" fmla="*/ 1113970 w 2806452"/>
                  <a:gd name="connsiteY220" fmla="*/ 3492255 h 5243868"/>
                  <a:gd name="connsiteX221" fmla="*/ 1086645 w 2806452"/>
                  <a:gd name="connsiteY221" fmla="*/ 3962111 h 5243868"/>
                  <a:gd name="connsiteX222" fmla="*/ 1119631 w 2806452"/>
                  <a:gd name="connsiteY222" fmla="*/ 4897334 h 5243868"/>
                  <a:gd name="connsiteX223" fmla="*/ 1073995 w 2806452"/>
                  <a:gd name="connsiteY223" fmla="*/ 4925626 h 5243868"/>
                  <a:gd name="connsiteX224" fmla="*/ 917360 w 2806452"/>
                  <a:gd name="connsiteY224" fmla="*/ 4899565 h 5243868"/>
                  <a:gd name="connsiteX225" fmla="*/ 820944 w 2806452"/>
                  <a:gd name="connsiteY225" fmla="*/ 4552882 h 5243868"/>
                  <a:gd name="connsiteX226" fmla="*/ 840647 w 2806452"/>
                  <a:gd name="connsiteY226" fmla="*/ 4372688 h 5243868"/>
                  <a:gd name="connsiteX227" fmla="*/ 814573 w 2806452"/>
                  <a:gd name="connsiteY227" fmla="*/ 4073794 h 5243868"/>
                  <a:gd name="connsiteX228" fmla="*/ 918597 w 2806452"/>
                  <a:gd name="connsiteY228" fmla="*/ 3425034 h 5243868"/>
                  <a:gd name="connsiteX229" fmla="*/ 1145782 w 2806452"/>
                  <a:gd name="connsiteY229" fmla="*/ 3380739 h 5243868"/>
                  <a:gd name="connsiteX230" fmla="*/ 1127974 w 2806452"/>
                  <a:gd name="connsiteY230" fmla="*/ 3424363 h 5243868"/>
                  <a:gd name="connsiteX231" fmla="*/ 1365164 w 2806452"/>
                  <a:gd name="connsiteY231" fmla="*/ 2852353 h 5243868"/>
                  <a:gd name="connsiteX232" fmla="*/ 1358446 w 2806452"/>
                  <a:gd name="connsiteY232" fmla="*/ 3261693 h 5243868"/>
                  <a:gd name="connsiteX233" fmla="*/ 510716 w 2806452"/>
                  <a:gd name="connsiteY233" fmla="*/ 3374240 h 5243868"/>
                  <a:gd name="connsiteX234" fmla="*/ 492753 w 2806452"/>
                  <a:gd name="connsiteY234" fmla="*/ 3370681 h 5243868"/>
                  <a:gd name="connsiteX235" fmla="*/ 292713 w 2806452"/>
                  <a:gd name="connsiteY235" fmla="*/ 3315929 h 5243868"/>
                  <a:gd name="connsiteX236" fmla="*/ 320050 w 2806452"/>
                  <a:gd name="connsiteY236" fmla="*/ 3086953 h 5243868"/>
                  <a:gd name="connsiteX237" fmla="*/ 313461 w 2806452"/>
                  <a:gd name="connsiteY237" fmla="*/ 2666833 h 5243868"/>
                  <a:gd name="connsiteX238" fmla="*/ 339857 w 2806452"/>
                  <a:gd name="connsiteY238" fmla="*/ 2672778 h 5243868"/>
                  <a:gd name="connsiteX239" fmla="*/ 346872 w 2806452"/>
                  <a:gd name="connsiteY239" fmla="*/ 2525478 h 5243868"/>
                  <a:gd name="connsiteX240" fmla="*/ 302835 w 2806452"/>
                  <a:gd name="connsiteY240" fmla="*/ 2339274 h 5243868"/>
                  <a:gd name="connsiteX241" fmla="*/ 325814 w 2806452"/>
                  <a:gd name="connsiteY241" fmla="*/ 2344161 h 5243868"/>
                  <a:gd name="connsiteX242" fmla="*/ 329322 w 2806452"/>
                  <a:gd name="connsiteY242" fmla="*/ 2344535 h 5243868"/>
                  <a:gd name="connsiteX243" fmla="*/ 339960 w 2806452"/>
                  <a:gd name="connsiteY243" fmla="*/ 2340744 h 5243868"/>
                  <a:gd name="connsiteX244" fmla="*/ 346149 w 2806452"/>
                  <a:gd name="connsiteY244" fmla="*/ 2327565 h 5243868"/>
                  <a:gd name="connsiteX245" fmla="*/ 345350 w 2806452"/>
                  <a:gd name="connsiteY245" fmla="*/ 2100742 h 5243868"/>
                  <a:gd name="connsiteX246" fmla="*/ 1134305 w 2806452"/>
                  <a:gd name="connsiteY246" fmla="*/ 2110646 h 5243868"/>
                  <a:gd name="connsiteX247" fmla="*/ 1240122 w 2806452"/>
                  <a:gd name="connsiteY247" fmla="*/ 1754344 h 5243868"/>
                  <a:gd name="connsiteX248" fmla="*/ 1401386 w 2806452"/>
                  <a:gd name="connsiteY248" fmla="*/ 2160395 h 5243868"/>
                  <a:gd name="connsiteX249" fmla="*/ 1365164 w 2806452"/>
                  <a:gd name="connsiteY249" fmla="*/ 2852353 h 5243868"/>
                  <a:gd name="connsiteX250" fmla="*/ 2564800 w 2806452"/>
                  <a:gd name="connsiteY250" fmla="*/ 518718 h 5243868"/>
                  <a:gd name="connsiteX251" fmla="*/ 1850481 w 2806452"/>
                  <a:gd name="connsiteY251" fmla="*/ 1155770 h 5243868"/>
                  <a:gd name="connsiteX252" fmla="*/ 1468969 w 2806452"/>
                  <a:gd name="connsiteY252" fmla="*/ 899134 h 5243868"/>
                  <a:gd name="connsiteX253" fmla="*/ 1465707 w 2806452"/>
                  <a:gd name="connsiteY253" fmla="*/ 896968 h 5243868"/>
                  <a:gd name="connsiteX254" fmla="*/ 1406544 w 2806452"/>
                  <a:gd name="connsiteY254" fmla="*/ 458653 h 5243868"/>
                  <a:gd name="connsiteX255" fmla="*/ 1387241 w 2806452"/>
                  <a:gd name="connsiteY255" fmla="*/ 458653 h 5243868"/>
                  <a:gd name="connsiteX256" fmla="*/ 1425165 w 2806452"/>
                  <a:gd name="connsiteY256" fmla="*/ 691963 h 5243868"/>
                  <a:gd name="connsiteX257" fmla="*/ 1386751 w 2806452"/>
                  <a:gd name="connsiteY257" fmla="*/ 1045415 h 5243868"/>
                  <a:gd name="connsiteX258" fmla="*/ 1385861 w 2806452"/>
                  <a:gd name="connsiteY258" fmla="*/ 1045402 h 5243868"/>
                  <a:gd name="connsiteX259" fmla="*/ 1342340 w 2806452"/>
                  <a:gd name="connsiteY259" fmla="*/ 1312458 h 5243868"/>
                  <a:gd name="connsiteX260" fmla="*/ 1375351 w 2806452"/>
                  <a:gd name="connsiteY260" fmla="*/ 1597747 h 5243868"/>
                  <a:gd name="connsiteX261" fmla="*/ 1468286 w 2806452"/>
                  <a:gd name="connsiteY261" fmla="*/ 2167035 h 5243868"/>
                  <a:gd name="connsiteX262" fmla="*/ 1358201 w 2806452"/>
                  <a:gd name="connsiteY262" fmla="*/ 1972553 h 5243868"/>
                  <a:gd name="connsiteX263" fmla="*/ 1212359 w 2806452"/>
                  <a:gd name="connsiteY263" fmla="*/ 1529713 h 5243868"/>
                  <a:gd name="connsiteX264" fmla="*/ 1190618 w 2806452"/>
                  <a:gd name="connsiteY264" fmla="*/ 1427997 h 5243868"/>
                  <a:gd name="connsiteX265" fmla="*/ 1213945 w 2806452"/>
                  <a:gd name="connsiteY265" fmla="*/ 1174855 h 5243868"/>
                  <a:gd name="connsiteX266" fmla="*/ 1273558 w 2806452"/>
                  <a:gd name="connsiteY266" fmla="*/ 761506 h 5243868"/>
                  <a:gd name="connsiteX267" fmla="*/ 1276795 w 2806452"/>
                  <a:gd name="connsiteY267" fmla="*/ 661144 h 5243868"/>
                  <a:gd name="connsiteX268" fmla="*/ 1179386 w 2806452"/>
                  <a:gd name="connsiteY268" fmla="*/ 365590 h 5243868"/>
                  <a:gd name="connsiteX269" fmla="*/ 1181759 w 2806452"/>
                  <a:gd name="connsiteY269" fmla="*/ 362315 h 5243868"/>
                  <a:gd name="connsiteX270" fmla="*/ 1246943 w 2806452"/>
                  <a:gd name="connsiteY270" fmla="*/ 392554 h 5243868"/>
                  <a:gd name="connsiteX271" fmla="*/ 1261037 w 2806452"/>
                  <a:gd name="connsiteY271" fmla="*/ 393830 h 5243868"/>
                  <a:gd name="connsiteX272" fmla="*/ 1236330 w 2806452"/>
                  <a:gd name="connsiteY272" fmla="*/ 340793 h 5243868"/>
                  <a:gd name="connsiteX273" fmla="*/ 1335622 w 2806452"/>
                  <a:gd name="connsiteY273" fmla="*/ 377776 h 5243868"/>
                  <a:gd name="connsiteX274" fmla="*/ 1417144 w 2806452"/>
                  <a:gd name="connsiteY274" fmla="*/ 435778 h 5243868"/>
                  <a:gd name="connsiteX275" fmla="*/ 1421129 w 2806452"/>
                  <a:gd name="connsiteY275" fmla="*/ 445849 h 5243868"/>
                  <a:gd name="connsiteX276" fmla="*/ 1421541 w 2806452"/>
                  <a:gd name="connsiteY276" fmla="*/ 446996 h 5243868"/>
                  <a:gd name="connsiteX277" fmla="*/ 1428144 w 2806452"/>
                  <a:gd name="connsiteY277" fmla="*/ 455339 h 5243868"/>
                  <a:gd name="connsiteX278" fmla="*/ 1468183 w 2806452"/>
                  <a:gd name="connsiteY278" fmla="*/ 497777 h 5243868"/>
                  <a:gd name="connsiteX279" fmla="*/ 1905671 w 2806452"/>
                  <a:gd name="connsiteY279" fmla="*/ 818850 h 5243868"/>
                  <a:gd name="connsiteX280" fmla="*/ 1920140 w 2806452"/>
                  <a:gd name="connsiteY280" fmla="*/ 812982 h 5243868"/>
                  <a:gd name="connsiteX281" fmla="*/ 2331052 w 2806452"/>
                  <a:gd name="connsiteY281" fmla="*/ 299555 h 5243868"/>
                  <a:gd name="connsiteX282" fmla="*/ 2564800 w 2806452"/>
                  <a:gd name="connsiteY282" fmla="*/ 518718 h 5243868"/>
                  <a:gd name="connsiteX283" fmla="*/ 2670281 w 2806452"/>
                  <a:gd name="connsiteY283" fmla="*/ 380523 h 5243868"/>
                  <a:gd name="connsiteX284" fmla="*/ 2606089 w 2806452"/>
                  <a:gd name="connsiteY284" fmla="*/ 375068 h 5243868"/>
                  <a:gd name="connsiteX285" fmla="*/ 2605883 w 2806452"/>
                  <a:gd name="connsiteY285" fmla="*/ 374591 h 5243868"/>
                  <a:gd name="connsiteX286" fmla="*/ 2682002 w 2806452"/>
                  <a:gd name="connsiteY286" fmla="*/ 354178 h 5243868"/>
                  <a:gd name="connsiteX287" fmla="*/ 2670281 w 2806452"/>
                  <a:gd name="connsiteY287" fmla="*/ 380523 h 5243868"/>
                  <a:gd name="connsiteX288" fmla="*/ 2682234 w 2806452"/>
                  <a:gd name="connsiteY288" fmla="*/ 274229 h 5243868"/>
                  <a:gd name="connsiteX289" fmla="*/ 2686632 w 2806452"/>
                  <a:gd name="connsiteY289" fmla="*/ 316035 h 5243868"/>
                  <a:gd name="connsiteX290" fmla="*/ 2593156 w 2806452"/>
                  <a:gd name="connsiteY290" fmla="*/ 341760 h 5243868"/>
                  <a:gd name="connsiteX291" fmla="*/ 2682234 w 2806452"/>
                  <a:gd name="connsiteY291" fmla="*/ 274229 h 5243868"/>
                  <a:gd name="connsiteX292" fmla="*/ 2655787 w 2806452"/>
                  <a:gd name="connsiteY292" fmla="*/ 223423 h 5243868"/>
                  <a:gd name="connsiteX293" fmla="*/ 2673711 w 2806452"/>
                  <a:gd name="connsiteY293" fmla="*/ 242340 h 5243868"/>
                  <a:gd name="connsiteX294" fmla="*/ 2645123 w 2806452"/>
                  <a:gd name="connsiteY294" fmla="*/ 285615 h 5243868"/>
                  <a:gd name="connsiteX295" fmla="*/ 2556818 w 2806452"/>
                  <a:gd name="connsiteY295" fmla="*/ 333494 h 5243868"/>
                  <a:gd name="connsiteX296" fmla="*/ 2637231 w 2806452"/>
                  <a:gd name="connsiteY296" fmla="*/ 224248 h 5243868"/>
                  <a:gd name="connsiteX297" fmla="*/ 2655787 w 2806452"/>
                  <a:gd name="connsiteY297" fmla="*/ 223423 h 5243868"/>
                  <a:gd name="connsiteX298" fmla="*/ 2768940 w 2806452"/>
                  <a:gd name="connsiteY298" fmla="*/ 95440 h 5243868"/>
                  <a:gd name="connsiteX299" fmla="*/ 2650371 w 2806452"/>
                  <a:gd name="connsiteY299" fmla="*/ 175376 h 5243868"/>
                  <a:gd name="connsiteX300" fmla="*/ 2609958 w 2806452"/>
                  <a:gd name="connsiteY300" fmla="*/ 213274 h 5243868"/>
                  <a:gd name="connsiteX301" fmla="*/ 2622634 w 2806452"/>
                  <a:gd name="connsiteY301" fmla="*/ 224441 h 5243868"/>
                  <a:gd name="connsiteX302" fmla="*/ 2623317 w 2806452"/>
                  <a:gd name="connsiteY302" fmla="*/ 225331 h 5243868"/>
                  <a:gd name="connsiteX303" fmla="*/ 2554406 w 2806452"/>
                  <a:gd name="connsiteY303" fmla="*/ 283539 h 5243868"/>
                  <a:gd name="connsiteX304" fmla="*/ 2555154 w 2806452"/>
                  <a:gd name="connsiteY304" fmla="*/ 352205 h 5243868"/>
                  <a:gd name="connsiteX305" fmla="*/ 2602298 w 2806452"/>
                  <a:gd name="connsiteY305" fmla="*/ 406622 h 5243868"/>
                  <a:gd name="connsiteX306" fmla="*/ 2522749 w 2806452"/>
                  <a:gd name="connsiteY306" fmla="*/ 444688 h 5243868"/>
                  <a:gd name="connsiteX307" fmla="*/ 2502285 w 2806452"/>
                  <a:gd name="connsiteY307" fmla="*/ 445023 h 5243868"/>
                  <a:gd name="connsiteX308" fmla="*/ 2360556 w 2806452"/>
                  <a:gd name="connsiteY308" fmla="*/ 314281 h 5243868"/>
                  <a:gd name="connsiteX309" fmla="*/ 2446926 w 2806452"/>
                  <a:gd name="connsiteY309" fmla="*/ 198664 h 5243868"/>
                  <a:gd name="connsiteX310" fmla="*/ 2552343 w 2806452"/>
                  <a:gd name="connsiteY310" fmla="*/ 122223 h 5243868"/>
                  <a:gd name="connsiteX311" fmla="*/ 2570138 w 2806452"/>
                  <a:gd name="connsiteY311" fmla="*/ 148361 h 5243868"/>
                  <a:gd name="connsiteX312" fmla="*/ 2511260 w 2806452"/>
                  <a:gd name="connsiteY312" fmla="*/ 224364 h 5243868"/>
                  <a:gd name="connsiteX313" fmla="*/ 2489119 w 2806452"/>
                  <a:gd name="connsiteY313" fmla="*/ 298549 h 5243868"/>
                  <a:gd name="connsiteX314" fmla="*/ 2454805 w 2806452"/>
                  <a:gd name="connsiteY314" fmla="*/ 364339 h 5243868"/>
                  <a:gd name="connsiteX315" fmla="*/ 2444335 w 2806452"/>
                  <a:gd name="connsiteY315" fmla="*/ 383359 h 5243868"/>
                  <a:gd name="connsiteX316" fmla="*/ 2482375 w 2806452"/>
                  <a:gd name="connsiteY316" fmla="*/ 365642 h 5243868"/>
                  <a:gd name="connsiteX317" fmla="*/ 2512420 w 2806452"/>
                  <a:gd name="connsiteY317" fmla="*/ 275454 h 5243868"/>
                  <a:gd name="connsiteX318" fmla="*/ 2528938 w 2806452"/>
                  <a:gd name="connsiteY318" fmla="*/ 228619 h 5243868"/>
                  <a:gd name="connsiteX319" fmla="*/ 2531892 w 2806452"/>
                  <a:gd name="connsiteY319" fmla="*/ 223577 h 5243868"/>
                  <a:gd name="connsiteX320" fmla="*/ 2590809 w 2806452"/>
                  <a:gd name="connsiteY320" fmla="*/ 136588 h 5243868"/>
                  <a:gd name="connsiteX321" fmla="*/ 2745484 w 2806452"/>
                  <a:gd name="connsiteY321" fmla="*/ 73106 h 5243868"/>
                  <a:gd name="connsiteX322" fmla="*/ 2787677 w 2806452"/>
                  <a:gd name="connsiteY322" fmla="*/ 62545 h 5243868"/>
                  <a:gd name="connsiteX323" fmla="*/ 2768940 w 2806452"/>
                  <a:gd name="connsiteY323" fmla="*/ 95440 h 5243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Lst>
                <a:rect l="l" t="t" r="r" b="b"/>
                <a:pathLst>
                  <a:path w="2806452" h="5243868">
                    <a:moveTo>
                      <a:pt x="2806323" y="58702"/>
                    </a:moveTo>
                    <a:cubicBezTo>
                      <a:pt x="2797065" y="11455"/>
                      <a:pt x="2612086" y="99308"/>
                      <a:pt x="2588256" y="119953"/>
                    </a:cubicBezTo>
                    <a:cubicBezTo>
                      <a:pt x="2556353" y="64530"/>
                      <a:pt x="2494535" y="149483"/>
                      <a:pt x="2461910" y="167097"/>
                    </a:cubicBezTo>
                    <a:cubicBezTo>
                      <a:pt x="2402684" y="197349"/>
                      <a:pt x="2361549" y="228439"/>
                      <a:pt x="2347583" y="297982"/>
                    </a:cubicBezTo>
                    <a:cubicBezTo>
                      <a:pt x="2343973" y="294229"/>
                      <a:pt x="2341587" y="287408"/>
                      <a:pt x="2336352" y="285963"/>
                    </a:cubicBezTo>
                    <a:cubicBezTo>
                      <a:pt x="2337693" y="256846"/>
                      <a:pt x="2310342" y="278833"/>
                      <a:pt x="2304591" y="293262"/>
                    </a:cubicBezTo>
                    <a:cubicBezTo>
                      <a:pt x="2285739" y="322379"/>
                      <a:pt x="2266512" y="351264"/>
                      <a:pt x="2246964" y="379929"/>
                    </a:cubicBezTo>
                    <a:cubicBezTo>
                      <a:pt x="2148600" y="529847"/>
                      <a:pt x="2028935" y="663478"/>
                      <a:pt x="1912622" y="799094"/>
                    </a:cubicBezTo>
                    <a:cubicBezTo>
                      <a:pt x="1758230" y="708507"/>
                      <a:pt x="1593793" y="575572"/>
                      <a:pt x="1455829" y="454927"/>
                    </a:cubicBezTo>
                    <a:cubicBezTo>
                      <a:pt x="1451806" y="451406"/>
                      <a:pt x="1447512" y="448079"/>
                      <a:pt x="1443295" y="445139"/>
                    </a:cubicBezTo>
                    <a:cubicBezTo>
                      <a:pt x="1443308" y="445101"/>
                      <a:pt x="1443334" y="445062"/>
                      <a:pt x="1443347" y="445010"/>
                    </a:cubicBezTo>
                    <a:lnTo>
                      <a:pt x="1441361" y="429162"/>
                    </a:lnTo>
                    <a:cubicBezTo>
                      <a:pt x="1429936" y="388389"/>
                      <a:pt x="1406777" y="369149"/>
                      <a:pt x="1369239" y="358769"/>
                    </a:cubicBezTo>
                    <a:cubicBezTo>
                      <a:pt x="1317182" y="340496"/>
                      <a:pt x="1265499" y="319800"/>
                      <a:pt x="1211765" y="307034"/>
                    </a:cubicBezTo>
                    <a:cubicBezTo>
                      <a:pt x="1202868" y="295506"/>
                      <a:pt x="1193648" y="284223"/>
                      <a:pt x="1184054" y="273275"/>
                    </a:cubicBezTo>
                    <a:cubicBezTo>
                      <a:pt x="1179425" y="262688"/>
                      <a:pt x="1054988" y="143693"/>
                      <a:pt x="1061539" y="179399"/>
                    </a:cubicBezTo>
                    <a:cubicBezTo>
                      <a:pt x="1109727" y="222971"/>
                      <a:pt x="1159979" y="264648"/>
                      <a:pt x="1199773" y="316499"/>
                    </a:cubicBezTo>
                    <a:cubicBezTo>
                      <a:pt x="1198948" y="320458"/>
                      <a:pt x="1200276" y="324648"/>
                      <a:pt x="1204970" y="326879"/>
                    </a:cubicBezTo>
                    <a:cubicBezTo>
                      <a:pt x="1222816" y="340677"/>
                      <a:pt x="1232178" y="364365"/>
                      <a:pt x="1245898" y="382586"/>
                    </a:cubicBezTo>
                    <a:cubicBezTo>
                      <a:pt x="1230205" y="374075"/>
                      <a:pt x="1190063" y="341244"/>
                      <a:pt x="1173996" y="352695"/>
                    </a:cubicBezTo>
                    <a:cubicBezTo>
                      <a:pt x="1172449" y="353649"/>
                      <a:pt x="1170927" y="354616"/>
                      <a:pt x="1169418" y="355622"/>
                    </a:cubicBezTo>
                    <a:cubicBezTo>
                      <a:pt x="1165795" y="355132"/>
                      <a:pt x="1162068" y="357518"/>
                      <a:pt x="1161797" y="361051"/>
                    </a:cubicBezTo>
                    <a:cubicBezTo>
                      <a:pt x="1115104" y="397467"/>
                      <a:pt x="1087264" y="451510"/>
                      <a:pt x="1048515" y="495623"/>
                    </a:cubicBezTo>
                    <a:cubicBezTo>
                      <a:pt x="1062789" y="444043"/>
                      <a:pt x="1106078" y="398872"/>
                      <a:pt x="1063524" y="347408"/>
                    </a:cubicBezTo>
                    <a:cubicBezTo>
                      <a:pt x="1065562" y="344700"/>
                      <a:pt x="1066013" y="341038"/>
                      <a:pt x="1063267" y="337286"/>
                    </a:cubicBezTo>
                    <a:cubicBezTo>
                      <a:pt x="1025329" y="289161"/>
                      <a:pt x="1001461" y="243552"/>
                      <a:pt x="1011132" y="181050"/>
                    </a:cubicBezTo>
                    <a:cubicBezTo>
                      <a:pt x="997180" y="161720"/>
                      <a:pt x="986374" y="206466"/>
                      <a:pt x="987663" y="216537"/>
                    </a:cubicBezTo>
                    <a:cubicBezTo>
                      <a:pt x="984388" y="257478"/>
                      <a:pt x="1021796" y="328633"/>
                      <a:pt x="1053608" y="351792"/>
                    </a:cubicBezTo>
                    <a:cubicBezTo>
                      <a:pt x="1082802" y="402212"/>
                      <a:pt x="1045768" y="436474"/>
                      <a:pt x="1032151" y="484237"/>
                    </a:cubicBezTo>
                    <a:cubicBezTo>
                      <a:pt x="993156" y="433714"/>
                      <a:pt x="928772" y="414359"/>
                      <a:pt x="873362" y="386996"/>
                    </a:cubicBezTo>
                    <a:cubicBezTo>
                      <a:pt x="775901" y="338407"/>
                      <a:pt x="696778" y="255505"/>
                      <a:pt x="653747" y="155376"/>
                    </a:cubicBezTo>
                    <a:cubicBezTo>
                      <a:pt x="673412" y="111662"/>
                      <a:pt x="661471" y="58599"/>
                      <a:pt x="648589" y="14562"/>
                    </a:cubicBezTo>
                    <a:cubicBezTo>
                      <a:pt x="641832" y="-5425"/>
                      <a:pt x="629156" y="-5244"/>
                      <a:pt x="633167" y="17631"/>
                    </a:cubicBezTo>
                    <a:cubicBezTo>
                      <a:pt x="640787" y="52551"/>
                      <a:pt x="646577" y="88502"/>
                      <a:pt x="641742" y="124247"/>
                    </a:cubicBezTo>
                    <a:cubicBezTo>
                      <a:pt x="609698" y="151726"/>
                      <a:pt x="589556" y="193055"/>
                      <a:pt x="569981" y="230205"/>
                    </a:cubicBezTo>
                    <a:cubicBezTo>
                      <a:pt x="511541" y="249845"/>
                      <a:pt x="440915" y="298291"/>
                      <a:pt x="391682" y="336073"/>
                    </a:cubicBezTo>
                    <a:cubicBezTo>
                      <a:pt x="342397" y="373895"/>
                      <a:pt x="223337" y="367756"/>
                      <a:pt x="238566" y="478344"/>
                    </a:cubicBezTo>
                    <a:cubicBezTo>
                      <a:pt x="238644" y="498254"/>
                      <a:pt x="239301" y="517764"/>
                      <a:pt x="240475" y="536965"/>
                    </a:cubicBezTo>
                    <a:cubicBezTo>
                      <a:pt x="182551" y="719984"/>
                      <a:pt x="2111" y="1298144"/>
                      <a:pt x="628" y="1403367"/>
                    </a:cubicBezTo>
                    <a:cubicBezTo>
                      <a:pt x="-1074" y="1523703"/>
                      <a:pt x="1221" y="2254115"/>
                      <a:pt x="1247" y="2261479"/>
                    </a:cubicBezTo>
                    <a:cubicBezTo>
                      <a:pt x="1273" y="2269409"/>
                      <a:pt x="6817" y="2276243"/>
                      <a:pt x="14580" y="2277894"/>
                    </a:cubicBezTo>
                    <a:lnTo>
                      <a:pt x="88249" y="2293574"/>
                    </a:lnTo>
                    <a:cubicBezTo>
                      <a:pt x="89603" y="2337714"/>
                      <a:pt x="91061" y="2373562"/>
                      <a:pt x="92685" y="2398759"/>
                    </a:cubicBezTo>
                    <a:cubicBezTo>
                      <a:pt x="78101" y="2521506"/>
                      <a:pt x="103427" y="2663893"/>
                      <a:pt x="210223" y="2739651"/>
                    </a:cubicBezTo>
                    <a:cubicBezTo>
                      <a:pt x="219598" y="2747272"/>
                      <a:pt x="261661" y="2771025"/>
                      <a:pt x="290134" y="2777124"/>
                    </a:cubicBezTo>
                    <a:cubicBezTo>
                      <a:pt x="294814" y="2869916"/>
                      <a:pt x="295279" y="2961871"/>
                      <a:pt x="284486" y="3051710"/>
                    </a:cubicBezTo>
                    <a:cubicBezTo>
                      <a:pt x="281236" y="3096739"/>
                      <a:pt x="277535" y="3141730"/>
                      <a:pt x="273357" y="3186669"/>
                    </a:cubicBezTo>
                    <a:cubicBezTo>
                      <a:pt x="270185" y="3232215"/>
                      <a:pt x="260965" y="3279024"/>
                      <a:pt x="269437" y="3324388"/>
                    </a:cubicBezTo>
                    <a:cubicBezTo>
                      <a:pt x="270430" y="3328992"/>
                      <a:pt x="275188" y="3331829"/>
                      <a:pt x="279818" y="3331970"/>
                    </a:cubicBezTo>
                    <a:cubicBezTo>
                      <a:pt x="294660" y="3339566"/>
                      <a:pt x="309631" y="3347302"/>
                      <a:pt x="325247" y="3353054"/>
                    </a:cubicBezTo>
                    <a:cubicBezTo>
                      <a:pt x="375834" y="3371700"/>
                      <a:pt x="427646" y="3387032"/>
                      <a:pt x="480193" y="3399076"/>
                    </a:cubicBezTo>
                    <a:cubicBezTo>
                      <a:pt x="339006" y="3835095"/>
                      <a:pt x="474996" y="4163789"/>
                      <a:pt x="589143" y="4581162"/>
                    </a:cubicBezTo>
                    <a:cubicBezTo>
                      <a:pt x="573733" y="4583985"/>
                      <a:pt x="561922" y="4599395"/>
                      <a:pt x="550793" y="4609466"/>
                    </a:cubicBezTo>
                    <a:cubicBezTo>
                      <a:pt x="538337" y="4620749"/>
                      <a:pt x="526757" y="4631465"/>
                      <a:pt x="516686" y="4645030"/>
                    </a:cubicBezTo>
                    <a:cubicBezTo>
                      <a:pt x="464397" y="4709415"/>
                      <a:pt x="487440" y="4772472"/>
                      <a:pt x="514352" y="4841228"/>
                    </a:cubicBezTo>
                    <a:cubicBezTo>
                      <a:pt x="524848" y="4876122"/>
                      <a:pt x="531928" y="4912047"/>
                      <a:pt x="534816" y="4948385"/>
                    </a:cubicBezTo>
                    <a:cubicBezTo>
                      <a:pt x="536415" y="4968463"/>
                      <a:pt x="536892" y="4988631"/>
                      <a:pt x="536235" y="5008760"/>
                    </a:cubicBezTo>
                    <a:cubicBezTo>
                      <a:pt x="538840" y="5034060"/>
                      <a:pt x="515255" y="5091971"/>
                      <a:pt x="555010" y="5093028"/>
                    </a:cubicBezTo>
                    <a:cubicBezTo>
                      <a:pt x="568150" y="5106955"/>
                      <a:pt x="605610" y="5118316"/>
                      <a:pt x="614701" y="5094408"/>
                    </a:cubicBezTo>
                    <a:cubicBezTo>
                      <a:pt x="622773" y="5123177"/>
                      <a:pt x="632857" y="5153171"/>
                      <a:pt x="656855" y="5172578"/>
                    </a:cubicBezTo>
                    <a:cubicBezTo>
                      <a:pt x="735695" y="5223281"/>
                      <a:pt x="834380" y="5239735"/>
                      <a:pt x="926824" y="5243797"/>
                    </a:cubicBezTo>
                    <a:cubicBezTo>
                      <a:pt x="969803" y="5244480"/>
                      <a:pt x="1012731" y="5240290"/>
                      <a:pt x="1054782" y="5231392"/>
                    </a:cubicBezTo>
                    <a:cubicBezTo>
                      <a:pt x="1084672" y="5219954"/>
                      <a:pt x="1056948" y="5179490"/>
                      <a:pt x="1051726" y="5158935"/>
                    </a:cubicBezTo>
                    <a:cubicBezTo>
                      <a:pt x="1105266" y="5174138"/>
                      <a:pt x="1162326" y="5169225"/>
                      <a:pt x="1216949" y="5163216"/>
                    </a:cubicBezTo>
                    <a:cubicBezTo>
                      <a:pt x="1257788" y="5161256"/>
                      <a:pt x="1275944" y="5124686"/>
                      <a:pt x="1263939" y="5087884"/>
                    </a:cubicBezTo>
                    <a:cubicBezTo>
                      <a:pt x="1238884" y="5018908"/>
                      <a:pt x="1205614" y="4940481"/>
                      <a:pt x="1152435" y="4888991"/>
                    </a:cubicBezTo>
                    <a:cubicBezTo>
                      <a:pt x="1023872" y="4608679"/>
                      <a:pt x="1092448" y="4298928"/>
                      <a:pt x="1121114" y="4004935"/>
                    </a:cubicBezTo>
                    <a:cubicBezTo>
                      <a:pt x="1136291" y="3844908"/>
                      <a:pt x="1143796" y="3684352"/>
                      <a:pt x="1152062" y="3523913"/>
                    </a:cubicBezTo>
                    <a:cubicBezTo>
                      <a:pt x="1155234" y="3471610"/>
                      <a:pt x="1163448" y="3419218"/>
                      <a:pt x="1181720" y="3369985"/>
                    </a:cubicBezTo>
                    <a:cubicBezTo>
                      <a:pt x="1251830" y="3347470"/>
                      <a:pt x="1321850" y="3319114"/>
                      <a:pt x="1381979" y="3276535"/>
                    </a:cubicBezTo>
                    <a:cubicBezTo>
                      <a:pt x="1385526" y="3273672"/>
                      <a:pt x="1386145" y="3269713"/>
                      <a:pt x="1384997" y="3266116"/>
                    </a:cubicBezTo>
                    <a:cubicBezTo>
                      <a:pt x="1385938" y="3234265"/>
                      <a:pt x="1379065" y="3202066"/>
                      <a:pt x="1376989" y="3170267"/>
                    </a:cubicBezTo>
                    <a:cubicBezTo>
                      <a:pt x="1372115" y="3072407"/>
                      <a:pt x="1390052" y="2975204"/>
                      <a:pt x="1396718" y="2877783"/>
                    </a:cubicBezTo>
                    <a:cubicBezTo>
                      <a:pt x="1414049" y="2647516"/>
                      <a:pt x="1428105" y="2416412"/>
                      <a:pt x="1423592" y="2185450"/>
                    </a:cubicBezTo>
                    <a:cubicBezTo>
                      <a:pt x="1442560" y="2202587"/>
                      <a:pt x="1468608" y="2215572"/>
                      <a:pt x="1495082" y="2208570"/>
                    </a:cubicBezTo>
                    <a:cubicBezTo>
                      <a:pt x="1504559" y="2206056"/>
                      <a:pt x="1508982" y="2192039"/>
                      <a:pt x="1502354" y="2185037"/>
                    </a:cubicBezTo>
                    <a:cubicBezTo>
                      <a:pt x="1499930" y="2089562"/>
                      <a:pt x="1474630" y="1995712"/>
                      <a:pt x="1461387" y="1901308"/>
                    </a:cubicBezTo>
                    <a:cubicBezTo>
                      <a:pt x="1436719" y="1768967"/>
                      <a:pt x="1410748" y="1517501"/>
                      <a:pt x="1382843" y="1358660"/>
                    </a:cubicBezTo>
                    <a:cubicBezTo>
                      <a:pt x="1375829" y="1318725"/>
                      <a:pt x="1375287" y="1277912"/>
                      <a:pt x="1381154" y="1237795"/>
                    </a:cubicBezTo>
                    <a:cubicBezTo>
                      <a:pt x="1401696" y="1097304"/>
                      <a:pt x="1415133" y="1040205"/>
                      <a:pt x="1421593" y="1029709"/>
                    </a:cubicBezTo>
                    <a:cubicBezTo>
                      <a:pt x="1442663" y="995498"/>
                      <a:pt x="1455275" y="959921"/>
                      <a:pt x="1461903" y="923441"/>
                    </a:cubicBezTo>
                    <a:cubicBezTo>
                      <a:pt x="1462186" y="923660"/>
                      <a:pt x="1462457" y="923892"/>
                      <a:pt x="1462741" y="924111"/>
                    </a:cubicBezTo>
                    <a:cubicBezTo>
                      <a:pt x="1571433" y="1007052"/>
                      <a:pt x="1672439" y="1080051"/>
                      <a:pt x="1790687" y="1148459"/>
                    </a:cubicBezTo>
                    <a:cubicBezTo>
                      <a:pt x="1808288" y="1156699"/>
                      <a:pt x="1838901" y="1182063"/>
                      <a:pt x="1857844" y="1174790"/>
                    </a:cubicBezTo>
                    <a:cubicBezTo>
                      <a:pt x="2095731" y="1119793"/>
                      <a:pt x="2354856" y="792196"/>
                      <a:pt x="2514986" y="609435"/>
                    </a:cubicBezTo>
                    <a:cubicBezTo>
                      <a:pt x="2538352" y="577674"/>
                      <a:pt x="2571312" y="546559"/>
                      <a:pt x="2584181" y="510014"/>
                    </a:cubicBezTo>
                    <a:cubicBezTo>
                      <a:pt x="2574097" y="489756"/>
                      <a:pt x="2549364" y="481619"/>
                      <a:pt x="2532730" y="467383"/>
                    </a:cubicBezTo>
                    <a:cubicBezTo>
                      <a:pt x="2568204" y="458718"/>
                      <a:pt x="2600080" y="440252"/>
                      <a:pt x="2623188" y="411716"/>
                    </a:cubicBezTo>
                    <a:cubicBezTo>
                      <a:pt x="2669520" y="422341"/>
                      <a:pt x="2715529" y="390232"/>
                      <a:pt x="2694523" y="341283"/>
                    </a:cubicBezTo>
                    <a:cubicBezTo>
                      <a:pt x="2704091" y="329162"/>
                      <a:pt x="2705355" y="313249"/>
                      <a:pt x="2702338" y="298562"/>
                    </a:cubicBezTo>
                    <a:cubicBezTo>
                      <a:pt x="2698753" y="286350"/>
                      <a:pt x="2700984" y="268117"/>
                      <a:pt x="2690848" y="259709"/>
                    </a:cubicBezTo>
                    <a:cubicBezTo>
                      <a:pt x="2698946" y="231147"/>
                      <a:pt x="2677966" y="201256"/>
                      <a:pt x="2647057" y="205137"/>
                    </a:cubicBezTo>
                    <a:cubicBezTo>
                      <a:pt x="2665600" y="188361"/>
                      <a:pt x="2685045" y="172616"/>
                      <a:pt x="2704182" y="156523"/>
                    </a:cubicBezTo>
                    <a:cubicBezTo>
                      <a:pt x="2729804" y="129405"/>
                      <a:pt x="2810114" y="98805"/>
                      <a:pt x="2806323" y="58702"/>
                    </a:cubicBezTo>
                    <a:close/>
                    <a:moveTo>
                      <a:pt x="1169160" y="375738"/>
                    </a:moveTo>
                    <a:cubicBezTo>
                      <a:pt x="1229019" y="475456"/>
                      <a:pt x="1255286" y="591214"/>
                      <a:pt x="1254306" y="707114"/>
                    </a:cubicBezTo>
                    <a:cubicBezTo>
                      <a:pt x="1215260" y="613716"/>
                      <a:pt x="1166955" y="524392"/>
                      <a:pt x="1116729" y="436732"/>
                    </a:cubicBezTo>
                    <a:cubicBezTo>
                      <a:pt x="1133531" y="415790"/>
                      <a:pt x="1151004" y="395429"/>
                      <a:pt x="1169160" y="375738"/>
                    </a:cubicBezTo>
                    <a:close/>
                    <a:moveTo>
                      <a:pt x="1032499" y="506597"/>
                    </a:moveTo>
                    <a:cubicBezTo>
                      <a:pt x="1032976" y="508196"/>
                      <a:pt x="1033582" y="509756"/>
                      <a:pt x="1034330" y="511278"/>
                    </a:cubicBezTo>
                    <a:cubicBezTo>
                      <a:pt x="1030952" y="514772"/>
                      <a:pt x="1027509" y="518190"/>
                      <a:pt x="1023963" y="521517"/>
                    </a:cubicBezTo>
                    <a:cubicBezTo>
                      <a:pt x="1018701" y="526455"/>
                      <a:pt x="1026335" y="533548"/>
                      <a:pt x="1031712" y="529266"/>
                    </a:cubicBezTo>
                    <a:cubicBezTo>
                      <a:pt x="1060752" y="506146"/>
                      <a:pt x="1083783" y="478421"/>
                      <a:pt x="1106620" y="449485"/>
                    </a:cubicBezTo>
                    <a:cubicBezTo>
                      <a:pt x="1188774" y="633045"/>
                      <a:pt x="1381954" y="900527"/>
                      <a:pt x="1207639" y="1117730"/>
                    </a:cubicBezTo>
                    <a:cubicBezTo>
                      <a:pt x="1162816" y="866819"/>
                      <a:pt x="997592" y="570311"/>
                      <a:pt x="810911" y="403759"/>
                    </a:cubicBezTo>
                    <a:cubicBezTo>
                      <a:pt x="892163" y="417222"/>
                      <a:pt x="975967" y="443553"/>
                      <a:pt x="1032499" y="506597"/>
                    </a:cubicBezTo>
                    <a:close/>
                    <a:moveTo>
                      <a:pt x="1062377" y="769591"/>
                    </a:moveTo>
                    <a:cubicBezTo>
                      <a:pt x="896921" y="670170"/>
                      <a:pt x="751878" y="539247"/>
                      <a:pt x="635023" y="385603"/>
                    </a:cubicBezTo>
                    <a:cubicBezTo>
                      <a:pt x="684785" y="387279"/>
                      <a:pt x="734431" y="392476"/>
                      <a:pt x="783703" y="399478"/>
                    </a:cubicBezTo>
                    <a:cubicBezTo>
                      <a:pt x="899190" y="503605"/>
                      <a:pt x="996316" y="628829"/>
                      <a:pt x="1062377" y="769591"/>
                    </a:cubicBezTo>
                    <a:close/>
                    <a:moveTo>
                      <a:pt x="610897" y="192268"/>
                    </a:moveTo>
                    <a:cubicBezTo>
                      <a:pt x="619769" y="176678"/>
                      <a:pt x="630020" y="162017"/>
                      <a:pt x="639614" y="146929"/>
                    </a:cubicBezTo>
                    <a:cubicBezTo>
                      <a:pt x="660762" y="244944"/>
                      <a:pt x="740750" y="329059"/>
                      <a:pt x="823510" y="383785"/>
                    </a:cubicBezTo>
                    <a:cubicBezTo>
                      <a:pt x="735514" y="369510"/>
                      <a:pt x="646307" y="360368"/>
                      <a:pt x="557357" y="366918"/>
                    </a:cubicBezTo>
                    <a:cubicBezTo>
                      <a:pt x="560039" y="305280"/>
                      <a:pt x="580271" y="245550"/>
                      <a:pt x="610897" y="192268"/>
                    </a:cubicBezTo>
                    <a:close/>
                    <a:moveTo>
                      <a:pt x="336272" y="385590"/>
                    </a:moveTo>
                    <a:cubicBezTo>
                      <a:pt x="375885" y="379646"/>
                      <a:pt x="536299" y="264777"/>
                      <a:pt x="536299" y="264777"/>
                    </a:cubicBezTo>
                    <a:cubicBezTo>
                      <a:pt x="502630" y="298446"/>
                      <a:pt x="524410" y="395481"/>
                      <a:pt x="524410" y="395481"/>
                    </a:cubicBezTo>
                    <a:lnTo>
                      <a:pt x="597692" y="385577"/>
                    </a:lnTo>
                    <a:cubicBezTo>
                      <a:pt x="799706" y="654915"/>
                      <a:pt x="974330" y="733781"/>
                      <a:pt x="1043292" y="785632"/>
                    </a:cubicBezTo>
                    <a:cubicBezTo>
                      <a:pt x="1099772" y="828082"/>
                      <a:pt x="1178638" y="1061779"/>
                      <a:pt x="1198999" y="1139110"/>
                    </a:cubicBezTo>
                    <a:cubicBezTo>
                      <a:pt x="1195892" y="1147363"/>
                      <a:pt x="1192836" y="1156144"/>
                      <a:pt x="1189883" y="1165506"/>
                    </a:cubicBezTo>
                    <a:cubicBezTo>
                      <a:pt x="1169586" y="1229917"/>
                      <a:pt x="1151172" y="1332883"/>
                      <a:pt x="1169715" y="1472085"/>
                    </a:cubicBezTo>
                    <a:cubicBezTo>
                      <a:pt x="1170850" y="1480608"/>
                      <a:pt x="1176343" y="1522530"/>
                      <a:pt x="1179283" y="1533349"/>
                    </a:cubicBezTo>
                    <a:cubicBezTo>
                      <a:pt x="1194641" y="1589958"/>
                      <a:pt x="1211585" y="1646632"/>
                      <a:pt x="1222584" y="1689701"/>
                    </a:cubicBezTo>
                    <a:cubicBezTo>
                      <a:pt x="1216201" y="1713157"/>
                      <a:pt x="1214486" y="1738534"/>
                      <a:pt x="1210528" y="1762223"/>
                    </a:cubicBezTo>
                    <a:cubicBezTo>
                      <a:pt x="1192113" y="1881953"/>
                      <a:pt x="1155543" y="1997917"/>
                      <a:pt x="1109830" y="2109820"/>
                    </a:cubicBezTo>
                    <a:cubicBezTo>
                      <a:pt x="981216" y="2182458"/>
                      <a:pt x="559949" y="2127229"/>
                      <a:pt x="345337" y="2064494"/>
                    </a:cubicBezTo>
                    <a:cubicBezTo>
                      <a:pt x="345363" y="2003952"/>
                      <a:pt x="345543" y="1937530"/>
                      <a:pt x="345982" y="1870399"/>
                    </a:cubicBezTo>
                    <a:cubicBezTo>
                      <a:pt x="373680" y="1808632"/>
                      <a:pt x="399071" y="1745717"/>
                      <a:pt x="425492" y="1683614"/>
                    </a:cubicBezTo>
                    <a:cubicBezTo>
                      <a:pt x="507234" y="1511273"/>
                      <a:pt x="522876" y="1262825"/>
                      <a:pt x="466370" y="1075757"/>
                    </a:cubicBezTo>
                    <a:lnTo>
                      <a:pt x="458517" y="1060386"/>
                    </a:lnTo>
                    <a:cubicBezTo>
                      <a:pt x="491089" y="973332"/>
                      <a:pt x="525712" y="888637"/>
                      <a:pt x="552702" y="824601"/>
                    </a:cubicBezTo>
                    <a:cubicBezTo>
                      <a:pt x="569749" y="784136"/>
                      <a:pt x="563495" y="702021"/>
                      <a:pt x="536763" y="615418"/>
                    </a:cubicBezTo>
                    <a:cubicBezTo>
                      <a:pt x="522850" y="570337"/>
                      <a:pt x="483094" y="461297"/>
                      <a:pt x="414622" y="422431"/>
                    </a:cubicBezTo>
                    <a:cubicBezTo>
                      <a:pt x="389335" y="408079"/>
                      <a:pt x="363403" y="405178"/>
                      <a:pt x="337561" y="413792"/>
                    </a:cubicBezTo>
                    <a:cubicBezTo>
                      <a:pt x="314621" y="421438"/>
                      <a:pt x="292197" y="438408"/>
                      <a:pt x="270752" y="464263"/>
                    </a:cubicBezTo>
                    <a:cubicBezTo>
                      <a:pt x="276078" y="403024"/>
                      <a:pt x="306626" y="390039"/>
                      <a:pt x="336272" y="385590"/>
                    </a:cubicBezTo>
                    <a:close/>
                    <a:moveTo>
                      <a:pt x="441869" y="1105583"/>
                    </a:moveTo>
                    <a:cubicBezTo>
                      <a:pt x="467491" y="1225958"/>
                      <a:pt x="494906" y="1351130"/>
                      <a:pt x="457936" y="1472820"/>
                    </a:cubicBezTo>
                    <a:cubicBezTo>
                      <a:pt x="430096" y="1570899"/>
                      <a:pt x="389812" y="1664233"/>
                      <a:pt x="347013" y="1756574"/>
                    </a:cubicBezTo>
                    <a:cubicBezTo>
                      <a:pt x="348767" y="1609249"/>
                      <a:pt x="352197" y="1472923"/>
                      <a:pt x="358606" y="1404425"/>
                    </a:cubicBezTo>
                    <a:cubicBezTo>
                      <a:pt x="365195" y="1333979"/>
                      <a:pt x="400309" y="1220477"/>
                      <a:pt x="441869" y="1105583"/>
                    </a:cubicBezTo>
                    <a:close/>
                    <a:moveTo>
                      <a:pt x="34310" y="1403857"/>
                    </a:moveTo>
                    <a:cubicBezTo>
                      <a:pt x="35921" y="1289582"/>
                      <a:pt x="272880" y="546004"/>
                      <a:pt x="289063" y="495378"/>
                    </a:cubicBezTo>
                    <a:cubicBezTo>
                      <a:pt x="344499" y="421387"/>
                      <a:pt x="384693" y="444198"/>
                      <a:pt x="397987" y="451742"/>
                    </a:cubicBezTo>
                    <a:cubicBezTo>
                      <a:pt x="438220" y="474566"/>
                      <a:pt x="478065" y="539479"/>
                      <a:pt x="504578" y="625373"/>
                    </a:cubicBezTo>
                    <a:cubicBezTo>
                      <a:pt x="528356" y="702421"/>
                      <a:pt x="535384" y="778978"/>
                      <a:pt x="521663" y="811551"/>
                    </a:cubicBezTo>
                    <a:cubicBezTo>
                      <a:pt x="453784" y="972687"/>
                      <a:pt x="337987" y="1263573"/>
                      <a:pt x="325105" y="1401304"/>
                    </a:cubicBezTo>
                    <a:cubicBezTo>
                      <a:pt x="308522" y="1578623"/>
                      <a:pt x="311526" y="2183799"/>
                      <a:pt x="312326" y="2306869"/>
                    </a:cubicBezTo>
                    <a:lnTo>
                      <a:pt x="263995" y="2296579"/>
                    </a:lnTo>
                    <a:cubicBezTo>
                      <a:pt x="235343" y="2288029"/>
                      <a:pt x="153717" y="2271021"/>
                      <a:pt x="112221" y="2264264"/>
                    </a:cubicBezTo>
                    <a:lnTo>
                      <a:pt x="34903" y="2247797"/>
                    </a:lnTo>
                    <a:cubicBezTo>
                      <a:pt x="34580" y="2146739"/>
                      <a:pt x="32749" y="1514793"/>
                      <a:pt x="34310" y="1403857"/>
                    </a:cubicBezTo>
                    <a:close/>
                    <a:moveTo>
                      <a:pt x="235691" y="2715254"/>
                    </a:moveTo>
                    <a:cubicBezTo>
                      <a:pt x="189553" y="2659109"/>
                      <a:pt x="188598" y="2584924"/>
                      <a:pt x="181416" y="2516297"/>
                    </a:cubicBezTo>
                    <a:cubicBezTo>
                      <a:pt x="180616" y="2511912"/>
                      <a:pt x="174143" y="2512751"/>
                      <a:pt x="173176" y="2516542"/>
                    </a:cubicBezTo>
                    <a:cubicBezTo>
                      <a:pt x="159830" y="2586342"/>
                      <a:pt x="179623" y="2663519"/>
                      <a:pt x="221390" y="2720605"/>
                    </a:cubicBezTo>
                    <a:cubicBezTo>
                      <a:pt x="149991" y="2676466"/>
                      <a:pt x="144343" y="2584717"/>
                      <a:pt x="146290" y="2508547"/>
                    </a:cubicBezTo>
                    <a:cubicBezTo>
                      <a:pt x="125800" y="2477096"/>
                      <a:pt x="128237" y="2582049"/>
                      <a:pt x="133163" y="2599998"/>
                    </a:cubicBezTo>
                    <a:cubicBezTo>
                      <a:pt x="133395" y="2600630"/>
                      <a:pt x="133614" y="2601262"/>
                      <a:pt x="133846" y="2601894"/>
                    </a:cubicBezTo>
                    <a:cubicBezTo>
                      <a:pt x="133614" y="2601455"/>
                      <a:pt x="133382" y="2600811"/>
                      <a:pt x="133163" y="2599998"/>
                    </a:cubicBezTo>
                    <a:cubicBezTo>
                      <a:pt x="110480" y="2537715"/>
                      <a:pt x="107760" y="2469178"/>
                      <a:pt x="109217" y="2403207"/>
                    </a:cubicBezTo>
                    <a:cubicBezTo>
                      <a:pt x="112092" y="2401634"/>
                      <a:pt x="114388" y="2399017"/>
                      <a:pt x="114787" y="2395703"/>
                    </a:cubicBezTo>
                    <a:cubicBezTo>
                      <a:pt x="118707" y="2363878"/>
                      <a:pt x="119842" y="2332130"/>
                      <a:pt x="119932" y="2300305"/>
                    </a:cubicBezTo>
                    <a:lnTo>
                      <a:pt x="268779" y="2332001"/>
                    </a:lnTo>
                    <a:cubicBezTo>
                      <a:pt x="287787" y="2362537"/>
                      <a:pt x="324602" y="2385090"/>
                      <a:pt x="325414" y="2423994"/>
                    </a:cubicBezTo>
                    <a:cubicBezTo>
                      <a:pt x="326884" y="2443620"/>
                      <a:pt x="323738" y="2463247"/>
                      <a:pt x="322281" y="2482770"/>
                    </a:cubicBezTo>
                    <a:cubicBezTo>
                      <a:pt x="317819" y="2537767"/>
                      <a:pt x="340050" y="2591823"/>
                      <a:pt x="329167" y="2646511"/>
                    </a:cubicBezTo>
                    <a:cubicBezTo>
                      <a:pt x="328548" y="2646162"/>
                      <a:pt x="327181" y="2645066"/>
                      <a:pt x="326665" y="2644589"/>
                    </a:cubicBezTo>
                    <a:cubicBezTo>
                      <a:pt x="292597" y="2613319"/>
                      <a:pt x="287580" y="2560991"/>
                      <a:pt x="276065" y="2518296"/>
                    </a:cubicBezTo>
                    <a:cubicBezTo>
                      <a:pt x="274118" y="2505929"/>
                      <a:pt x="272171" y="2493679"/>
                      <a:pt x="265878" y="2482615"/>
                    </a:cubicBezTo>
                    <a:cubicBezTo>
                      <a:pt x="262564" y="2475432"/>
                      <a:pt x="250430" y="2478050"/>
                      <a:pt x="249166" y="2485375"/>
                    </a:cubicBezTo>
                    <a:cubicBezTo>
                      <a:pt x="248289" y="2490468"/>
                      <a:pt x="247296" y="2495291"/>
                      <a:pt x="247348" y="2500346"/>
                    </a:cubicBezTo>
                    <a:cubicBezTo>
                      <a:pt x="214208" y="2559921"/>
                      <a:pt x="236452" y="2637432"/>
                      <a:pt x="263351" y="2695370"/>
                    </a:cubicBezTo>
                    <a:cubicBezTo>
                      <a:pt x="271320" y="2711733"/>
                      <a:pt x="281571" y="2727620"/>
                      <a:pt x="288393" y="2744680"/>
                    </a:cubicBezTo>
                    <a:cubicBezTo>
                      <a:pt x="288560" y="2747556"/>
                      <a:pt x="288741" y="2750444"/>
                      <a:pt x="288909" y="2753320"/>
                    </a:cubicBezTo>
                    <a:cubicBezTo>
                      <a:pt x="266033" y="2748768"/>
                      <a:pt x="249076" y="2733964"/>
                      <a:pt x="235691" y="2715254"/>
                    </a:cubicBezTo>
                    <a:close/>
                    <a:moveTo>
                      <a:pt x="279676" y="2622152"/>
                    </a:moveTo>
                    <a:cubicBezTo>
                      <a:pt x="281378" y="2644228"/>
                      <a:pt x="283067" y="2666305"/>
                      <a:pt x="284640" y="2688342"/>
                    </a:cubicBezTo>
                    <a:cubicBezTo>
                      <a:pt x="263157" y="2644860"/>
                      <a:pt x="249785" y="2595949"/>
                      <a:pt x="255910" y="2547374"/>
                    </a:cubicBezTo>
                    <a:cubicBezTo>
                      <a:pt x="261107" y="2566084"/>
                      <a:pt x="268122" y="2596130"/>
                      <a:pt x="279676" y="2622152"/>
                    </a:cubicBezTo>
                    <a:close/>
                    <a:moveTo>
                      <a:pt x="605391" y="4604063"/>
                    </a:moveTo>
                    <a:cubicBezTo>
                      <a:pt x="645546" y="4607183"/>
                      <a:pt x="622167" y="4550742"/>
                      <a:pt x="618544" y="4528330"/>
                    </a:cubicBezTo>
                    <a:cubicBezTo>
                      <a:pt x="604024" y="4470458"/>
                      <a:pt x="586371" y="4413384"/>
                      <a:pt x="569659" y="4356105"/>
                    </a:cubicBezTo>
                    <a:cubicBezTo>
                      <a:pt x="460992" y="4030996"/>
                      <a:pt x="421224" y="3741284"/>
                      <a:pt x="510509" y="3405665"/>
                    </a:cubicBezTo>
                    <a:cubicBezTo>
                      <a:pt x="633682" y="3430927"/>
                      <a:pt x="760195" y="3437993"/>
                      <a:pt x="885560" y="3428051"/>
                    </a:cubicBezTo>
                    <a:cubicBezTo>
                      <a:pt x="796069" y="3611624"/>
                      <a:pt x="797836" y="3823167"/>
                      <a:pt x="777062" y="4022550"/>
                    </a:cubicBezTo>
                    <a:cubicBezTo>
                      <a:pt x="752897" y="4311656"/>
                      <a:pt x="756765" y="4604437"/>
                      <a:pt x="859035" y="4879487"/>
                    </a:cubicBezTo>
                    <a:cubicBezTo>
                      <a:pt x="877823" y="4935271"/>
                      <a:pt x="887056" y="4995336"/>
                      <a:pt x="912692" y="5048386"/>
                    </a:cubicBezTo>
                    <a:cubicBezTo>
                      <a:pt x="857553" y="5061655"/>
                      <a:pt x="792433" y="5067909"/>
                      <a:pt x="739744" y="5043357"/>
                    </a:cubicBezTo>
                    <a:cubicBezTo>
                      <a:pt x="701046" y="5021268"/>
                      <a:pt x="683186" y="4977889"/>
                      <a:pt x="665610" y="4939140"/>
                    </a:cubicBezTo>
                    <a:cubicBezTo>
                      <a:pt x="621922" y="4835593"/>
                      <a:pt x="545158" y="4716108"/>
                      <a:pt x="605391" y="4604063"/>
                    </a:cubicBezTo>
                    <a:close/>
                    <a:moveTo>
                      <a:pt x="810047" y="4166677"/>
                    </a:moveTo>
                    <a:cubicBezTo>
                      <a:pt x="822298" y="4263003"/>
                      <a:pt x="822749" y="4360734"/>
                      <a:pt x="811388" y="4457163"/>
                    </a:cubicBezTo>
                    <a:cubicBezTo>
                      <a:pt x="811324" y="4457692"/>
                      <a:pt x="811259" y="4458208"/>
                      <a:pt x="811195" y="4458736"/>
                    </a:cubicBezTo>
                    <a:cubicBezTo>
                      <a:pt x="806192" y="4361431"/>
                      <a:pt x="806527" y="4264150"/>
                      <a:pt x="810047" y="4166677"/>
                    </a:cubicBezTo>
                    <a:close/>
                    <a:moveTo>
                      <a:pt x="840415" y="5198239"/>
                    </a:moveTo>
                    <a:cubicBezTo>
                      <a:pt x="784399" y="5185305"/>
                      <a:pt x="698016" y="5171778"/>
                      <a:pt x="666745" y="5118870"/>
                    </a:cubicBezTo>
                    <a:cubicBezTo>
                      <a:pt x="651477" y="5080946"/>
                      <a:pt x="645301" y="5039772"/>
                      <a:pt x="626036" y="5003266"/>
                    </a:cubicBezTo>
                    <a:cubicBezTo>
                      <a:pt x="619124" y="4989443"/>
                      <a:pt x="594572" y="4996497"/>
                      <a:pt x="597434" y="5012254"/>
                    </a:cubicBezTo>
                    <a:cubicBezTo>
                      <a:pt x="588472" y="5028102"/>
                      <a:pt x="592225" y="5048296"/>
                      <a:pt x="594056" y="5065536"/>
                    </a:cubicBezTo>
                    <a:cubicBezTo>
                      <a:pt x="588769" y="5064557"/>
                      <a:pt x="583018" y="5064066"/>
                      <a:pt x="577731" y="5064157"/>
                    </a:cubicBezTo>
                    <a:cubicBezTo>
                      <a:pt x="587931" y="4996742"/>
                      <a:pt x="582747" y="4927147"/>
                      <a:pt x="567479" y="4860867"/>
                    </a:cubicBezTo>
                    <a:cubicBezTo>
                      <a:pt x="543379" y="4768371"/>
                      <a:pt x="498311" y="4725572"/>
                      <a:pt x="571412" y="4638596"/>
                    </a:cubicBezTo>
                    <a:cubicBezTo>
                      <a:pt x="539252" y="4756791"/>
                      <a:pt x="626951" y="4897837"/>
                      <a:pt x="676171" y="5003988"/>
                    </a:cubicBezTo>
                    <a:cubicBezTo>
                      <a:pt x="699589" y="5046929"/>
                      <a:pt x="743857" y="5074795"/>
                      <a:pt x="792923" y="5075788"/>
                    </a:cubicBezTo>
                    <a:cubicBezTo>
                      <a:pt x="835657" y="5077761"/>
                      <a:pt x="879848" y="5076626"/>
                      <a:pt x="921254" y="5064840"/>
                    </a:cubicBezTo>
                    <a:cubicBezTo>
                      <a:pt x="926373" y="5073905"/>
                      <a:pt x="938585" y="5075143"/>
                      <a:pt x="947302" y="5070798"/>
                    </a:cubicBezTo>
                    <a:cubicBezTo>
                      <a:pt x="983575" y="5106388"/>
                      <a:pt x="1010694" y="5149547"/>
                      <a:pt x="1025858" y="5198046"/>
                    </a:cubicBezTo>
                    <a:cubicBezTo>
                      <a:pt x="964620" y="5208078"/>
                      <a:pt x="901602" y="5208607"/>
                      <a:pt x="840415" y="5198239"/>
                    </a:cubicBezTo>
                    <a:close/>
                    <a:moveTo>
                      <a:pt x="1172861" y="4984027"/>
                    </a:moveTo>
                    <a:cubicBezTo>
                      <a:pt x="1187304" y="5013350"/>
                      <a:pt x="1232320" y="5089844"/>
                      <a:pt x="1225099" y="5119257"/>
                    </a:cubicBezTo>
                    <a:cubicBezTo>
                      <a:pt x="1175634" y="5128000"/>
                      <a:pt x="1119656" y="5123590"/>
                      <a:pt x="1070268" y="5111817"/>
                    </a:cubicBezTo>
                    <a:cubicBezTo>
                      <a:pt x="1052912" y="5108619"/>
                      <a:pt x="1038160" y="5094331"/>
                      <a:pt x="1020017" y="5099399"/>
                    </a:cubicBezTo>
                    <a:cubicBezTo>
                      <a:pt x="1001538" y="5072409"/>
                      <a:pt x="980481" y="5045846"/>
                      <a:pt x="954394" y="5025987"/>
                    </a:cubicBezTo>
                    <a:cubicBezTo>
                      <a:pt x="948991" y="4991132"/>
                      <a:pt x="934188" y="4958431"/>
                      <a:pt x="925019" y="4924439"/>
                    </a:cubicBezTo>
                    <a:cubicBezTo>
                      <a:pt x="989958" y="4954768"/>
                      <a:pt x="1076703" y="4968243"/>
                      <a:pt x="1135414" y="4917553"/>
                    </a:cubicBezTo>
                    <a:cubicBezTo>
                      <a:pt x="1147381" y="4939539"/>
                      <a:pt x="1161088" y="4961719"/>
                      <a:pt x="1172861" y="4984027"/>
                    </a:cubicBezTo>
                    <a:close/>
                    <a:moveTo>
                      <a:pt x="1127974" y="3424363"/>
                    </a:moveTo>
                    <a:cubicBezTo>
                      <a:pt x="1121526" y="3446581"/>
                      <a:pt x="1117181" y="3469354"/>
                      <a:pt x="1113970" y="3492255"/>
                    </a:cubicBezTo>
                    <a:cubicBezTo>
                      <a:pt x="1101513" y="3648504"/>
                      <a:pt x="1104041" y="3806004"/>
                      <a:pt x="1086645" y="3962111"/>
                    </a:cubicBezTo>
                    <a:cubicBezTo>
                      <a:pt x="1065613" y="4269914"/>
                      <a:pt x="968101" y="4608847"/>
                      <a:pt x="1119631" y="4897334"/>
                    </a:cubicBezTo>
                    <a:cubicBezTo>
                      <a:pt x="1117258" y="4913337"/>
                      <a:pt x="1087393" y="4920493"/>
                      <a:pt x="1073995" y="4925626"/>
                    </a:cubicBezTo>
                    <a:cubicBezTo>
                      <a:pt x="1020765" y="4940352"/>
                      <a:pt x="965406" y="4922789"/>
                      <a:pt x="917360" y="4899565"/>
                    </a:cubicBezTo>
                    <a:cubicBezTo>
                      <a:pt x="883613" y="4784554"/>
                      <a:pt x="841950" y="4671168"/>
                      <a:pt x="820944" y="4552882"/>
                    </a:cubicBezTo>
                    <a:cubicBezTo>
                      <a:pt x="833284" y="4493798"/>
                      <a:pt x="838468" y="4432985"/>
                      <a:pt x="840647" y="4372688"/>
                    </a:cubicBezTo>
                    <a:cubicBezTo>
                      <a:pt x="843587" y="4272532"/>
                      <a:pt x="835579" y="4171809"/>
                      <a:pt x="814573" y="4073794"/>
                    </a:cubicBezTo>
                    <a:cubicBezTo>
                      <a:pt x="832381" y="3855624"/>
                      <a:pt x="842594" y="3632011"/>
                      <a:pt x="918597" y="3425034"/>
                    </a:cubicBezTo>
                    <a:cubicBezTo>
                      <a:pt x="995503" y="3417000"/>
                      <a:pt x="1071687" y="3402300"/>
                      <a:pt x="1145782" y="3380739"/>
                    </a:cubicBezTo>
                    <a:cubicBezTo>
                      <a:pt x="1138573" y="3394730"/>
                      <a:pt x="1132384" y="3409173"/>
                      <a:pt x="1127974" y="3424363"/>
                    </a:cubicBezTo>
                    <a:close/>
                    <a:moveTo>
                      <a:pt x="1365164" y="2852353"/>
                    </a:moveTo>
                    <a:cubicBezTo>
                      <a:pt x="1358717" y="2987622"/>
                      <a:pt x="1315196" y="3129235"/>
                      <a:pt x="1358446" y="3261693"/>
                    </a:cubicBezTo>
                    <a:cubicBezTo>
                      <a:pt x="1094421" y="3380662"/>
                      <a:pt x="796933" y="3430901"/>
                      <a:pt x="510716" y="3374240"/>
                    </a:cubicBezTo>
                    <a:cubicBezTo>
                      <a:pt x="506434" y="3368760"/>
                      <a:pt x="498530" y="3366903"/>
                      <a:pt x="492753" y="3370681"/>
                    </a:cubicBezTo>
                    <a:cubicBezTo>
                      <a:pt x="424938" y="3356600"/>
                      <a:pt x="358928" y="3336239"/>
                      <a:pt x="292713" y="3315929"/>
                    </a:cubicBezTo>
                    <a:cubicBezTo>
                      <a:pt x="312726" y="3241538"/>
                      <a:pt x="312029" y="3163226"/>
                      <a:pt x="320050" y="3086953"/>
                    </a:cubicBezTo>
                    <a:cubicBezTo>
                      <a:pt x="335395" y="2946474"/>
                      <a:pt x="325814" y="2806628"/>
                      <a:pt x="313461" y="2666833"/>
                    </a:cubicBezTo>
                    <a:cubicBezTo>
                      <a:pt x="321198" y="2671488"/>
                      <a:pt x="329928" y="2673796"/>
                      <a:pt x="339857" y="2672778"/>
                    </a:cubicBezTo>
                    <a:cubicBezTo>
                      <a:pt x="375034" y="2644912"/>
                      <a:pt x="348535" y="2565195"/>
                      <a:pt x="346872" y="2525478"/>
                    </a:cubicBezTo>
                    <a:cubicBezTo>
                      <a:pt x="343480" y="2406857"/>
                      <a:pt x="367568" y="2416580"/>
                      <a:pt x="302835" y="2339274"/>
                    </a:cubicBezTo>
                    <a:lnTo>
                      <a:pt x="325814" y="2344161"/>
                    </a:lnTo>
                    <a:cubicBezTo>
                      <a:pt x="326975" y="2344406"/>
                      <a:pt x="328148" y="2344535"/>
                      <a:pt x="329322" y="2344535"/>
                    </a:cubicBezTo>
                    <a:cubicBezTo>
                      <a:pt x="333164" y="2344535"/>
                      <a:pt x="336930" y="2343220"/>
                      <a:pt x="339960" y="2340744"/>
                    </a:cubicBezTo>
                    <a:cubicBezTo>
                      <a:pt x="343919" y="2337520"/>
                      <a:pt x="346188" y="2332672"/>
                      <a:pt x="346149" y="2327565"/>
                    </a:cubicBezTo>
                    <a:cubicBezTo>
                      <a:pt x="346124" y="2324948"/>
                      <a:pt x="345414" y="2230131"/>
                      <a:pt x="345350" y="2100742"/>
                    </a:cubicBezTo>
                    <a:cubicBezTo>
                      <a:pt x="590935" y="2174953"/>
                      <a:pt x="1144325" y="2255934"/>
                      <a:pt x="1134305" y="2110646"/>
                    </a:cubicBezTo>
                    <a:cubicBezTo>
                      <a:pt x="1189431" y="1999039"/>
                      <a:pt x="1221824" y="1877156"/>
                      <a:pt x="1240122" y="1754344"/>
                    </a:cubicBezTo>
                    <a:cubicBezTo>
                      <a:pt x="1283358" y="1892746"/>
                      <a:pt x="1325680" y="2035842"/>
                      <a:pt x="1401386" y="2160395"/>
                    </a:cubicBezTo>
                    <a:cubicBezTo>
                      <a:pt x="1389252" y="2390764"/>
                      <a:pt x="1388814" y="2622410"/>
                      <a:pt x="1365164" y="2852353"/>
                    </a:cubicBezTo>
                    <a:close/>
                    <a:moveTo>
                      <a:pt x="2564800" y="518718"/>
                    </a:moveTo>
                    <a:cubicBezTo>
                      <a:pt x="2374521" y="724806"/>
                      <a:pt x="2124745" y="1078065"/>
                      <a:pt x="1850481" y="1155770"/>
                    </a:cubicBezTo>
                    <a:cubicBezTo>
                      <a:pt x="1745954" y="1094996"/>
                      <a:pt x="1569653" y="968380"/>
                      <a:pt x="1468969" y="899134"/>
                    </a:cubicBezTo>
                    <a:cubicBezTo>
                      <a:pt x="1467847" y="898360"/>
                      <a:pt x="1466751" y="897638"/>
                      <a:pt x="1465707" y="896968"/>
                    </a:cubicBezTo>
                    <a:cubicBezTo>
                      <a:pt x="1480665" y="754400"/>
                      <a:pt x="1414527" y="599815"/>
                      <a:pt x="1406544" y="458653"/>
                    </a:cubicBezTo>
                    <a:cubicBezTo>
                      <a:pt x="1407318" y="446029"/>
                      <a:pt x="1388659" y="446609"/>
                      <a:pt x="1387241" y="458653"/>
                    </a:cubicBezTo>
                    <a:cubicBezTo>
                      <a:pt x="1379878" y="538370"/>
                      <a:pt x="1414230" y="613961"/>
                      <a:pt x="1425165" y="691963"/>
                    </a:cubicBezTo>
                    <a:cubicBezTo>
                      <a:pt x="1451187" y="843427"/>
                      <a:pt x="1457144" y="905646"/>
                      <a:pt x="1386751" y="1045415"/>
                    </a:cubicBezTo>
                    <a:cubicBezTo>
                      <a:pt x="1386493" y="1045402"/>
                      <a:pt x="1386196" y="1045402"/>
                      <a:pt x="1385861" y="1045402"/>
                    </a:cubicBezTo>
                    <a:lnTo>
                      <a:pt x="1342340" y="1312458"/>
                    </a:lnTo>
                    <a:cubicBezTo>
                      <a:pt x="1345267" y="1361678"/>
                      <a:pt x="1368427" y="1548965"/>
                      <a:pt x="1375351" y="1597747"/>
                    </a:cubicBezTo>
                    <a:cubicBezTo>
                      <a:pt x="1405500" y="1787510"/>
                      <a:pt x="1427112" y="1979336"/>
                      <a:pt x="1468286" y="2167035"/>
                    </a:cubicBezTo>
                    <a:cubicBezTo>
                      <a:pt x="1408917" y="2119582"/>
                      <a:pt x="1387640" y="2039839"/>
                      <a:pt x="1358201" y="1972553"/>
                    </a:cubicBezTo>
                    <a:cubicBezTo>
                      <a:pt x="1306079" y="1845872"/>
                      <a:pt x="1252862" y="1680636"/>
                      <a:pt x="1212359" y="1529713"/>
                    </a:cubicBezTo>
                    <a:cubicBezTo>
                      <a:pt x="1207265" y="1510718"/>
                      <a:pt x="1192023" y="1443213"/>
                      <a:pt x="1190618" y="1427997"/>
                    </a:cubicBezTo>
                    <a:cubicBezTo>
                      <a:pt x="1180160" y="1314572"/>
                      <a:pt x="1192913" y="1228692"/>
                      <a:pt x="1213945" y="1174855"/>
                    </a:cubicBezTo>
                    <a:cubicBezTo>
                      <a:pt x="1243268" y="1099780"/>
                      <a:pt x="1346247" y="990856"/>
                      <a:pt x="1273558" y="761506"/>
                    </a:cubicBezTo>
                    <a:cubicBezTo>
                      <a:pt x="1286737" y="734207"/>
                      <a:pt x="1276124" y="691653"/>
                      <a:pt x="1276795" y="661144"/>
                    </a:cubicBezTo>
                    <a:cubicBezTo>
                      <a:pt x="1270141" y="556746"/>
                      <a:pt x="1241772" y="450891"/>
                      <a:pt x="1179386" y="365590"/>
                    </a:cubicBezTo>
                    <a:cubicBezTo>
                      <a:pt x="1180611" y="363914"/>
                      <a:pt x="1180547" y="363991"/>
                      <a:pt x="1181759" y="362315"/>
                    </a:cubicBezTo>
                    <a:cubicBezTo>
                      <a:pt x="1204389" y="370168"/>
                      <a:pt x="1224274" y="384881"/>
                      <a:pt x="1246943" y="392554"/>
                    </a:cubicBezTo>
                    <a:cubicBezTo>
                      <a:pt x="1249574" y="397454"/>
                      <a:pt x="1257942" y="399646"/>
                      <a:pt x="1261037" y="393830"/>
                    </a:cubicBezTo>
                    <a:cubicBezTo>
                      <a:pt x="1268503" y="378137"/>
                      <a:pt x="1243281" y="355222"/>
                      <a:pt x="1236330" y="340793"/>
                    </a:cubicBezTo>
                    <a:cubicBezTo>
                      <a:pt x="1268929" y="354333"/>
                      <a:pt x="1302379" y="365783"/>
                      <a:pt x="1335622" y="377776"/>
                    </a:cubicBezTo>
                    <a:cubicBezTo>
                      <a:pt x="1335622" y="377776"/>
                      <a:pt x="1393469" y="384623"/>
                      <a:pt x="1417144" y="435778"/>
                    </a:cubicBezTo>
                    <a:cubicBezTo>
                      <a:pt x="1416732" y="437596"/>
                      <a:pt x="1417892" y="440845"/>
                      <a:pt x="1421129" y="445849"/>
                    </a:cubicBezTo>
                    <a:cubicBezTo>
                      <a:pt x="1421258" y="446236"/>
                      <a:pt x="1421412" y="446609"/>
                      <a:pt x="1421541" y="446996"/>
                    </a:cubicBezTo>
                    <a:cubicBezTo>
                      <a:pt x="1422986" y="451484"/>
                      <a:pt x="1425410" y="454179"/>
                      <a:pt x="1428144" y="455339"/>
                    </a:cubicBezTo>
                    <a:cubicBezTo>
                      <a:pt x="1436138" y="465243"/>
                      <a:pt x="1448956" y="479066"/>
                      <a:pt x="1468183" y="497777"/>
                    </a:cubicBezTo>
                    <a:cubicBezTo>
                      <a:pt x="1589176" y="615573"/>
                      <a:pt x="1811422" y="771319"/>
                      <a:pt x="1905671" y="818850"/>
                    </a:cubicBezTo>
                    <a:cubicBezTo>
                      <a:pt x="1912467" y="822009"/>
                      <a:pt x="1918399" y="818205"/>
                      <a:pt x="1920140" y="812982"/>
                    </a:cubicBezTo>
                    <a:cubicBezTo>
                      <a:pt x="2082681" y="665554"/>
                      <a:pt x="2209194" y="480962"/>
                      <a:pt x="2331052" y="299555"/>
                    </a:cubicBezTo>
                    <a:cubicBezTo>
                      <a:pt x="2384566" y="393933"/>
                      <a:pt x="2477539" y="458267"/>
                      <a:pt x="2564800" y="518718"/>
                    </a:cubicBezTo>
                    <a:close/>
                    <a:moveTo>
                      <a:pt x="2670281" y="380523"/>
                    </a:moveTo>
                    <a:cubicBezTo>
                      <a:pt x="2651067" y="392708"/>
                      <a:pt x="2625380" y="384069"/>
                      <a:pt x="2606089" y="375068"/>
                    </a:cubicBezTo>
                    <a:cubicBezTo>
                      <a:pt x="2605445" y="374771"/>
                      <a:pt x="2605316" y="374462"/>
                      <a:pt x="2605883" y="374591"/>
                    </a:cubicBezTo>
                    <a:cubicBezTo>
                      <a:pt x="2632279" y="380819"/>
                      <a:pt x="2660816" y="369794"/>
                      <a:pt x="2682002" y="354178"/>
                    </a:cubicBezTo>
                    <a:cubicBezTo>
                      <a:pt x="2683356" y="364597"/>
                      <a:pt x="2679282" y="373740"/>
                      <a:pt x="2670281" y="380523"/>
                    </a:cubicBezTo>
                    <a:close/>
                    <a:moveTo>
                      <a:pt x="2682234" y="274229"/>
                    </a:moveTo>
                    <a:cubicBezTo>
                      <a:pt x="2683962" y="288117"/>
                      <a:pt x="2688321" y="302546"/>
                      <a:pt x="2686632" y="316035"/>
                    </a:cubicBezTo>
                    <a:cubicBezTo>
                      <a:pt x="2677799" y="353146"/>
                      <a:pt x="2620184" y="368530"/>
                      <a:pt x="2593156" y="341760"/>
                    </a:cubicBezTo>
                    <a:cubicBezTo>
                      <a:pt x="2627327" y="324610"/>
                      <a:pt x="2655696" y="300715"/>
                      <a:pt x="2682234" y="274229"/>
                    </a:cubicBezTo>
                    <a:close/>
                    <a:moveTo>
                      <a:pt x="2655787" y="223423"/>
                    </a:moveTo>
                    <a:cubicBezTo>
                      <a:pt x="2666722" y="223255"/>
                      <a:pt x="2671661" y="232926"/>
                      <a:pt x="2673711" y="242340"/>
                    </a:cubicBezTo>
                    <a:cubicBezTo>
                      <a:pt x="2679294" y="261850"/>
                      <a:pt x="2658082" y="274513"/>
                      <a:pt x="2645123" y="285615"/>
                    </a:cubicBezTo>
                    <a:cubicBezTo>
                      <a:pt x="2619397" y="307330"/>
                      <a:pt x="2590835" y="327872"/>
                      <a:pt x="2556818" y="333494"/>
                    </a:cubicBezTo>
                    <a:cubicBezTo>
                      <a:pt x="2555657" y="283062"/>
                      <a:pt x="2663730" y="245525"/>
                      <a:pt x="2637231" y="224248"/>
                    </a:cubicBezTo>
                    <a:cubicBezTo>
                      <a:pt x="2643162" y="222365"/>
                      <a:pt x="2649597" y="222404"/>
                      <a:pt x="2655787" y="223423"/>
                    </a:cubicBezTo>
                    <a:close/>
                    <a:moveTo>
                      <a:pt x="2768940" y="95440"/>
                    </a:moveTo>
                    <a:cubicBezTo>
                      <a:pt x="2730139" y="123319"/>
                      <a:pt x="2685742" y="142713"/>
                      <a:pt x="2650371" y="175376"/>
                    </a:cubicBezTo>
                    <a:cubicBezTo>
                      <a:pt x="2636122" y="187162"/>
                      <a:pt x="2621757" y="198974"/>
                      <a:pt x="2609958" y="213274"/>
                    </a:cubicBezTo>
                    <a:cubicBezTo>
                      <a:pt x="2603343" y="222082"/>
                      <a:pt x="2614420" y="232991"/>
                      <a:pt x="2622634" y="224441"/>
                    </a:cubicBezTo>
                    <a:cubicBezTo>
                      <a:pt x="2622840" y="224751"/>
                      <a:pt x="2623072" y="225047"/>
                      <a:pt x="2623317" y="225331"/>
                    </a:cubicBezTo>
                    <a:cubicBezTo>
                      <a:pt x="2598714" y="242353"/>
                      <a:pt x="2573091" y="259748"/>
                      <a:pt x="2554406" y="283539"/>
                    </a:cubicBezTo>
                    <a:cubicBezTo>
                      <a:pt x="2543316" y="298123"/>
                      <a:pt x="2518210" y="353894"/>
                      <a:pt x="2555154" y="352205"/>
                    </a:cubicBezTo>
                    <a:cubicBezTo>
                      <a:pt x="2553516" y="378214"/>
                      <a:pt x="2579010" y="399169"/>
                      <a:pt x="2602298" y="406622"/>
                    </a:cubicBezTo>
                    <a:cubicBezTo>
                      <a:pt x="2581151" y="427551"/>
                      <a:pt x="2551943" y="440085"/>
                      <a:pt x="2522749" y="444688"/>
                    </a:cubicBezTo>
                    <a:cubicBezTo>
                      <a:pt x="2516327" y="444637"/>
                      <a:pt x="2508152" y="442896"/>
                      <a:pt x="2502285" y="445023"/>
                    </a:cubicBezTo>
                    <a:cubicBezTo>
                      <a:pt x="2450795" y="406429"/>
                      <a:pt x="2401343" y="364030"/>
                      <a:pt x="2360556" y="314281"/>
                    </a:cubicBezTo>
                    <a:cubicBezTo>
                      <a:pt x="2374611" y="265280"/>
                      <a:pt x="2397784" y="219928"/>
                      <a:pt x="2446926" y="198664"/>
                    </a:cubicBezTo>
                    <a:cubicBezTo>
                      <a:pt x="2486656" y="179554"/>
                      <a:pt x="2515115" y="144634"/>
                      <a:pt x="2552343" y="122223"/>
                    </a:cubicBezTo>
                    <a:cubicBezTo>
                      <a:pt x="2572253" y="113235"/>
                      <a:pt x="2575915" y="133660"/>
                      <a:pt x="2570138" y="148361"/>
                    </a:cubicBezTo>
                    <a:cubicBezTo>
                      <a:pt x="2556959" y="177903"/>
                      <a:pt x="2529080" y="197942"/>
                      <a:pt x="2511260" y="224364"/>
                    </a:cubicBezTo>
                    <a:cubicBezTo>
                      <a:pt x="2490808" y="240650"/>
                      <a:pt x="2494793" y="274603"/>
                      <a:pt x="2489119" y="298549"/>
                    </a:cubicBezTo>
                    <a:cubicBezTo>
                      <a:pt x="2483406" y="322985"/>
                      <a:pt x="2471105" y="345371"/>
                      <a:pt x="2454805" y="364339"/>
                    </a:cubicBezTo>
                    <a:cubicBezTo>
                      <a:pt x="2450163" y="370000"/>
                      <a:pt x="2443690" y="375455"/>
                      <a:pt x="2444335" y="383359"/>
                    </a:cubicBezTo>
                    <a:cubicBezTo>
                      <a:pt x="2451801" y="404520"/>
                      <a:pt x="2476507" y="375687"/>
                      <a:pt x="2482375" y="365642"/>
                    </a:cubicBezTo>
                    <a:cubicBezTo>
                      <a:pt x="2501279" y="339516"/>
                      <a:pt x="2511414" y="307601"/>
                      <a:pt x="2512420" y="275454"/>
                    </a:cubicBezTo>
                    <a:cubicBezTo>
                      <a:pt x="2513078" y="258832"/>
                      <a:pt x="2511311" y="237078"/>
                      <a:pt x="2528938" y="228619"/>
                    </a:cubicBezTo>
                    <a:cubicBezTo>
                      <a:pt x="2531157" y="227562"/>
                      <a:pt x="2531995" y="225576"/>
                      <a:pt x="2531892" y="223577"/>
                    </a:cubicBezTo>
                    <a:cubicBezTo>
                      <a:pt x="2556095" y="199619"/>
                      <a:pt x="2586889" y="172500"/>
                      <a:pt x="2590809" y="136588"/>
                    </a:cubicBezTo>
                    <a:cubicBezTo>
                      <a:pt x="2641460" y="112758"/>
                      <a:pt x="2690964" y="87058"/>
                      <a:pt x="2745484" y="73106"/>
                    </a:cubicBezTo>
                    <a:cubicBezTo>
                      <a:pt x="2759114" y="70475"/>
                      <a:pt x="2773905" y="62777"/>
                      <a:pt x="2787677" y="62545"/>
                    </a:cubicBezTo>
                    <a:cubicBezTo>
                      <a:pt x="2805098" y="66207"/>
                      <a:pt x="2773415" y="92113"/>
                      <a:pt x="2768940" y="95440"/>
                    </a:cubicBezTo>
                    <a:close/>
                  </a:path>
                </a:pathLst>
              </a:custGeom>
              <a:solidFill>
                <a:srgbClr val="000000"/>
              </a:solidFill>
              <a:ln w="12882" cap="flat">
                <a:noFill/>
                <a:prstDash val="solid"/>
                <a:miter/>
              </a:ln>
            </p:spPr>
            <p:txBody>
              <a:bodyPr rtlCol="0" anchor="ctr"/>
              <a:lstStyle/>
              <a:p>
                <a:endParaRPr lang="en-US"/>
              </a:p>
            </p:txBody>
          </p:sp>
        </p:grpSp>
        <p:grpSp>
          <p:nvGrpSpPr>
            <p:cNvPr id="48" name="Графіка 36" descr="Woman wearing a suit">
              <a:extLst>
                <a:ext uri="{FF2B5EF4-FFF2-40B4-BE49-F238E27FC236}">
                  <a16:creationId xmlns:a16="http://schemas.microsoft.com/office/drawing/2014/main" id="{D15C43EE-243F-ED0C-3275-91D3E730E140}"/>
                </a:ext>
              </a:extLst>
            </p:cNvPr>
            <p:cNvGrpSpPr/>
            <p:nvPr/>
          </p:nvGrpSpPr>
          <p:grpSpPr>
            <a:xfrm>
              <a:off x="8518819" y="1397607"/>
              <a:ext cx="917248" cy="970435"/>
              <a:chOff x="8518819" y="1397607"/>
              <a:chExt cx="917248" cy="970435"/>
            </a:xfrm>
          </p:grpSpPr>
          <p:sp>
            <p:nvSpPr>
              <p:cNvPr id="49" name="Полілінія: фігура 48">
                <a:extLst>
                  <a:ext uri="{FF2B5EF4-FFF2-40B4-BE49-F238E27FC236}">
                    <a16:creationId xmlns:a16="http://schemas.microsoft.com/office/drawing/2014/main" id="{4EACD6B1-44E2-FA12-739A-4937DF5F2B33}"/>
                  </a:ext>
                </a:extLst>
              </p:cNvPr>
              <p:cNvSpPr/>
              <p:nvPr/>
            </p:nvSpPr>
            <p:spPr>
              <a:xfrm>
                <a:off x="8737598" y="1494308"/>
                <a:ext cx="603523" cy="785015"/>
              </a:xfrm>
              <a:custGeom>
                <a:avLst/>
                <a:gdLst>
                  <a:gd name="connsiteX0" fmla="*/ 603263 w 603523"/>
                  <a:gd name="connsiteY0" fmla="*/ 382507 h 785015"/>
                  <a:gd name="connsiteX1" fmla="*/ 417059 w 603523"/>
                  <a:gd name="connsiteY1" fmla="*/ 3975 h 785015"/>
                  <a:gd name="connsiteX2" fmla="*/ 389591 w 603523"/>
                  <a:gd name="connsiteY2" fmla="*/ 7726 h 785015"/>
                  <a:gd name="connsiteX3" fmla="*/ 375280 w 603523"/>
                  <a:gd name="connsiteY3" fmla="*/ 18507 h 785015"/>
                  <a:gd name="connsiteX4" fmla="*/ 132982 w 603523"/>
                  <a:gd name="connsiteY4" fmla="*/ 431895 h 785015"/>
                  <a:gd name="connsiteX5" fmla="*/ 3645 w 603523"/>
                  <a:gd name="connsiteY5" fmla="*/ 713187 h 785015"/>
                  <a:gd name="connsiteX6" fmla="*/ 47616 w 603523"/>
                  <a:gd name="connsiteY6" fmla="*/ 720937 h 785015"/>
                  <a:gd name="connsiteX7" fmla="*/ 106030 w 603523"/>
                  <a:gd name="connsiteY7" fmla="*/ 732465 h 785015"/>
                  <a:gd name="connsiteX8" fmla="*/ 246846 w 603523"/>
                  <a:gd name="connsiteY8" fmla="*/ 772426 h 785015"/>
                  <a:gd name="connsiteX9" fmla="*/ 582887 w 603523"/>
                  <a:gd name="connsiteY9" fmla="*/ 579336 h 785015"/>
                  <a:gd name="connsiteX10" fmla="*/ 606744 w 603523"/>
                  <a:gd name="connsiteY10" fmla="*/ 418626 h 785015"/>
                  <a:gd name="connsiteX11" fmla="*/ 603263 w 603523"/>
                  <a:gd name="connsiteY11" fmla="*/ 382507 h 78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3523" h="785015">
                    <a:moveTo>
                      <a:pt x="603263" y="382507"/>
                    </a:moveTo>
                    <a:cubicBezTo>
                      <a:pt x="600039" y="230514"/>
                      <a:pt x="546913" y="97902"/>
                      <a:pt x="417059" y="3975"/>
                    </a:cubicBezTo>
                    <a:cubicBezTo>
                      <a:pt x="408805" y="-2022"/>
                      <a:pt x="396426" y="879"/>
                      <a:pt x="389591" y="7726"/>
                    </a:cubicBezTo>
                    <a:cubicBezTo>
                      <a:pt x="383402" y="8952"/>
                      <a:pt x="378116" y="12923"/>
                      <a:pt x="375280" y="18507"/>
                    </a:cubicBezTo>
                    <a:cubicBezTo>
                      <a:pt x="298555" y="158612"/>
                      <a:pt x="217703" y="296407"/>
                      <a:pt x="132982" y="431895"/>
                    </a:cubicBezTo>
                    <a:cubicBezTo>
                      <a:pt x="78436" y="519426"/>
                      <a:pt x="12283" y="607074"/>
                      <a:pt x="3645" y="713187"/>
                    </a:cubicBezTo>
                    <a:cubicBezTo>
                      <a:pt x="2099" y="715198"/>
                      <a:pt x="41943" y="737997"/>
                      <a:pt x="47616" y="720937"/>
                    </a:cubicBezTo>
                    <a:cubicBezTo>
                      <a:pt x="67474" y="721517"/>
                      <a:pt x="87075" y="726584"/>
                      <a:pt x="106030" y="732465"/>
                    </a:cubicBezTo>
                    <a:cubicBezTo>
                      <a:pt x="152454" y="746985"/>
                      <a:pt x="199519" y="761337"/>
                      <a:pt x="246846" y="772426"/>
                    </a:cubicBezTo>
                    <a:cubicBezTo>
                      <a:pt x="402874" y="813819"/>
                      <a:pt x="570380" y="761156"/>
                      <a:pt x="582887" y="579336"/>
                    </a:cubicBezTo>
                    <a:cubicBezTo>
                      <a:pt x="599652" y="555752"/>
                      <a:pt x="609194" y="451095"/>
                      <a:pt x="606744" y="418626"/>
                    </a:cubicBezTo>
                    <a:lnTo>
                      <a:pt x="603263" y="382507"/>
                    </a:lnTo>
                    <a:close/>
                  </a:path>
                </a:pathLst>
              </a:custGeom>
              <a:solidFill>
                <a:srgbClr val="FFFFFF"/>
              </a:solidFill>
              <a:ln w="12882" cap="flat">
                <a:noFill/>
                <a:prstDash val="solid"/>
                <a:miter/>
              </a:ln>
            </p:spPr>
            <p:txBody>
              <a:bodyPr rtlCol="0" anchor="ctr"/>
              <a:lstStyle/>
              <a:p>
                <a:endParaRPr lang="en-US"/>
              </a:p>
            </p:txBody>
          </p:sp>
          <p:sp>
            <p:nvSpPr>
              <p:cNvPr id="50" name="Полілінія: фігура 49">
                <a:extLst>
                  <a:ext uri="{FF2B5EF4-FFF2-40B4-BE49-F238E27FC236}">
                    <a16:creationId xmlns:a16="http://schemas.microsoft.com/office/drawing/2014/main" id="{685C689C-F69A-E239-1B4E-F615D0DC42F9}"/>
                  </a:ext>
                </a:extLst>
              </p:cNvPr>
              <p:cNvSpPr/>
              <p:nvPr/>
            </p:nvSpPr>
            <p:spPr>
              <a:xfrm>
                <a:off x="8518819" y="1397607"/>
                <a:ext cx="917248" cy="970435"/>
              </a:xfrm>
              <a:custGeom>
                <a:avLst/>
                <a:gdLst>
                  <a:gd name="connsiteX0" fmla="*/ 920303 w 917248"/>
                  <a:gd name="connsiteY0" fmla="*/ 888457 h 970435"/>
                  <a:gd name="connsiteX1" fmla="*/ 871431 w 917248"/>
                  <a:gd name="connsiteY1" fmla="*/ 574863 h 970435"/>
                  <a:gd name="connsiteX2" fmla="*/ 854667 w 917248"/>
                  <a:gd name="connsiteY2" fmla="*/ 422018 h 970435"/>
                  <a:gd name="connsiteX3" fmla="*/ 830810 w 917248"/>
                  <a:gd name="connsiteY3" fmla="*/ 280779 h 970435"/>
                  <a:gd name="connsiteX4" fmla="*/ 777684 w 917248"/>
                  <a:gd name="connsiteY4" fmla="*/ 158303 h 970435"/>
                  <a:gd name="connsiteX5" fmla="*/ 691675 w 917248"/>
                  <a:gd name="connsiteY5" fmla="*/ 68941 h 970435"/>
                  <a:gd name="connsiteX6" fmla="*/ 458145 w 917248"/>
                  <a:gd name="connsiteY6" fmla="*/ 2363 h 970435"/>
                  <a:gd name="connsiteX7" fmla="*/ 432355 w 917248"/>
                  <a:gd name="connsiteY7" fmla="*/ 3563 h 970435"/>
                  <a:gd name="connsiteX8" fmla="*/ 10689 w 917248"/>
                  <a:gd name="connsiteY8" fmla="*/ 735251 h 970435"/>
                  <a:gd name="connsiteX9" fmla="*/ 9399 w 917248"/>
                  <a:gd name="connsiteY9" fmla="*/ 762678 h 970435"/>
                  <a:gd name="connsiteX10" fmla="*/ 4113 w 917248"/>
                  <a:gd name="connsiteY10" fmla="*/ 824072 h 970435"/>
                  <a:gd name="connsiteX11" fmla="*/ 5788 w 917248"/>
                  <a:gd name="connsiteY11" fmla="*/ 895175 h 970435"/>
                  <a:gd name="connsiteX12" fmla="*/ 20619 w 917248"/>
                  <a:gd name="connsiteY12" fmla="*/ 966420 h 970435"/>
                  <a:gd name="connsiteX13" fmla="*/ 318362 w 917248"/>
                  <a:gd name="connsiteY13" fmla="*/ 945182 h 970435"/>
                  <a:gd name="connsiteX14" fmla="*/ 325584 w 917248"/>
                  <a:gd name="connsiteY14" fmla="*/ 845633 h 970435"/>
                  <a:gd name="connsiteX15" fmla="*/ 319653 w 917248"/>
                  <a:gd name="connsiteY15" fmla="*/ 798321 h 970435"/>
                  <a:gd name="connsiteX16" fmla="*/ 315268 w 917248"/>
                  <a:gd name="connsiteY16" fmla="*/ 779752 h 970435"/>
                  <a:gd name="connsiteX17" fmla="*/ 400376 w 917248"/>
                  <a:gd name="connsiteY17" fmla="*/ 633110 h 970435"/>
                  <a:gd name="connsiteX18" fmla="*/ 579099 w 917248"/>
                  <a:gd name="connsiteY18" fmla="*/ 328465 h 970435"/>
                  <a:gd name="connsiteX19" fmla="*/ 641512 w 917248"/>
                  <a:gd name="connsiteY19" fmla="*/ 159953 h 970435"/>
                  <a:gd name="connsiteX20" fmla="*/ 643448 w 917248"/>
                  <a:gd name="connsiteY20" fmla="*/ 160340 h 970435"/>
                  <a:gd name="connsiteX21" fmla="*/ 644090 w 917248"/>
                  <a:gd name="connsiteY21" fmla="*/ 162390 h 970435"/>
                  <a:gd name="connsiteX22" fmla="*/ 759887 w 917248"/>
                  <a:gd name="connsiteY22" fmla="*/ 319993 h 970435"/>
                  <a:gd name="connsiteX23" fmla="*/ 799218 w 917248"/>
                  <a:gd name="connsiteY23" fmla="*/ 546739 h 970435"/>
                  <a:gd name="connsiteX24" fmla="*/ 618300 w 917248"/>
                  <a:gd name="connsiteY24" fmla="*/ 859391 h 970435"/>
                  <a:gd name="connsiteX25" fmla="*/ 525199 w 917248"/>
                  <a:gd name="connsiteY25" fmla="*/ 864266 h 970435"/>
                  <a:gd name="connsiteX26" fmla="*/ 483419 w 917248"/>
                  <a:gd name="connsiteY26" fmla="*/ 849552 h 970435"/>
                  <a:gd name="connsiteX27" fmla="*/ 443446 w 917248"/>
                  <a:gd name="connsiteY27" fmla="*/ 821918 h 970435"/>
                  <a:gd name="connsiteX28" fmla="*/ 423459 w 917248"/>
                  <a:gd name="connsiteY28" fmla="*/ 841892 h 970435"/>
                  <a:gd name="connsiteX29" fmla="*/ 502503 w 917248"/>
                  <a:gd name="connsiteY29" fmla="*/ 893305 h 970435"/>
                  <a:gd name="connsiteX30" fmla="*/ 598186 w 917248"/>
                  <a:gd name="connsiteY30" fmla="*/ 896864 h 970435"/>
                  <a:gd name="connsiteX31" fmla="*/ 605405 w 917248"/>
                  <a:gd name="connsiteY31" fmla="*/ 895484 h 970435"/>
                  <a:gd name="connsiteX32" fmla="*/ 614947 w 917248"/>
                  <a:gd name="connsiteY32" fmla="*/ 917832 h 970435"/>
                  <a:gd name="connsiteX33" fmla="*/ 623977 w 917248"/>
                  <a:gd name="connsiteY33" fmla="*/ 925350 h 970435"/>
                  <a:gd name="connsiteX34" fmla="*/ 637643 w 917248"/>
                  <a:gd name="connsiteY34" fmla="*/ 942641 h 970435"/>
                  <a:gd name="connsiteX35" fmla="*/ 905214 w 917248"/>
                  <a:gd name="connsiteY35" fmla="*/ 915020 h 970435"/>
                  <a:gd name="connsiteX36" fmla="*/ 920303 w 917248"/>
                  <a:gd name="connsiteY36" fmla="*/ 888457 h 970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17248" h="970435">
                    <a:moveTo>
                      <a:pt x="920303" y="888457"/>
                    </a:moveTo>
                    <a:cubicBezTo>
                      <a:pt x="898250" y="784858"/>
                      <a:pt x="884068" y="679931"/>
                      <a:pt x="871431" y="574863"/>
                    </a:cubicBezTo>
                    <a:cubicBezTo>
                      <a:pt x="865242" y="523966"/>
                      <a:pt x="860340" y="472954"/>
                      <a:pt x="854667" y="422018"/>
                    </a:cubicBezTo>
                    <a:cubicBezTo>
                      <a:pt x="849381" y="374565"/>
                      <a:pt x="843192" y="326969"/>
                      <a:pt x="830810" y="280779"/>
                    </a:cubicBezTo>
                    <a:cubicBezTo>
                      <a:pt x="819335" y="237865"/>
                      <a:pt x="802570" y="195363"/>
                      <a:pt x="777684" y="158303"/>
                    </a:cubicBezTo>
                    <a:cubicBezTo>
                      <a:pt x="754343" y="123783"/>
                      <a:pt x="725329" y="93557"/>
                      <a:pt x="691675" y="68941"/>
                    </a:cubicBezTo>
                    <a:cubicBezTo>
                      <a:pt x="625393" y="19823"/>
                      <a:pt x="540543" y="-6302"/>
                      <a:pt x="458145" y="2363"/>
                    </a:cubicBezTo>
                    <a:cubicBezTo>
                      <a:pt x="445638" y="3692"/>
                      <a:pt x="433517" y="3446"/>
                      <a:pt x="432355" y="3563"/>
                    </a:cubicBezTo>
                    <a:cubicBezTo>
                      <a:pt x="96827" y="34046"/>
                      <a:pt x="17911" y="617584"/>
                      <a:pt x="10689" y="735251"/>
                    </a:cubicBezTo>
                    <a:cubicBezTo>
                      <a:pt x="10173" y="744406"/>
                      <a:pt x="9657" y="753549"/>
                      <a:pt x="9399" y="762678"/>
                    </a:cubicBezTo>
                    <a:cubicBezTo>
                      <a:pt x="6820" y="783091"/>
                      <a:pt x="5016" y="803556"/>
                      <a:pt x="4113" y="824072"/>
                    </a:cubicBezTo>
                    <a:cubicBezTo>
                      <a:pt x="3080" y="847786"/>
                      <a:pt x="3596" y="871538"/>
                      <a:pt x="5788" y="895175"/>
                    </a:cubicBezTo>
                    <a:cubicBezTo>
                      <a:pt x="7982" y="919366"/>
                      <a:pt x="10560" y="944163"/>
                      <a:pt x="20619" y="966420"/>
                    </a:cubicBezTo>
                    <a:cubicBezTo>
                      <a:pt x="26808" y="980114"/>
                      <a:pt x="315397" y="961352"/>
                      <a:pt x="318362" y="945182"/>
                    </a:cubicBezTo>
                    <a:cubicBezTo>
                      <a:pt x="324810" y="912403"/>
                      <a:pt x="327133" y="878979"/>
                      <a:pt x="325584" y="845633"/>
                    </a:cubicBezTo>
                    <a:cubicBezTo>
                      <a:pt x="324939" y="829733"/>
                      <a:pt x="322877" y="813911"/>
                      <a:pt x="319653" y="798321"/>
                    </a:cubicBezTo>
                    <a:cubicBezTo>
                      <a:pt x="318750" y="794065"/>
                      <a:pt x="317720" y="786070"/>
                      <a:pt x="315268" y="779752"/>
                    </a:cubicBezTo>
                    <a:cubicBezTo>
                      <a:pt x="341574" y="729732"/>
                      <a:pt x="370588" y="681143"/>
                      <a:pt x="400376" y="633110"/>
                    </a:cubicBezTo>
                    <a:cubicBezTo>
                      <a:pt x="462402" y="533109"/>
                      <a:pt x="528293" y="434965"/>
                      <a:pt x="579099" y="328465"/>
                    </a:cubicBezTo>
                    <a:cubicBezTo>
                      <a:pt x="604505" y="275106"/>
                      <a:pt x="629520" y="218432"/>
                      <a:pt x="641512" y="159953"/>
                    </a:cubicBezTo>
                    <a:lnTo>
                      <a:pt x="643448" y="160340"/>
                    </a:lnTo>
                    <a:cubicBezTo>
                      <a:pt x="643190" y="161088"/>
                      <a:pt x="643448" y="161913"/>
                      <a:pt x="644090" y="162390"/>
                    </a:cubicBezTo>
                    <a:cubicBezTo>
                      <a:pt x="699152" y="200469"/>
                      <a:pt x="736033" y="258201"/>
                      <a:pt x="759887" y="319993"/>
                    </a:cubicBezTo>
                    <a:cubicBezTo>
                      <a:pt x="787742" y="392270"/>
                      <a:pt x="801025" y="469317"/>
                      <a:pt x="799218" y="546739"/>
                    </a:cubicBezTo>
                    <a:cubicBezTo>
                      <a:pt x="796123" y="669254"/>
                      <a:pt x="749703" y="820667"/>
                      <a:pt x="618300" y="859391"/>
                    </a:cubicBezTo>
                    <a:cubicBezTo>
                      <a:pt x="588257" y="868224"/>
                      <a:pt x="555891" y="870726"/>
                      <a:pt x="525199" y="864266"/>
                    </a:cubicBezTo>
                    <a:cubicBezTo>
                      <a:pt x="510629" y="861338"/>
                      <a:pt x="496572" y="856387"/>
                      <a:pt x="483419" y="849552"/>
                    </a:cubicBezTo>
                    <a:cubicBezTo>
                      <a:pt x="468978" y="841828"/>
                      <a:pt x="456984" y="830906"/>
                      <a:pt x="443446" y="821918"/>
                    </a:cubicBezTo>
                    <a:cubicBezTo>
                      <a:pt x="430936" y="813691"/>
                      <a:pt x="416237" y="829733"/>
                      <a:pt x="423459" y="841892"/>
                    </a:cubicBezTo>
                    <a:cubicBezTo>
                      <a:pt x="439319" y="868779"/>
                      <a:pt x="473231" y="885220"/>
                      <a:pt x="502503" y="893305"/>
                    </a:cubicBezTo>
                    <a:cubicBezTo>
                      <a:pt x="533582" y="901945"/>
                      <a:pt x="566462" y="902357"/>
                      <a:pt x="598186" y="896864"/>
                    </a:cubicBezTo>
                    <a:cubicBezTo>
                      <a:pt x="600636" y="896451"/>
                      <a:pt x="603085" y="895987"/>
                      <a:pt x="605405" y="895484"/>
                    </a:cubicBezTo>
                    <a:cubicBezTo>
                      <a:pt x="606180" y="903763"/>
                      <a:pt x="609533" y="911603"/>
                      <a:pt x="614947" y="917832"/>
                    </a:cubicBezTo>
                    <a:cubicBezTo>
                      <a:pt x="617529" y="920785"/>
                      <a:pt x="620624" y="923324"/>
                      <a:pt x="623977" y="925350"/>
                    </a:cubicBezTo>
                    <a:cubicBezTo>
                      <a:pt x="624490" y="933125"/>
                      <a:pt x="629391" y="940939"/>
                      <a:pt x="637643" y="942641"/>
                    </a:cubicBezTo>
                    <a:cubicBezTo>
                      <a:pt x="681100" y="951694"/>
                      <a:pt x="861760" y="927954"/>
                      <a:pt x="905214" y="915020"/>
                    </a:cubicBezTo>
                    <a:cubicBezTo>
                      <a:pt x="916822" y="911526"/>
                      <a:pt x="922753" y="900101"/>
                      <a:pt x="920303" y="888457"/>
                    </a:cubicBezTo>
                  </a:path>
                </a:pathLst>
              </a:custGeom>
              <a:solidFill>
                <a:srgbClr val="000000"/>
              </a:solidFill>
              <a:ln w="12882" cap="flat">
                <a:noFill/>
                <a:prstDash val="solid"/>
                <a:miter/>
              </a:ln>
            </p:spPr>
            <p:txBody>
              <a:bodyPr rtlCol="0" anchor="ctr"/>
              <a:lstStyle/>
              <a:p>
                <a:endParaRPr lang="en-US"/>
              </a:p>
            </p:txBody>
          </p:sp>
        </p:grpSp>
        <p:grpSp>
          <p:nvGrpSpPr>
            <p:cNvPr id="51" name="Графіка 36" descr="Woman wearing a suit">
              <a:extLst>
                <a:ext uri="{FF2B5EF4-FFF2-40B4-BE49-F238E27FC236}">
                  <a16:creationId xmlns:a16="http://schemas.microsoft.com/office/drawing/2014/main" id="{E0808DC5-0F16-AA12-EC0B-23FFEFA2B99F}"/>
                </a:ext>
              </a:extLst>
            </p:cNvPr>
            <p:cNvGrpSpPr/>
            <p:nvPr/>
          </p:nvGrpSpPr>
          <p:grpSpPr>
            <a:xfrm>
              <a:off x="8935764" y="1786439"/>
              <a:ext cx="351222" cy="388951"/>
              <a:chOff x="8935764" y="1786439"/>
              <a:chExt cx="351222" cy="388951"/>
            </a:xfrm>
          </p:grpSpPr>
          <p:sp>
            <p:nvSpPr>
              <p:cNvPr id="52" name="Полілінія: фігура 51">
                <a:extLst>
                  <a:ext uri="{FF2B5EF4-FFF2-40B4-BE49-F238E27FC236}">
                    <a16:creationId xmlns:a16="http://schemas.microsoft.com/office/drawing/2014/main" id="{BFD9A2A3-696D-0E34-2EEA-C981F2FF6D14}"/>
                  </a:ext>
                </a:extLst>
              </p:cNvPr>
              <p:cNvSpPr/>
              <p:nvPr/>
            </p:nvSpPr>
            <p:spPr>
              <a:xfrm>
                <a:off x="9036974" y="2079222"/>
                <a:ext cx="160117" cy="91142"/>
              </a:xfrm>
              <a:custGeom>
                <a:avLst/>
                <a:gdLst>
                  <a:gd name="connsiteX0" fmla="*/ 0 w 160117"/>
                  <a:gd name="connsiteY0" fmla="*/ 20574 h 91142"/>
                  <a:gd name="connsiteX1" fmla="*/ 81458 w 160117"/>
                  <a:gd name="connsiteY1" fmla="*/ 806 h 91142"/>
                  <a:gd name="connsiteX2" fmla="*/ 98866 w 160117"/>
                  <a:gd name="connsiteY2" fmla="*/ 16280 h 91142"/>
                  <a:gd name="connsiteX3" fmla="*/ 125945 w 160117"/>
                  <a:gd name="connsiteY3" fmla="*/ 6184 h 91142"/>
                  <a:gd name="connsiteX4" fmla="*/ 160117 w 160117"/>
                  <a:gd name="connsiteY4" fmla="*/ 30465 h 91142"/>
                  <a:gd name="connsiteX5" fmla="*/ 120788 w 160117"/>
                  <a:gd name="connsiteY5" fmla="*/ 83979 h 91142"/>
                  <a:gd name="connsiteX6" fmla="*/ 25790 w 160117"/>
                  <a:gd name="connsiteY6" fmla="*/ 65281 h 91142"/>
                  <a:gd name="connsiteX7" fmla="*/ 0 w 160117"/>
                  <a:gd name="connsiteY7" fmla="*/ 20574 h 91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117" h="91142">
                    <a:moveTo>
                      <a:pt x="0" y="20574"/>
                    </a:moveTo>
                    <a:cubicBezTo>
                      <a:pt x="0" y="20574"/>
                      <a:pt x="60387" y="-4790"/>
                      <a:pt x="81458" y="806"/>
                    </a:cubicBezTo>
                    <a:cubicBezTo>
                      <a:pt x="92921" y="3850"/>
                      <a:pt x="98866" y="16280"/>
                      <a:pt x="98866" y="16280"/>
                    </a:cubicBezTo>
                    <a:cubicBezTo>
                      <a:pt x="98866" y="16280"/>
                      <a:pt x="111980" y="3166"/>
                      <a:pt x="125945" y="6184"/>
                    </a:cubicBezTo>
                    <a:cubicBezTo>
                      <a:pt x="135591" y="8260"/>
                      <a:pt x="160117" y="30465"/>
                      <a:pt x="160117" y="30465"/>
                    </a:cubicBezTo>
                    <a:cubicBezTo>
                      <a:pt x="160117" y="30465"/>
                      <a:pt x="154740" y="65926"/>
                      <a:pt x="120788" y="83979"/>
                    </a:cubicBezTo>
                    <a:cubicBezTo>
                      <a:pt x="94636" y="97880"/>
                      <a:pt x="49220" y="91497"/>
                      <a:pt x="25790" y="65281"/>
                    </a:cubicBezTo>
                    <a:cubicBezTo>
                      <a:pt x="8472" y="45887"/>
                      <a:pt x="0" y="20574"/>
                      <a:pt x="0" y="20574"/>
                    </a:cubicBezTo>
                    <a:close/>
                  </a:path>
                </a:pathLst>
              </a:custGeom>
              <a:solidFill>
                <a:srgbClr val="FFFFFF"/>
              </a:solidFill>
              <a:ln w="12882" cap="flat">
                <a:noFill/>
                <a:prstDash val="solid"/>
                <a:miter/>
              </a:ln>
            </p:spPr>
            <p:txBody>
              <a:bodyPr rtlCol="0" anchor="ctr"/>
              <a:lstStyle/>
              <a:p>
                <a:endParaRPr lang="en-US"/>
              </a:p>
            </p:txBody>
          </p:sp>
          <p:grpSp>
            <p:nvGrpSpPr>
              <p:cNvPr id="53" name="Графіка 36" descr="Woman wearing a suit">
                <a:extLst>
                  <a:ext uri="{FF2B5EF4-FFF2-40B4-BE49-F238E27FC236}">
                    <a16:creationId xmlns:a16="http://schemas.microsoft.com/office/drawing/2014/main" id="{8FF07793-5FBC-81B4-4E69-D834E0924566}"/>
                  </a:ext>
                </a:extLst>
              </p:cNvPr>
              <p:cNvGrpSpPr/>
              <p:nvPr/>
            </p:nvGrpSpPr>
            <p:grpSpPr>
              <a:xfrm>
                <a:off x="8935764" y="1786439"/>
                <a:ext cx="351222" cy="388951"/>
                <a:chOff x="8935764" y="1786439"/>
                <a:chExt cx="351222" cy="388951"/>
              </a:xfrm>
              <a:solidFill>
                <a:srgbClr val="000000"/>
              </a:solidFill>
            </p:grpSpPr>
            <p:sp>
              <p:nvSpPr>
                <p:cNvPr id="54" name="Полілінія: фігура 53">
                  <a:extLst>
                    <a:ext uri="{FF2B5EF4-FFF2-40B4-BE49-F238E27FC236}">
                      <a16:creationId xmlns:a16="http://schemas.microsoft.com/office/drawing/2014/main" id="{BBE66E75-6FDB-870F-FA2D-B0100546C77B}"/>
                    </a:ext>
                  </a:extLst>
                </p:cNvPr>
                <p:cNvSpPr/>
                <p:nvPr/>
              </p:nvSpPr>
              <p:spPr>
                <a:xfrm>
                  <a:off x="9031350" y="2072537"/>
                  <a:ext cx="172070" cy="102853"/>
                </a:xfrm>
                <a:custGeom>
                  <a:avLst/>
                  <a:gdLst>
                    <a:gd name="connsiteX0" fmla="*/ 168952 w 172070"/>
                    <a:gd name="connsiteY0" fmla="*/ 34378 h 102853"/>
                    <a:gd name="connsiteX1" fmla="*/ 156947 w 172070"/>
                    <a:gd name="connsiteY1" fmla="*/ 22927 h 102853"/>
                    <a:gd name="connsiteX2" fmla="*/ 137540 w 172070"/>
                    <a:gd name="connsiteY2" fmla="*/ 10639 h 102853"/>
                    <a:gd name="connsiteX3" fmla="*/ 106489 w 172070"/>
                    <a:gd name="connsiteY3" fmla="*/ 16648 h 102853"/>
                    <a:gd name="connsiteX4" fmla="*/ 67804 w 172070"/>
                    <a:gd name="connsiteY4" fmla="*/ 580 h 102853"/>
                    <a:gd name="connsiteX5" fmla="*/ 38352 w 172070"/>
                    <a:gd name="connsiteY5" fmla="*/ 9156 h 102853"/>
                    <a:gd name="connsiteX6" fmla="*/ 4502 w 172070"/>
                    <a:gd name="connsiteY6" fmla="*/ 20967 h 102853"/>
                    <a:gd name="connsiteX7" fmla="*/ 3948 w 172070"/>
                    <a:gd name="connsiteY7" fmla="*/ 21419 h 102853"/>
                    <a:gd name="connsiteX8" fmla="*/ 2336 w 172070"/>
                    <a:gd name="connsiteY8" fmla="*/ 29929 h 102853"/>
                    <a:gd name="connsiteX9" fmla="*/ 60737 w 172070"/>
                    <a:gd name="connsiteY9" fmla="*/ 96932 h 102853"/>
                    <a:gd name="connsiteX10" fmla="*/ 160635 w 172070"/>
                    <a:gd name="connsiteY10" fmla="*/ 66293 h 102853"/>
                    <a:gd name="connsiteX11" fmla="*/ 169687 w 172070"/>
                    <a:gd name="connsiteY11" fmla="*/ 48576 h 102853"/>
                    <a:gd name="connsiteX12" fmla="*/ 170977 w 172070"/>
                    <a:gd name="connsiteY12" fmla="*/ 42296 h 102853"/>
                    <a:gd name="connsiteX13" fmla="*/ 171144 w 172070"/>
                    <a:gd name="connsiteY13" fmla="*/ 41251 h 102853"/>
                    <a:gd name="connsiteX14" fmla="*/ 171415 w 172070"/>
                    <a:gd name="connsiteY14" fmla="*/ 40968 h 102853"/>
                    <a:gd name="connsiteX15" fmla="*/ 168952 w 172070"/>
                    <a:gd name="connsiteY15" fmla="*/ 34378 h 102853"/>
                    <a:gd name="connsiteX16" fmla="*/ 58313 w 172070"/>
                    <a:gd name="connsiteY16" fmla="*/ 18814 h 102853"/>
                    <a:gd name="connsiteX17" fmla="*/ 81318 w 172070"/>
                    <a:gd name="connsiteY17" fmla="*/ 15938 h 102853"/>
                    <a:gd name="connsiteX18" fmla="*/ 102620 w 172070"/>
                    <a:gd name="connsiteY18" fmla="*/ 28498 h 102853"/>
                    <a:gd name="connsiteX19" fmla="*/ 108462 w 172070"/>
                    <a:gd name="connsiteY19" fmla="*/ 26719 h 102853"/>
                    <a:gd name="connsiteX20" fmla="*/ 143433 w 172070"/>
                    <a:gd name="connsiteY20" fmla="*/ 26848 h 102853"/>
                    <a:gd name="connsiteX21" fmla="*/ 157153 w 172070"/>
                    <a:gd name="connsiteY21" fmla="*/ 36351 h 102853"/>
                    <a:gd name="connsiteX22" fmla="*/ 142466 w 172070"/>
                    <a:gd name="connsiteY22" fmla="*/ 40787 h 102853"/>
                    <a:gd name="connsiteX23" fmla="*/ 117437 w 172070"/>
                    <a:gd name="connsiteY23" fmla="*/ 44269 h 102853"/>
                    <a:gd name="connsiteX24" fmla="*/ 64645 w 172070"/>
                    <a:gd name="connsiteY24" fmla="*/ 38930 h 102853"/>
                    <a:gd name="connsiteX25" fmla="*/ 22117 w 172070"/>
                    <a:gd name="connsiteY25" fmla="*/ 27428 h 102853"/>
                    <a:gd name="connsiteX26" fmla="*/ 58313 w 172070"/>
                    <a:gd name="connsiteY26" fmla="*/ 18814 h 102853"/>
                    <a:gd name="connsiteX27" fmla="*/ 149713 w 172070"/>
                    <a:gd name="connsiteY27" fmla="*/ 61819 h 102853"/>
                    <a:gd name="connsiteX28" fmla="*/ 96908 w 172070"/>
                    <a:gd name="connsiteY28" fmla="*/ 91529 h 102853"/>
                    <a:gd name="connsiteX29" fmla="*/ 14444 w 172070"/>
                    <a:gd name="connsiteY29" fmla="*/ 36209 h 102853"/>
                    <a:gd name="connsiteX30" fmla="*/ 65135 w 172070"/>
                    <a:gd name="connsiteY30" fmla="*/ 54714 h 102853"/>
                    <a:gd name="connsiteX31" fmla="*/ 121163 w 172070"/>
                    <a:gd name="connsiteY31" fmla="*/ 60168 h 102853"/>
                    <a:gd name="connsiteX32" fmla="*/ 154974 w 172070"/>
                    <a:gd name="connsiteY32" fmla="*/ 53102 h 102853"/>
                    <a:gd name="connsiteX33" fmla="*/ 149713 w 172070"/>
                    <a:gd name="connsiteY33" fmla="*/ 61819 h 102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2070" h="102853">
                      <a:moveTo>
                        <a:pt x="168952" y="34378"/>
                      </a:moveTo>
                      <a:cubicBezTo>
                        <a:pt x="166051" y="29942"/>
                        <a:pt x="160893" y="26022"/>
                        <a:pt x="156947" y="22927"/>
                      </a:cubicBezTo>
                      <a:cubicBezTo>
                        <a:pt x="150964" y="18234"/>
                        <a:pt x="144568" y="13604"/>
                        <a:pt x="137540" y="10639"/>
                      </a:cubicBezTo>
                      <a:cubicBezTo>
                        <a:pt x="125380" y="5506"/>
                        <a:pt x="114626" y="8240"/>
                        <a:pt x="106489" y="16648"/>
                      </a:cubicBezTo>
                      <a:cubicBezTo>
                        <a:pt x="100145" y="2889"/>
                        <a:pt x="82685" y="-1766"/>
                        <a:pt x="67804" y="580"/>
                      </a:cubicBezTo>
                      <a:cubicBezTo>
                        <a:pt x="57720" y="2179"/>
                        <a:pt x="47868" y="5571"/>
                        <a:pt x="38352" y="9156"/>
                      </a:cubicBezTo>
                      <a:cubicBezTo>
                        <a:pt x="27172" y="13359"/>
                        <a:pt x="15618" y="16673"/>
                        <a:pt x="4502" y="20967"/>
                      </a:cubicBezTo>
                      <a:cubicBezTo>
                        <a:pt x="4257" y="21058"/>
                        <a:pt x="4141" y="21264"/>
                        <a:pt x="3948" y="21419"/>
                      </a:cubicBezTo>
                      <a:cubicBezTo>
                        <a:pt x="195" y="22360"/>
                        <a:pt x="-1881" y="27479"/>
                        <a:pt x="2336" y="29929"/>
                      </a:cubicBezTo>
                      <a:cubicBezTo>
                        <a:pt x="10125" y="59330"/>
                        <a:pt x="32291" y="86010"/>
                        <a:pt x="60737" y="96932"/>
                      </a:cubicBezTo>
                      <a:cubicBezTo>
                        <a:pt x="97772" y="111168"/>
                        <a:pt x="138636" y="99266"/>
                        <a:pt x="160635" y="66293"/>
                      </a:cubicBezTo>
                      <a:cubicBezTo>
                        <a:pt x="164271" y="60839"/>
                        <a:pt x="167727" y="54881"/>
                        <a:pt x="169687" y="48576"/>
                      </a:cubicBezTo>
                      <a:cubicBezTo>
                        <a:pt x="170332" y="46487"/>
                        <a:pt x="170693" y="44462"/>
                        <a:pt x="170977" y="42296"/>
                      </a:cubicBezTo>
                      <a:cubicBezTo>
                        <a:pt x="171003" y="42102"/>
                        <a:pt x="171067" y="41703"/>
                        <a:pt x="171144" y="41251"/>
                      </a:cubicBezTo>
                      <a:cubicBezTo>
                        <a:pt x="171222" y="41148"/>
                        <a:pt x="171338" y="41071"/>
                        <a:pt x="171415" y="40968"/>
                      </a:cubicBezTo>
                      <a:cubicBezTo>
                        <a:pt x="173040" y="38750"/>
                        <a:pt x="171428" y="35307"/>
                        <a:pt x="168952" y="34378"/>
                      </a:cubicBezTo>
                      <a:close/>
                      <a:moveTo>
                        <a:pt x="58313" y="18814"/>
                      </a:moveTo>
                      <a:cubicBezTo>
                        <a:pt x="65702" y="16725"/>
                        <a:pt x="73594" y="14636"/>
                        <a:pt x="81318" y="15938"/>
                      </a:cubicBezTo>
                      <a:cubicBezTo>
                        <a:pt x="89841" y="17370"/>
                        <a:pt x="95425" y="24346"/>
                        <a:pt x="102620" y="28498"/>
                      </a:cubicBezTo>
                      <a:cubicBezTo>
                        <a:pt x="104593" y="29633"/>
                        <a:pt x="107456" y="28717"/>
                        <a:pt x="108462" y="26719"/>
                      </a:cubicBezTo>
                      <a:cubicBezTo>
                        <a:pt x="120441" y="15758"/>
                        <a:pt x="130590" y="17821"/>
                        <a:pt x="143433" y="26848"/>
                      </a:cubicBezTo>
                      <a:cubicBezTo>
                        <a:pt x="147057" y="29401"/>
                        <a:pt x="151982" y="33656"/>
                        <a:pt x="157153" y="36351"/>
                      </a:cubicBezTo>
                      <a:cubicBezTo>
                        <a:pt x="152228" y="37821"/>
                        <a:pt x="147327" y="39575"/>
                        <a:pt x="142466" y="40787"/>
                      </a:cubicBezTo>
                      <a:cubicBezTo>
                        <a:pt x="134291" y="42812"/>
                        <a:pt x="125844" y="43882"/>
                        <a:pt x="117437" y="44269"/>
                      </a:cubicBezTo>
                      <a:cubicBezTo>
                        <a:pt x="99706" y="45081"/>
                        <a:pt x="81950" y="42657"/>
                        <a:pt x="64645" y="38930"/>
                      </a:cubicBezTo>
                      <a:cubicBezTo>
                        <a:pt x="50873" y="35964"/>
                        <a:pt x="35837" y="32160"/>
                        <a:pt x="22117" y="27428"/>
                      </a:cubicBezTo>
                      <a:cubicBezTo>
                        <a:pt x="34432" y="26396"/>
                        <a:pt x="46824" y="22051"/>
                        <a:pt x="58313" y="18814"/>
                      </a:cubicBezTo>
                      <a:close/>
                      <a:moveTo>
                        <a:pt x="149713" y="61819"/>
                      </a:moveTo>
                      <a:cubicBezTo>
                        <a:pt x="137424" y="79446"/>
                        <a:pt x="118546" y="90626"/>
                        <a:pt x="96908" y="91529"/>
                      </a:cubicBezTo>
                      <a:cubicBezTo>
                        <a:pt x="56882" y="93205"/>
                        <a:pt x="31569" y="67983"/>
                        <a:pt x="14444" y="36209"/>
                      </a:cubicBezTo>
                      <a:cubicBezTo>
                        <a:pt x="30641" y="44140"/>
                        <a:pt x="47623" y="50433"/>
                        <a:pt x="65135" y="54714"/>
                      </a:cubicBezTo>
                      <a:cubicBezTo>
                        <a:pt x="83342" y="59150"/>
                        <a:pt x="102427" y="61445"/>
                        <a:pt x="121163" y="60168"/>
                      </a:cubicBezTo>
                      <a:cubicBezTo>
                        <a:pt x="131505" y="59472"/>
                        <a:pt x="144233" y="57731"/>
                        <a:pt x="154974" y="53102"/>
                      </a:cubicBezTo>
                      <a:cubicBezTo>
                        <a:pt x="153375" y="56068"/>
                        <a:pt x="151673" y="59008"/>
                        <a:pt x="149713" y="61819"/>
                      </a:cubicBezTo>
                      <a:close/>
                    </a:path>
                  </a:pathLst>
                </a:custGeom>
                <a:solidFill>
                  <a:srgbClr val="000000"/>
                </a:solidFill>
                <a:ln w="12882" cap="flat">
                  <a:noFill/>
                  <a:prstDash val="solid"/>
                  <a:miter/>
                </a:ln>
              </p:spPr>
              <p:txBody>
                <a:bodyPr rtlCol="0" anchor="ctr"/>
                <a:lstStyle/>
                <a:p>
                  <a:endParaRPr lang="en-US"/>
                </a:p>
              </p:txBody>
            </p:sp>
            <p:sp>
              <p:nvSpPr>
                <p:cNvPr id="55" name="Полілінія: фігура 54">
                  <a:extLst>
                    <a:ext uri="{FF2B5EF4-FFF2-40B4-BE49-F238E27FC236}">
                      <a16:creationId xmlns:a16="http://schemas.microsoft.com/office/drawing/2014/main" id="{0ABF4154-F018-1A65-68C5-F33503A62C5D}"/>
                    </a:ext>
                  </a:extLst>
                </p:cNvPr>
                <p:cNvSpPr/>
                <p:nvPr/>
              </p:nvSpPr>
              <p:spPr>
                <a:xfrm>
                  <a:off x="9106318" y="1925103"/>
                  <a:ext cx="82292" cy="101506"/>
                </a:xfrm>
                <a:custGeom>
                  <a:avLst/>
                  <a:gdLst>
                    <a:gd name="connsiteX0" fmla="*/ 5885 w 82292"/>
                    <a:gd name="connsiteY0" fmla="*/ 93662 h 101506"/>
                    <a:gd name="connsiteX1" fmla="*/ 80264 w 82292"/>
                    <a:gd name="connsiteY1" fmla="*/ 78884 h 101506"/>
                    <a:gd name="connsiteX2" fmla="*/ 77105 w 82292"/>
                    <a:gd name="connsiteY2" fmla="*/ 58948 h 101506"/>
                    <a:gd name="connsiteX3" fmla="*/ 65422 w 82292"/>
                    <a:gd name="connsiteY3" fmla="*/ 36988 h 101506"/>
                    <a:gd name="connsiteX4" fmla="*/ 46518 w 82292"/>
                    <a:gd name="connsiteY4" fmla="*/ 1978 h 101506"/>
                    <a:gd name="connsiteX5" fmla="*/ 39387 w 82292"/>
                    <a:gd name="connsiteY5" fmla="*/ 1978 h 101506"/>
                    <a:gd name="connsiteX6" fmla="*/ 41824 w 82292"/>
                    <a:gd name="connsiteY6" fmla="*/ 24287 h 101506"/>
                    <a:gd name="connsiteX7" fmla="*/ 58265 w 82292"/>
                    <a:gd name="connsiteY7" fmla="*/ 57607 h 101506"/>
                    <a:gd name="connsiteX8" fmla="*/ 57943 w 82292"/>
                    <a:gd name="connsiteY8" fmla="*/ 68800 h 101506"/>
                    <a:gd name="connsiteX9" fmla="*/ 46298 w 82292"/>
                    <a:gd name="connsiteY9" fmla="*/ 75260 h 101506"/>
                    <a:gd name="connsiteX10" fmla="*/ 18123 w 82292"/>
                    <a:gd name="connsiteY10" fmla="*/ 72694 h 101506"/>
                    <a:gd name="connsiteX11" fmla="*/ 5885 w 82292"/>
                    <a:gd name="connsiteY11" fmla="*/ 93662 h 101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92" h="101506">
                      <a:moveTo>
                        <a:pt x="5885" y="93662"/>
                      </a:moveTo>
                      <a:cubicBezTo>
                        <a:pt x="28361" y="106802"/>
                        <a:pt x="66621" y="104442"/>
                        <a:pt x="80264" y="78884"/>
                      </a:cubicBezTo>
                      <a:cubicBezTo>
                        <a:pt x="84364" y="71186"/>
                        <a:pt x="81708" y="65357"/>
                        <a:pt x="77105" y="58948"/>
                      </a:cubicBezTo>
                      <a:cubicBezTo>
                        <a:pt x="72282" y="52230"/>
                        <a:pt x="68903" y="44441"/>
                        <a:pt x="65422" y="36988"/>
                      </a:cubicBezTo>
                      <a:cubicBezTo>
                        <a:pt x="59799" y="24918"/>
                        <a:pt x="53919" y="12410"/>
                        <a:pt x="46518" y="1978"/>
                      </a:cubicBezTo>
                      <a:cubicBezTo>
                        <a:pt x="44596" y="-730"/>
                        <a:pt x="41334" y="-588"/>
                        <a:pt x="39387" y="1978"/>
                      </a:cubicBezTo>
                      <a:cubicBezTo>
                        <a:pt x="33868" y="9238"/>
                        <a:pt x="38342" y="16769"/>
                        <a:pt x="41824" y="24287"/>
                      </a:cubicBezTo>
                      <a:cubicBezTo>
                        <a:pt x="47033" y="35531"/>
                        <a:pt x="53300" y="46260"/>
                        <a:pt x="58265" y="57607"/>
                      </a:cubicBezTo>
                      <a:cubicBezTo>
                        <a:pt x="60767" y="63307"/>
                        <a:pt x="62843" y="64893"/>
                        <a:pt x="57943" y="68800"/>
                      </a:cubicBezTo>
                      <a:cubicBezTo>
                        <a:pt x="54435" y="71572"/>
                        <a:pt x="50554" y="73881"/>
                        <a:pt x="46298" y="75260"/>
                      </a:cubicBezTo>
                      <a:cubicBezTo>
                        <a:pt x="36782" y="78355"/>
                        <a:pt x="26840" y="77607"/>
                        <a:pt x="18123" y="72694"/>
                      </a:cubicBezTo>
                      <a:cubicBezTo>
                        <a:pt x="4519" y="65022"/>
                        <a:pt x="-7616" y="85770"/>
                        <a:pt x="5885" y="93662"/>
                      </a:cubicBezTo>
                      <a:close/>
                    </a:path>
                  </a:pathLst>
                </a:custGeom>
                <a:solidFill>
                  <a:srgbClr val="000000"/>
                </a:solidFill>
                <a:ln w="12882" cap="flat">
                  <a:noFill/>
                  <a:prstDash val="solid"/>
                  <a:miter/>
                </a:ln>
              </p:spPr>
              <p:txBody>
                <a:bodyPr rtlCol="0" anchor="ctr"/>
                <a:lstStyle/>
                <a:p>
                  <a:endParaRPr lang="en-US"/>
                </a:p>
              </p:txBody>
            </p:sp>
            <p:sp>
              <p:nvSpPr>
                <p:cNvPr id="56" name="Полілінія: фігура 55">
                  <a:extLst>
                    <a:ext uri="{FF2B5EF4-FFF2-40B4-BE49-F238E27FC236}">
                      <a16:creationId xmlns:a16="http://schemas.microsoft.com/office/drawing/2014/main" id="{23B8CD94-FBF2-5252-5CA8-7936A19DEC3C}"/>
                    </a:ext>
                  </a:extLst>
                </p:cNvPr>
                <p:cNvSpPr/>
                <p:nvPr/>
              </p:nvSpPr>
              <p:spPr>
                <a:xfrm>
                  <a:off x="8935764" y="1786439"/>
                  <a:ext cx="137688" cy="54561"/>
                </a:xfrm>
                <a:custGeom>
                  <a:avLst/>
                  <a:gdLst>
                    <a:gd name="connsiteX0" fmla="*/ 64808 w 137688"/>
                    <a:gd name="connsiteY0" fmla="*/ 17765 h 54561"/>
                    <a:gd name="connsiteX1" fmla="*/ 101378 w 137688"/>
                    <a:gd name="connsiteY1" fmla="*/ 25915 h 54561"/>
                    <a:gd name="connsiteX2" fmla="*/ 115201 w 137688"/>
                    <a:gd name="connsiteY2" fmla="*/ 34696 h 54561"/>
                    <a:gd name="connsiteX3" fmla="*/ 125633 w 137688"/>
                    <a:gd name="connsiteY3" fmla="*/ 46637 h 54561"/>
                    <a:gd name="connsiteX4" fmla="*/ 136775 w 137688"/>
                    <a:gd name="connsiteY4" fmla="*/ 43697 h 54561"/>
                    <a:gd name="connsiteX5" fmla="*/ 115936 w 137688"/>
                    <a:gd name="connsiteY5" fmla="*/ 14490 h 54561"/>
                    <a:gd name="connsiteX6" fmla="*/ 70714 w 137688"/>
                    <a:gd name="connsiteY6" fmla="*/ 241 h 54561"/>
                    <a:gd name="connsiteX7" fmla="*/ 1803 w 137688"/>
                    <a:gd name="connsiteY7" fmla="*/ 42150 h 54561"/>
                    <a:gd name="connsiteX8" fmla="*/ 11900 w 137688"/>
                    <a:gd name="connsiteY8" fmla="*/ 52247 h 54561"/>
                    <a:gd name="connsiteX9" fmla="*/ 64808 w 137688"/>
                    <a:gd name="connsiteY9" fmla="*/ 17765 h 5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688" h="54561">
                      <a:moveTo>
                        <a:pt x="64808" y="17765"/>
                      </a:moveTo>
                      <a:cubicBezTo>
                        <a:pt x="78231" y="15186"/>
                        <a:pt x="90069" y="18655"/>
                        <a:pt x="101378" y="25915"/>
                      </a:cubicBezTo>
                      <a:cubicBezTo>
                        <a:pt x="105943" y="28855"/>
                        <a:pt x="110856" y="31421"/>
                        <a:pt x="115201" y="34696"/>
                      </a:cubicBezTo>
                      <a:cubicBezTo>
                        <a:pt x="119702" y="38101"/>
                        <a:pt x="121520" y="43014"/>
                        <a:pt x="125633" y="46637"/>
                      </a:cubicBezTo>
                      <a:cubicBezTo>
                        <a:pt x="129579" y="50119"/>
                        <a:pt x="134982" y="48520"/>
                        <a:pt x="136775" y="43697"/>
                      </a:cubicBezTo>
                      <a:cubicBezTo>
                        <a:pt x="141726" y="30299"/>
                        <a:pt x="125388" y="20280"/>
                        <a:pt x="115936" y="14490"/>
                      </a:cubicBezTo>
                      <a:cubicBezTo>
                        <a:pt x="101481" y="5644"/>
                        <a:pt x="88264" y="-1410"/>
                        <a:pt x="70714" y="241"/>
                      </a:cubicBezTo>
                      <a:cubicBezTo>
                        <a:pt x="42241" y="2910"/>
                        <a:pt x="19598" y="21066"/>
                        <a:pt x="1803" y="42150"/>
                      </a:cubicBezTo>
                      <a:cubicBezTo>
                        <a:pt x="-4052" y="49087"/>
                        <a:pt x="5697" y="59145"/>
                        <a:pt x="11900" y="52247"/>
                      </a:cubicBezTo>
                      <a:cubicBezTo>
                        <a:pt x="26316" y="36192"/>
                        <a:pt x="43028" y="21930"/>
                        <a:pt x="64808" y="17765"/>
                      </a:cubicBezTo>
                      <a:close/>
                    </a:path>
                  </a:pathLst>
                </a:custGeom>
                <a:solidFill>
                  <a:srgbClr val="000000"/>
                </a:solidFill>
                <a:ln w="12882" cap="flat">
                  <a:noFill/>
                  <a:prstDash val="solid"/>
                  <a:miter/>
                </a:ln>
              </p:spPr>
              <p:txBody>
                <a:bodyPr rtlCol="0" anchor="ctr"/>
                <a:lstStyle/>
                <a:p>
                  <a:endParaRPr lang="en-US"/>
                </a:p>
              </p:txBody>
            </p:sp>
            <p:sp>
              <p:nvSpPr>
                <p:cNvPr id="57" name="Полілінія: фігура 56">
                  <a:extLst>
                    <a:ext uri="{FF2B5EF4-FFF2-40B4-BE49-F238E27FC236}">
                      <a16:creationId xmlns:a16="http://schemas.microsoft.com/office/drawing/2014/main" id="{CF50ABF2-68C3-9017-7C32-24CFE384D08E}"/>
                    </a:ext>
                  </a:extLst>
                </p:cNvPr>
                <p:cNvSpPr/>
                <p:nvPr/>
              </p:nvSpPr>
              <p:spPr>
                <a:xfrm>
                  <a:off x="9187298" y="1791238"/>
                  <a:ext cx="95081" cy="63785"/>
                </a:xfrm>
                <a:custGeom>
                  <a:avLst/>
                  <a:gdLst>
                    <a:gd name="connsiteX0" fmla="*/ 11483 w 95081"/>
                    <a:gd name="connsiteY0" fmla="*/ 26455 h 63785"/>
                    <a:gd name="connsiteX1" fmla="*/ 59504 w 95081"/>
                    <a:gd name="connsiteY1" fmla="*/ 24095 h 63785"/>
                    <a:gd name="connsiteX2" fmla="*/ 74991 w 95081"/>
                    <a:gd name="connsiteY2" fmla="*/ 43334 h 63785"/>
                    <a:gd name="connsiteX3" fmla="*/ 84765 w 95081"/>
                    <a:gd name="connsiteY3" fmla="*/ 63102 h 63785"/>
                    <a:gd name="connsiteX4" fmla="*/ 91110 w 95081"/>
                    <a:gd name="connsiteY4" fmla="*/ 62290 h 63785"/>
                    <a:gd name="connsiteX5" fmla="*/ 88647 w 95081"/>
                    <a:gd name="connsiteY5" fmla="*/ 30903 h 63785"/>
                    <a:gd name="connsiteX6" fmla="*/ 62006 w 95081"/>
                    <a:gd name="connsiteY6" fmla="*/ 5565 h 63785"/>
                    <a:gd name="connsiteX7" fmla="*/ 677 w 95081"/>
                    <a:gd name="connsiteY7" fmla="*/ 20136 h 63785"/>
                    <a:gd name="connsiteX8" fmla="*/ 11483 w 95081"/>
                    <a:gd name="connsiteY8" fmla="*/ 26455 h 6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81" h="63785">
                      <a:moveTo>
                        <a:pt x="11483" y="26455"/>
                      </a:moveTo>
                      <a:cubicBezTo>
                        <a:pt x="21257" y="12360"/>
                        <a:pt x="47280" y="16087"/>
                        <a:pt x="59504" y="24095"/>
                      </a:cubicBezTo>
                      <a:cubicBezTo>
                        <a:pt x="66583" y="28724"/>
                        <a:pt x="71857" y="35494"/>
                        <a:pt x="74991" y="43334"/>
                      </a:cubicBezTo>
                      <a:cubicBezTo>
                        <a:pt x="77815" y="50401"/>
                        <a:pt x="77467" y="58976"/>
                        <a:pt x="84765" y="63102"/>
                      </a:cubicBezTo>
                      <a:cubicBezTo>
                        <a:pt x="86816" y="64263"/>
                        <a:pt x="89420" y="63915"/>
                        <a:pt x="91110" y="62290"/>
                      </a:cubicBezTo>
                      <a:cubicBezTo>
                        <a:pt x="99272" y="54359"/>
                        <a:pt x="93018" y="39479"/>
                        <a:pt x="88647" y="30903"/>
                      </a:cubicBezTo>
                      <a:cubicBezTo>
                        <a:pt x="82973" y="19762"/>
                        <a:pt x="73289" y="10813"/>
                        <a:pt x="62006" y="5565"/>
                      </a:cubicBezTo>
                      <a:cubicBezTo>
                        <a:pt x="42044" y="-3733"/>
                        <a:pt x="11045" y="-2959"/>
                        <a:pt x="677" y="20136"/>
                      </a:cubicBezTo>
                      <a:cubicBezTo>
                        <a:pt x="-2598" y="27448"/>
                        <a:pt x="6828" y="33160"/>
                        <a:pt x="11483" y="26455"/>
                      </a:cubicBezTo>
                      <a:close/>
                    </a:path>
                  </a:pathLst>
                </a:custGeom>
                <a:solidFill>
                  <a:srgbClr val="000000"/>
                </a:solidFill>
                <a:ln w="12882" cap="flat">
                  <a:noFill/>
                  <a:prstDash val="solid"/>
                  <a:miter/>
                </a:ln>
              </p:spPr>
              <p:txBody>
                <a:bodyPr rtlCol="0" anchor="ctr"/>
                <a:lstStyle/>
                <a:p>
                  <a:endParaRPr lang="en-US"/>
                </a:p>
              </p:txBody>
            </p:sp>
            <p:sp>
              <p:nvSpPr>
                <p:cNvPr id="58" name="Полілінія: фігура 57">
                  <a:extLst>
                    <a:ext uri="{FF2B5EF4-FFF2-40B4-BE49-F238E27FC236}">
                      <a16:creationId xmlns:a16="http://schemas.microsoft.com/office/drawing/2014/main" id="{7B58ECF6-5AED-6293-8DAA-E1447FDFEA99}"/>
                    </a:ext>
                  </a:extLst>
                </p:cNvPr>
                <p:cNvSpPr/>
                <p:nvPr/>
              </p:nvSpPr>
              <p:spPr>
                <a:xfrm>
                  <a:off x="9186298" y="1875766"/>
                  <a:ext cx="100688" cy="85605"/>
                </a:xfrm>
                <a:custGeom>
                  <a:avLst/>
                  <a:gdLst>
                    <a:gd name="connsiteX0" fmla="*/ 91890 w 100688"/>
                    <a:gd name="connsiteY0" fmla="*/ 8387 h 85605"/>
                    <a:gd name="connsiteX1" fmla="*/ 75191 w 100688"/>
                    <a:gd name="connsiteY1" fmla="*/ 21798 h 85605"/>
                    <a:gd name="connsiteX2" fmla="*/ 80491 w 100688"/>
                    <a:gd name="connsiteY2" fmla="*/ 8013 h 85605"/>
                    <a:gd name="connsiteX3" fmla="*/ 68164 w 100688"/>
                    <a:gd name="connsiteY3" fmla="*/ 4622 h 85605"/>
                    <a:gd name="connsiteX4" fmla="*/ 61291 w 100688"/>
                    <a:gd name="connsiteY4" fmla="*/ 18768 h 85605"/>
                    <a:gd name="connsiteX5" fmla="*/ 59279 w 100688"/>
                    <a:gd name="connsiteY5" fmla="*/ 20431 h 85605"/>
                    <a:gd name="connsiteX6" fmla="*/ 37138 w 100688"/>
                    <a:gd name="connsiteY6" fmla="*/ 19851 h 85605"/>
                    <a:gd name="connsiteX7" fmla="*/ 65 w 100688"/>
                    <a:gd name="connsiteY7" fmla="*/ 51083 h 85605"/>
                    <a:gd name="connsiteX8" fmla="*/ 8253 w 100688"/>
                    <a:gd name="connsiteY8" fmla="*/ 55777 h 85605"/>
                    <a:gd name="connsiteX9" fmla="*/ 14765 w 100688"/>
                    <a:gd name="connsiteY9" fmla="*/ 50038 h 85605"/>
                    <a:gd name="connsiteX10" fmla="*/ 15642 w 100688"/>
                    <a:gd name="connsiteY10" fmla="*/ 58975 h 85605"/>
                    <a:gd name="connsiteX11" fmla="*/ 35526 w 100688"/>
                    <a:gd name="connsiteY11" fmla="*/ 84765 h 85605"/>
                    <a:gd name="connsiteX12" fmla="*/ 60104 w 100688"/>
                    <a:gd name="connsiteY12" fmla="*/ 69677 h 85605"/>
                    <a:gd name="connsiteX13" fmla="*/ 56868 w 100688"/>
                    <a:gd name="connsiteY13" fmla="*/ 36602 h 85605"/>
                    <a:gd name="connsiteX14" fmla="*/ 56919 w 100688"/>
                    <a:gd name="connsiteY14" fmla="*/ 36383 h 85605"/>
                    <a:gd name="connsiteX15" fmla="*/ 58802 w 100688"/>
                    <a:gd name="connsiteY15" fmla="*/ 36137 h 85605"/>
                    <a:gd name="connsiteX16" fmla="*/ 80762 w 100688"/>
                    <a:gd name="connsiteY16" fmla="*/ 35003 h 85605"/>
                    <a:gd name="connsiteX17" fmla="*/ 100453 w 100688"/>
                    <a:gd name="connsiteY17" fmla="*/ 12011 h 85605"/>
                    <a:gd name="connsiteX18" fmla="*/ 91890 w 100688"/>
                    <a:gd name="connsiteY18" fmla="*/ 8387 h 8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688" h="85605">
                      <a:moveTo>
                        <a:pt x="91890" y="8387"/>
                      </a:moveTo>
                      <a:cubicBezTo>
                        <a:pt x="87738" y="16666"/>
                        <a:pt x="82039" y="20676"/>
                        <a:pt x="75191" y="21798"/>
                      </a:cubicBezTo>
                      <a:cubicBezTo>
                        <a:pt x="77757" y="17569"/>
                        <a:pt x="79614" y="12926"/>
                        <a:pt x="80491" y="8013"/>
                      </a:cubicBezTo>
                      <a:cubicBezTo>
                        <a:pt x="81923" y="6"/>
                        <a:pt x="69788" y="-3502"/>
                        <a:pt x="68164" y="4622"/>
                      </a:cubicBezTo>
                      <a:cubicBezTo>
                        <a:pt x="67106" y="9909"/>
                        <a:pt x="65030" y="14809"/>
                        <a:pt x="61291" y="18768"/>
                      </a:cubicBezTo>
                      <a:cubicBezTo>
                        <a:pt x="60697" y="19387"/>
                        <a:pt x="59975" y="19903"/>
                        <a:pt x="59279" y="20431"/>
                      </a:cubicBezTo>
                      <a:cubicBezTo>
                        <a:pt x="52006" y="18755"/>
                        <a:pt x="44514" y="18871"/>
                        <a:pt x="37138" y="19851"/>
                      </a:cubicBezTo>
                      <a:cubicBezTo>
                        <a:pt x="21535" y="21914"/>
                        <a:pt x="-1379" y="32088"/>
                        <a:pt x="65" y="51083"/>
                      </a:cubicBezTo>
                      <a:cubicBezTo>
                        <a:pt x="349" y="54797"/>
                        <a:pt x="4617" y="58381"/>
                        <a:pt x="8253" y="55777"/>
                      </a:cubicBezTo>
                      <a:cubicBezTo>
                        <a:pt x="10652" y="54049"/>
                        <a:pt x="12741" y="52063"/>
                        <a:pt x="14765" y="50038"/>
                      </a:cubicBezTo>
                      <a:cubicBezTo>
                        <a:pt x="14765" y="53275"/>
                        <a:pt x="15088" y="56396"/>
                        <a:pt x="15642" y="58975"/>
                      </a:cubicBezTo>
                      <a:cubicBezTo>
                        <a:pt x="17925" y="69420"/>
                        <a:pt x="24669" y="81425"/>
                        <a:pt x="35526" y="84765"/>
                      </a:cubicBezTo>
                      <a:cubicBezTo>
                        <a:pt x="46809" y="88246"/>
                        <a:pt x="57190" y="80471"/>
                        <a:pt x="60104" y="69677"/>
                      </a:cubicBezTo>
                      <a:cubicBezTo>
                        <a:pt x="63212" y="58201"/>
                        <a:pt x="58325" y="47782"/>
                        <a:pt x="56868" y="36602"/>
                      </a:cubicBezTo>
                      <a:cubicBezTo>
                        <a:pt x="56868" y="36524"/>
                        <a:pt x="56919" y="36460"/>
                        <a:pt x="56919" y="36383"/>
                      </a:cubicBezTo>
                      <a:cubicBezTo>
                        <a:pt x="57551" y="36370"/>
                        <a:pt x="58170" y="36279"/>
                        <a:pt x="58802" y="36137"/>
                      </a:cubicBezTo>
                      <a:cubicBezTo>
                        <a:pt x="66165" y="37298"/>
                        <a:pt x="72935" y="38600"/>
                        <a:pt x="80762" y="35003"/>
                      </a:cubicBezTo>
                      <a:cubicBezTo>
                        <a:pt x="90395" y="30567"/>
                        <a:pt x="97139" y="21876"/>
                        <a:pt x="100453" y="12011"/>
                      </a:cubicBezTo>
                      <a:cubicBezTo>
                        <a:pt x="102142" y="7008"/>
                        <a:pt x="94289" y="3629"/>
                        <a:pt x="91890" y="8387"/>
                      </a:cubicBezTo>
                      <a:close/>
                    </a:path>
                  </a:pathLst>
                </a:custGeom>
                <a:solidFill>
                  <a:srgbClr val="000000"/>
                </a:solidFill>
                <a:ln w="12882" cap="flat">
                  <a:noFill/>
                  <a:prstDash val="solid"/>
                  <a:miter/>
                </a:ln>
              </p:spPr>
              <p:txBody>
                <a:bodyPr rtlCol="0" anchor="ctr"/>
                <a:lstStyle/>
                <a:p>
                  <a:endParaRPr lang="en-US"/>
                </a:p>
              </p:txBody>
            </p:sp>
            <p:sp>
              <p:nvSpPr>
                <p:cNvPr id="59" name="Полілінія: фігура 58">
                  <a:extLst>
                    <a:ext uri="{FF2B5EF4-FFF2-40B4-BE49-F238E27FC236}">
                      <a16:creationId xmlns:a16="http://schemas.microsoft.com/office/drawing/2014/main" id="{959277B6-79CF-89B8-B69F-89D152F8C0D5}"/>
                    </a:ext>
                  </a:extLst>
                </p:cNvPr>
                <p:cNvSpPr/>
                <p:nvPr/>
              </p:nvSpPr>
              <p:spPr>
                <a:xfrm>
                  <a:off x="8950753" y="1876470"/>
                  <a:ext cx="112552" cy="87595"/>
                </a:xfrm>
                <a:custGeom>
                  <a:avLst/>
                  <a:gdLst>
                    <a:gd name="connsiteX0" fmla="*/ 94552 w 112552"/>
                    <a:gd name="connsiteY0" fmla="*/ 41675 h 87595"/>
                    <a:gd name="connsiteX1" fmla="*/ 104352 w 112552"/>
                    <a:gd name="connsiteY1" fmla="*/ 48419 h 87595"/>
                    <a:gd name="connsiteX2" fmla="*/ 112540 w 112552"/>
                    <a:gd name="connsiteY2" fmla="*/ 43725 h 87595"/>
                    <a:gd name="connsiteX3" fmla="*/ 69587 w 112552"/>
                    <a:gd name="connsiteY3" fmla="*/ 15782 h 87595"/>
                    <a:gd name="connsiteX4" fmla="*/ 45228 w 112552"/>
                    <a:gd name="connsiteY4" fmla="*/ 18773 h 87595"/>
                    <a:gd name="connsiteX5" fmla="*/ 42482 w 112552"/>
                    <a:gd name="connsiteY5" fmla="*/ 17110 h 87595"/>
                    <a:gd name="connsiteX6" fmla="*/ 33958 w 112552"/>
                    <a:gd name="connsiteY6" fmla="*/ 4460 h 87595"/>
                    <a:gd name="connsiteX7" fmla="*/ 21631 w 112552"/>
                    <a:gd name="connsiteY7" fmla="*/ 7864 h 87595"/>
                    <a:gd name="connsiteX8" fmla="*/ 29393 w 112552"/>
                    <a:gd name="connsiteY8" fmla="*/ 21868 h 87595"/>
                    <a:gd name="connsiteX9" fmla="*/ 8658 w 112552"/>
                    <a:gd name="connsiteY9" fmla="*/ 10417 h 87595"/>
                    <a:gd name="connsiteX10" fmla="*/ 560 w 112552"/>
                    <a:gd name="connsiteY10" fmla="*/ 15150 h 87595"/>
                    <a:gd name="connsiteX11" fmla="*/ 23178 w 112552"/>
                    <a:gd name="connsiteY11" fmla="*/ 35111 h 87595"/>
                    <a:gd name="connsiteX12" fmla="*/ 46931 w 112552"/>
                    <a:gd name="connsiteY12" fmla="*/ 34325 h 87595"/>
                    <a:gd name="connsiteX13" fmla="*/ 51856 w 112552"/>
                    <a:gd name="connsiteY13" fmla="*/ 34041 h 87595"/>
                    <a:gd name="connsiteX14" fmla="*/ 77298 w 112552"/>
                    <a:gd name="connsiteY14" fmla="*/ 87323 h 87595"/>
                    <a:gd name="connsiteX15" fmla="*/ 94552 w 112552"/>
                    <a:gd name="connsiteY15" fmla="*/ 41675 h 8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552" h="87595">
                      <a:moveTo>
                        <a:pt x="94552" y="41675"/>
                      </a:moveTo>
                      <a:cubicBezTo>
                        <a:pt x="97647" y="44009"/>
                        <a:pt x="100728" y="46394"/>
                        <a:pt x="104352" y="48419"/>
                      </a:cubicBezTo>
                      <a:cubicBezTo>
                        <a:pt x="107743" y="50301"/>
                        <a:pt x="112837" y="47980"/>
                        <a:pt x="112540" y="43725"/>
                      </a:cubicBezTo>
                      <a:cubicBezTo>
                        <a:pt x="111148" y="23544"/>
                        <a:pt x="86505" y="16323"/>
                        <a:pt x="69587" y="15782"/>
                      </a:cubicBezTo>
                      <a:cubicBezTo>
                        <a:pt x="61541" y="15524"/>
                        <a:pt x="52862" y="16130"/>
                        <a:pt x="45228" y="18773"/>
                      </a:cubicBezTo>
                      <a:cubicBezTo>
                        <a:pt x="44236" y="18257"/>
                        <a:pt x="43255" y="17742"/>
                        <a:pt x="42482" y="17110"/>
                      </a:cubicBezTo>
                      <a:cubicBezTo>
                        <a:pt x="38433" y="13809"/>
                        <a:pt x="35518" y="9424"/>
                        <a:pt x="33958" y="4460"/>
                      </a:cubicBezTo>
                      <a:cubicBezTo>
                        <a:pt x="31495" y="-3342"/>
                        <a:pt x="19296" y="-79"/>
                        <a:pt x="21631" y="7864"/>
                      </a:cubicBezTo>
                      <a:cubicBezTo>
                        <a:pt x="23165" y="13048"/>
                        <a:pt x="25976" y="17703"/>
                        <a:pt x="29393" y="21868"/>
                      </a:cubicBezTo>
                      <a:cubicBezTo>
                        <a:pt x="21463" y="21868"/>
                        <a:pt x="14242" y="18863"/>
                        <a:pt x="8658" y="10417"/>
                      </a:cubicBezTo>
                      <a:cubicBezTo>
                        <a:pt x="5305" y="5349"/>
                        <a:pt x="-2083" y="9721"/>
                        <a:pt x="560" y="15150"/>
                      </a:cubicBezTo>
                      <a:cubicBezTo>
                        <a:pt x="5099" y="24473"/>
                        <a:pt x="13300" y="31746"/>
                        <a:pt x="23178" y="35111"/>
                      </a:cubicBezTo>
                      <a:cubicBezTo>
                        <a:pt x="31830" y="38064"/>
                        <a:pt x="39116" y="36194"/>
                        <a:pt x="46931" y="34325"/>
                      </a:cubicBezTo>
                      <a:cubicBezTo>
                        <a:pt x="48646" y="34660"/>
                        <a:pt x="50309" y="34608"/>
                        <a:pt x="51856" y="34041"/>
                      </a:cubicBezTo>
                      <a:cubicBezTo>
                        <a:pt x="48826" y="50224"/>
                        <a:pt x="53004" y="91320"/>
                        <a:pt x="77298" y="87323"/>
                      </a:cubicBezTo>
                      <a:cubicBezTo>
                        <a:pt x="95583" y="84318"/>
                        <a:pt x="97659" y="60218"/>
                        <a:pt x="94552" y="41675"/>
                      </a:cubicBezTo>
                      <a:close/>
                    </a:path>
                  </a:pathLst>
                </a:custGeom>
                <a:solidFill>
                  <a:srgbClr val="000000"/>
                </a:solidFill>
                <a:ln w="12882" cap="flat">
                  <a:noFill/>
                  <a:prstDash val="solid"/>
                  <a:miter/>
                </a:ln>
              </p:spPr>
              <p:txBody>
                <a:bodyPr rtlCol="0" anchor="ctr"/>
                <a:lstStyle/>
                <a:p>
                  <a:endParaRPr lang="en-US"/>
                </a:p>
              </p:txBody>
            </p:sp>
          </p:grpSp>
        </p:grpSp>
      </p:grpSp>
      <p:sp>
        <p:nvSpPr>
          <p:cNvPr id="60" name="Бульбашка прямої мови: овальна 59">
            <a:extLst>
              <a:ext uri="{FF2B5EF4-FFF2-40B4-BE49-F238E27FC236}">
                <a16:creationId xmlns:a16="http://schemas.microsoft.com/office/drawing/2014/main" id="{2D21FCFD-A62D-7C05-4EFA-9A2763104631}"/>
              </a:ext>
            </a:extLst>
          </p:cNvPr>
          <p:cNvSpPr/>
          <p:nvPr/>
        </p:nvSpPr>
        <p:spPr>
          <a:xfrm>
            <a:off x="6575518" y="2007757"/>
            <a:ext cx="1835557" cy="867745"/>
          </a:xfrm>
          <a:prstGeom prst="wedgeEllipseCallout">
            <a:avLst>
              <a:gd name="adj1" fmla="val 65804"/>
              <a:gd name="adj2" fmla="val 5664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latin typeface="Consolas" panose="020B0609020204030204" pitchFamily="49" charset="0"/>
              </a:rPr>
              <a:t>Very well done</a:t>
            </a:r>
          </a:p>
        </p:txBody>
      </p:sp>
      <p:sp>
        <p:nvSpPr>
          <p:cNvPr id="61" name="Бульбашка прямої мови: овальна 60">
            <a:extLst>
              <a:ext uri="{FF2B5EF4-FFF2-40B4-BE49-F238E27FC236}">
                <a16:creationId xmlns:a16="http://schemas.microsoft.com/office/drawing/2014/main" id="{7CD40D98-FD35-B79F-A304-1F20797E2F34}"/>
              </a:ext>
            </a:extLst>
          </p:cNvPr>
          <p:cNvSpPr/>
          <p:nvPr/>
        </p:nvSpPr>
        <p:spPr>
          <a:xfrm flipH="1">
            <a:off x="4538802" y="2007757"/>
            <a:ext cx="1399297" cy="867745"/>
          </a:xfrm>
          <a:prstGeom prst="wedgeEllipseCallout">
            <a:avLst>
              <a:gd name="adj1" fmla="val 65804"/>
              <a:gd name="adj2" fmla="val 56646"/>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600">
                <a:latin typeface="Consolas" panose="020B0609020204030204" pitchFamily="49" charset="0"/>
              </a:rPr>
              <a:t>Thank you</a:t>
            </a:r>
          </a:p>
        </p:txBody>
      </p:sp>
      <p:sp>
        <p:nvSpPr>
          <p:cNvPr id="62" name="Прямокутник 61">
            <a:extLst>
              <a:ext uri="{FF2B5EF4-FFF2-40B4-BE49-F238E27FC236}">
                <a16:creationId xmlns:a16="http://schemas.microsoft.com/office/drawing/2014/main" id="{01C9D5AA-09EE-F768-1B63-3EBEEB30C4C5}"/>
              </a:ext>
            </a:extLst>
          </p:cNvPr>
          <p:cNvSpPr/>
          <p:nvPr/>
        </p:nvSpPr>
        <p:spPr>
          <a:xfrm>
            <a:off x="-13070399" y="342840"/>
            <a:ext cx="13070399" cy="523220"/>
          </a:xfrm>
          <a:prstGeom prst="rect">
            <a:avLst/>
          </a:prstGeom>
          <a:solidFill>
            <a:srgbClr val="F8F8F8">
              <a:alpha val="50196"/>
            </a:srgbClr>
          </a:solidFill>
        </p:spPr>
        <p:txBody>
          <a:bodyPr wrap="square" lIns="91440" tIns="45720" rIns="91440" bIns="45720">
            <a:spAutoFit/>
          </a:bodyPr>
          <a:lstStyle/>
          <a:p>
            <a:pPr algn="ctr"/>
            <a:r>
              <a:rPr lang="en-US" sz="2800" dirty="0">
                <a:ln w="0"/>
                <a:effectLst>
                  <a:outerShdw blurRad="38100" dist="19050" dir="2700000" algn="tl" rotWithShape="0">
                    <a:schemeClr val="dk1">
                      <a:alpha val="40000"/>
                    </a:schemeClr>
                  </a:outerShdw>
                </a:effectLst>
                <a:latin typeface="Castellar" panose="020A0402060406010301" pitchFamily="18" charset="0"/>
              </a:rPr>
              <a:t>And yet she handed in the plagiarized work</a:t>
            </a:r>
            <a:endParaRPr lang="uk-UA" sz="2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5403893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2.5E-6 -2.59259E-6 L 1.02305 -0.00717 " pathEditMode="relative" rAng="0" ptsTypes="AA">
                                      <p:cBhvr>
                                        <p:cTn id="6" dur="1500" fill="hold"/>
                                        <p:tgtEl>
                                          <p:spTgt spid="62"/>
                                        </p:tgtEl>
                                        <p:attrNameLst>
                                          <p:attrName>ppt_x</p:attrName>
                                          <p:attrName>ppt_y</p:attrName>
                                        </p:attrNameLst>
                                      </p:cBhvr>
                                      <p:rCtr x="51159" y="-370"/>
                                    </p:animMotion>
                                  </p:childTnLst>
                                </p:cTn>
                              </p:par>
                            </p:childTnLst>
                          </p:cTn>
                        </p:par>
                        <p:par>
                          <p:cTn id="7" fill="hold">
                            <p:stCondLst>
                              <p:cond delay="1500"/>
                            </p:stCondLst>
                            <p:childTnLst>
                              <p:par>
                                <p:cTn id="8" presetID="42" presetClass="entr" presetSubtype="0" fill="hold" nodeType="after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1000"/>
                                        <p:tgtEl>
                                          <p:spTgt spid="38"/>
                                        </p:tgtEl>
                                      </p:cBhvr>
                                    </p:animEffect>
                                    <p:anim calcmode="lin" valueType="num">
                                      <p:cBhvr>
                                        <p:cTn id="11" dur="1000" fill="hold"/>
                                        <p:tgtEl>
                                          <p:spTgt spid="38"/>
                                        </p:tgtEl>
                                        <p:attrNameLst>
                                          <p:attrName>ppt_x</p:attrName>
                                        </p:attrNameLst>
                                      </p:cBhvr>
                                      <p:tavLst>
                                        <p:tav tm="0">
                                          <p:val>
                                            <p:strVal val="#ppt_x"/>
                                          </p:val>
                                        </p:tav>
                                        <p:tav tm="100000">
                                          <p:val>
                                            <p:strVal val="#ppt_x"/>
                                          </p:val>
                                        </p:tav>
                                      </p:tavLst>
                                    </p:anim>
                                    <p:anim calcmode="lin" valueType="num">
                                      <p:cBhvr>
                                        <p:cTn id="12" dur="1000" fill="hold"/>
                                        <p:tgtEl>
                                          <p:spTgt spid="38"/>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1000"/>
                                        <p:tgtEl>
                                          <p:spTgt spid="28"/>
                                        </p:tgtEl>
                                      </p:cBhvr>
                                    </p:animEffect>
                                    <p:anim calcmode="lin" valueType="num">
                                      <p:cBhvr>
                                        <p:cTn id="16" dur="1000" fill="hold"/>
                                        <p:tgtEl>
                                          <p:spTgt spid="28"/>
                                        </p:tgtEl>
                                        <p:attrNameLst>
                                          <p:attrName>ppt_x</p:attrName>
                                        </p:attrNameLst>
                                      </p:cBhvr>
                                      <p:tavLst>
                                        <p:tav tm="0">
                                          <p:val>
                                            <p:strVal val="#ppt_x"/>
                                          </p:val>
                                        </p:tav>
                                        <p:tav tm="100000">
                                          <p:val>
                                            <p:strVal val="#ppt_x"/>
                                          </p:val>
                                        </p:tav>
                                      </p:tavLst>
                                    </p:anim>
                                    <p:anim calcmode="lin" valueType="num">
                                      <p:cBhvr>
                                        <p:cTn id="17" dur="1000" fill="hold"/>
                                        <p:tgtEl>
                                          <p:spTgt spid="2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1000"/>
                                        <p:tgtEl>
                                          <p:spTgt spid="3"/>
                                        </p:tgtEl>
                                      </p:cBhvr>
                                    </p:animEffect>
                                    <p:anim calcmode="lin" valueType="num">
                                      <p:cBhvr>
                                        <p:cTn id="21" dur="1000" fill="hold"/>
                                        <p:tgtEl>
                                          <p:spTgt spid="3"/>
                                        </p:tgtEl>
                                        <p:attrNameLst>
                                          <p:attrName>ppt_x</p:attrName>
                                        </p:attrNameLst>
                                      </p:cBhvr>
                                      <p:tavLst>
                                        <p:tav tm="0">
                                          <p:val>
                                            <p:strVal val="#ppt_x"/>
                                          </p:val>
                                        </p:tav>
                                        <p:tav tm="100000">
                                          <p:val>
                                            <p:strVal val="#ppt_x"/>
                                          </p:val>
                                        </p:tav>
                                      </p:tavLst>
                                    </p:anim>
                                    <p:anim calcmode="lin" valueType="num">
                                      <p:cBhvr>
                                        <p:cTn id="22" dur="1000" fill="hold"/>
                                        <p:tgtEl>
                                          <p:spTgt spid="3"/>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10" presetClass="entr" presetSubtype="0" fill="hold" grpId="0" nodeType="after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fade">
                                      <p:cBhvr>
                                        <p:cTn id="26" dur="500"/>
                                        <p:tgtEl>
                                          <p:spTgt spid="60"/>
                                        </p:tgtEl>
                                      </p:cBhvr>
                                    </p:animEffect>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bright="-20000"/>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grpSp>
        <p:nvGrpSpPr>
          <p:cNvPr id="24" name="Графіка 6" descr="Girl wearing necklace">
            <a:extLst>
              <a:ext uri="{FF2B5EF4-FFF2-40B4-BE49-F238E27FC236}">
                <a16:creationId xmlns:a16="http://schemas.microsoft.com/office/drawing/2014/main" id="{3B831184-5397-BB1A-049B-9062AD0B5755}"/>
              </a:ext>
            </a:extLst>
          </p:cNvPr>
          <p:cNvGrpSpPr/>
          <p:nvPr/>
        </p:nvGrpSpPr>
        <p:grpSpPr>
          <a:xfrm flipH="1">
            <a:off x="8263967" y="4335396"/>
            <a:ext cx="1217959" cy="4269071"/>
            <a:chOff x="9484880" y="2078244"/>
            <a:chExt cx="1217959" cy="4269071"/>
          </a:xfrm>
        </p:grpSpPr>
        <p:grpSp>
          <p:nvGrpSpPr>
            <p:cNvPr id="25" name="Графіка 6" descr="Girl wearing necklace">
              <a:extLst>
                <a:ext uri="{FF2B5EF4-FFF2-40B4-BE49-F238E27FC236}">
                  <a16:creationId xmlns:a16="http://schemas.microsoft.com/office/drawing/2014/main" id="{4D1BEEA7-0EEB-3361-9CB6-A505AE2C206D}"/>
                </a:ext>
              </a:extLst>
            </p:cNvPr>
            <p:cNvGrpSpPr/>
            <p:nvPr/>
          </p:nvGrpSpPr>
          <p:grpSpPr>
            <a:xfrm>
              <a:off x="9484880" y="2589075"/>
              <a:ext cx="1217959" cy="3758241"/>
              <a:chOff x="9484880" y="2589075"/>
              <a:chExt cx="1217959" cy="3758241"/>
            </a:xfrm>
          </p:grpSpPr>
          <p:sp>
            <p:nvSpPr>
              <p:cNvPr id="26" name="Полілінія: фігура 25">
                <a:extLst>
                  <a:ext uri="{FF2B5EF4-FFF2-40B4-BE49-F238E27FC236}">
                    <a16:creationId xmlns:a16="http://schemas.microsoft.com/office/drawing/2014/main" id="{64B8B1F3-3617-51E2-874A-8B849259F884}"/>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27" name="Полілінія: фігура 26">
                <a:extLst>
                  <a:ext uri="{FF2B5EF4-FFF2-40B4-BE49-F238E27FC236}">
                    <a16:creationId xmlns:a16="http://schemas.microsoft.com/office/drawing/2014/main" id="{A8ABF06F-0D93-921C-DAC7-856C06AC0C81}"/>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28" name="Графіка 6" descr="Girl wearing necklace">
                <a:extLst>
                  <a:ext uri="{FF2B5EF4-FFF2-40B4-BE49-F238E27FC236}">
                    <a16:creationId xmlns:a16="http://schemas.microsoft.com/office/drawing/2014/main" id="{71AD4ECC-89DA-7A40-6849-D27B216A1405}"/>
                  </a:ext>
                </a:extLst>
              </p:cNvPr>
              <p:cNvGrpSpPr/>
              <p:nvPr/>
            </p:nvGrpSpPr>
            <p:grpSpPr>
              <a:xfrm>
                <a:off x="9885356" y="5496683"/>
                <a:ext cx="335397" cy="468844"/>
                <a:chOff x="9885356" y="5496683"/>
                <a:chExt cx="335397" cy="468844"/>
              </a:xfrm>
              <a:solidFill>
                <a:srgbClr val="FFFFFF"/>
              </a:solidFill>
            </p:grpSpPr>
            <p:sp>
              <p:nvSpPr>
                <p:cNvPr id="29" name="Полілінія: фігура 28">
                  <a:extLst>
                    <a:ext uri="{FF2B5EF4-FFF2-40B4-BE49-F238E27FC236}">
                      <a16:creationId xmlns:a16="http://schemas.microsoft.com/office/drawing/2014/main" id="{E9AC5669-D5B2-E247-5838-21A8DC374898}"/>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30" name="Полілінія: фігура 29">
                  <a:extLst>
                    <a:ext uri="{FF2B5EF4-FFF2-40B4-BE49-F238E27FC236}">
                      <a16:creationId xmlns:a16="http://schemas.microsoft.com/office/drawing/2014/main" id="{5F032CBE-9F09-E04F-C68D-7724C09E5DC0}"/>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31" name="Графіка 6" descr="Girl wearing necklace">
                <a:extLst>
                  <a:ext uri="{FF2B5EF4-FFF2-40B4-BE49-F238E27FC236}">
                    <a16:creationId xmlns:a16="http://schemas.microsoft.com/office/drawing/2014/main" id="{A1A66A7F-0AB1-0E79-43FA-D7C59EAEC951}"/>
                  </a:ext>
                </a:extLst>
              </p:cNvPr>
              <p:cNvGrpSpPr/>
              <p:nvPr/>
            </p:nvGrpSpPr>
            <p:grpSpPr>
              <a:xfrm>
                <a:off x="9859305" y="6028064"/>
                <a:ext cx="429747" cy="300381"/>
                <a:chOff x="9859305" y="6028064"/>
                <a:chExt cx="429747" cy="300381"/>
              </a:xfrm>
              <a:solidFill>
                <a:srgbClr val="FFFFFF"/>
              </a:solidFill>
            </p:grpSpPr>
            <p:sp>
              <p:nvSpPr>
                <p:cNvPr id="32" name="Полілінія: фігура 31">
                  <a:extLst>
                    <a:ext uri="{FF2B5EF4-FFF2-40B4-BE49-F238E27FC236}">
                      <a16:creationId xmlns:a16="http://schemas.microsoft.com/office/drawing/2014/main" id="{3779B836-73C5-0E1A-D3AE-9736FFA7A7AA}"/>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33" name="Полілінія: фігура 32">
                  <a:extLst>
                    <a:ext uri="{FF2B5EF4-FFF2-40B4-BE49-F238E27FC236}">
                      <a16:creationId xmlns:a16="http://schemas.microsoft.com/office/drawing/2014/main" id="{CDCF48B9-B914-B99D-6FAE-F14CDA591BE4}"/>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34" name="Графіка 6" descr="Girl wearing necklace">
                <a:extLst>
                  <a:ext uri="{FF2B5EF4-FFF2-40B4-BE49-F238E27FC236}">
                    <a16:creationId xmlns:a16="http://schemas.microsoft.com/office/drawing/2014/main" id="{DF69C793-03E0-700B-2FE5-62BAD0C19B6D}"/>
                  </a:ext>
                </a:extLst>
              </p:cNvPr>
              <p:cNvGrpSpPr/>
              <p:nvPr/>
            </p:nvGrpSpPr>
            <p:grpSpPr>
              <a:xfrm>
                <a:off x="9484880" y="2589075"/>
                <a:ext cx="1217959" cy="3758241"/>
                <a:chOff x="9484880" y="2589075"/>
                <a:chExt cx="1217959" cy="3758241"/>
              </a:xfrm>
              <a:solidFill>
                <a:srgbClr val="000000"/>
              </a:solidFill>
            </p:grpSpPr>
            <p:sp>
              <p:nvSpPr>
                <p:cNvPr id="35" name="Полілінія: фігура 34">
                  <a:extLst>
                    <a:ext uri="{FF2B5EF4-FFF2-40B4-BE49-F238E27FC236}">
                      <a16:creationId xmlns:a16="http://schemas.microsoft.com/office/drawing/2014/main" id="{A5083889-A50C-6C3D-F192-35EA2E033CB2}"/>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36" name="Полілінія: фігура 35">
                  <a:extLst>
                    <a:ext uri="{FF2B5EF4-FFF2-40B4-BE49-F238E27FC236}">
                      <a16:creationId xmlns:a16="http://schemas.microsoft.com/office/drawing/2014/main" id="{FD98CB4A-EB7F-E43A-6DB2-C8E43608CC72}"/>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37" name="Графіка 6" descr="Girl wearing necklace">
              <a:extLst>
                <a:ext uri="{FF2B5EF4-FFF2-40B4-BE49-F238E27FC236}">
                  <a16:creationId xmlns:a16="http://schemas.microsoft.com/office/drawing/2014/main" id="{6620BBA7-D63B-AA3B-FAA7-0ACA2DE5AFC2}"/>
                </a:ext>
              </a:extLst>
            </p:cNvPr>
            <p:cNvGrpSpPr/>
            <p:nvPr/>
          </p:nvGrpSpPr>
          <p:grpSpPr>
            <a:xfrm>
              <a:off x="9884872" y="2761214"/>
              <a:ext cx="361204" cy="817610"/>
              <a:chOff x="9884872" y="2761214"/>
              <a:chExt cx="361204" cy="817610"/>
            </a:xfrm>
          </p:grpSpPr>
          <p:sp>
            <p:nvSpPr>
              <p:cNvPr id="38" name="Полілінія: фігура 37">
                <a:extLst>
                  <a:ext uri="{FF2B5EF4-FFF2-40B4-BE49-F238E27FC236}">
                    <a16:creationId xmlns:a16="http://schemas.microsoft.com/office/drawing/2014/main" id="{DD68659A-2460-50A2-C0F9-2E7206C2E7F6}"/>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39" name="Полілінія: фігура 38">
                <a:extLst>
                  <a:ext uri="{FF2B5EF4-FFF2-40B4-BE49-F238E27FC236}">
                    <a16:creationId xmlns:a16="http://schemas.microsoft.com/office/drawing/2014/main" id="{B6F96EFE-0C73-42DE-8418-0ACD9BBC0C80}"/>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40" name="Графіка 6" descr="Girl wearing necklace">
                <a:extLst>
                  <a:ext uri="{FF2B5EF4-FFF2-40B4-BE49-F238E27FC236}">
                    <a16:creationId xmlns:a16="http://schemas.microsoft.com/office/drawing/2014/main" id="{440AB3D0-3A31-9D50-43FF-83A8FE1D596A}"/>
                  </a:ext>
                </a:extLst>
              </p:cNvPr>
              <p:cNvGrpSpPr/>
              <p:nvPr/>
            </p:nvGrpSpPr>
            <p:grpSpPr>
              <a:xfrm>
                <a:off x="9884872" y="2761214"/>
                <a:ext cx="361204" cy="817610"/>
                <a:chOff x="9884872" y="2761214"/>
                <a:chExt cx="361204" cy="817610"/>
              </a:xfrm>
              <a:solidFill>
                <a:srgbClr val="000000"/>
              </a:solidFill>
            </p:grpSpPr>
            <p:sp>
              <p:nvSpPr>
                <p:cNvPr id="41" name="Полілінія: фігура 40">
                  <a:extLst>
                    <a:ext uri="{FF2B5EF4-FFF2-40B4-BE49-F238E27FC236}">
                      <a16:creationId xmlns:a16="http://schemas.microsoft.com/office/drawing/2014/main" id="{6D3BE950-41CC-DE64-1253-B3CC6C9F76FA}"/>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42" name="Полілінія: фігура 41">
                  <a:extLst>
                    <a:ext uri="{FF2B5EF4-FFF2-40B4-BE49-F238E27FC236}">
                      <a16:creationId xmlns:a16="http://schemas.microsoft.com/office/drawing/2014/main" id="{B7DD889C-D293-7C91-0B2A-6CD467D29CD4}"/>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43" name="Графіка 6" descr="Girl wearing necklace">
              <a:extLst>
                <a:ext uri="{FF2B5EF4-FFF2-40B4-BE49-F238E27FC236}">
                  <a16:creationId xmlns:a16="http://schemas.microsoft.com/office/drawing/2014/main" id="{22E7D5BF-CB4F-DEE4-0622-D316E48B5B37}"/>
                </a:ext>
              </a:extLst>
            </p:cNvPr>
            <p:cNvGrpSpPr/>
            <p:nvPr/>
          </p:nvGrpSpPr>
          <p:grpSpPr>
            <a:xfrm>
              <a:off x="9596926" y="2078244"/>
              <a:ext cx="795119" cy="914275"/>
              <a:chOff x="9596926" y="2078244"/>
              <a:chExt cx="795119" cy="914275"/>
            </a:xfrm>
          </p:grpSpPr>
          <p:sp>
            <p:nvSpPr>
              <p:cNvPr id="44" name="Полілінія: фігура 43">
                <a:extLst>
                  <a:ext uri="{FF2B5EF4-FFF2-40B4-BE49-F238E27FC236}">
                    <a16:creationId xmlns:a16="http://schemas.microsoft.com/office/drawing/2014/main" id="{44023608-6E27-258D-F2CE-98C799DEFA59}"/>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a:p>
            </p:txBody>
          </p:sp>
          <p:grpSp>
            <p:nvGrpSpPr>
              <p:cNvPr id="45" name="Графіка 6" descr="Girl wearing necklace">
                <a:extLst>
                  <a:ext uri="{FF2B5EF4-FFF2-40B4-BE49-F238E27FC236}">
                    <a16:creationId xmlns:a16="http://schemas.microsoft.com/office/drawing/2014/main" id="{54AFABE3-CEA3-D95A-AECB-02326BCEA78C}"/>
                  </a:ext>
                </a:extLst>
              </p:cNvPr>
              <p:cNvGrpSpPr/>
              <p:nvPr/>
            </p:nvGrpSpPr>
            <p:grpSpPr>
              <a:xfrm>
                <a:off x="9596926" y="2078244"/>
                <a:ext cx="795119" cy="914275"/>
                <a:chOff x="9596926" y="2078244"/>
                <a:chExt cx="795119" cy="914275"/>
              </a:xfrm>
              <a:solidFill>
                <a:srgbClr val="000000"/>
              </a:solidFill>
            </p:grpSpPr>
            <p:sp>
              <p:nvSpPr>
                <p:cNvPr id="46" name="Полілінія: фігура 45">
                  <a:extLst>
                    <a:ext uri="{FF2B5EF4-FFF2-40B4-BE49-F238E27FC236}">
                      <a16:creationId xmlns:a16="http://schemas.microsoft.com/office/drawing/2014/main" id="{C2F2DE41-309A-181F-267C-06EB2DF3DE8F}"/>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47" name="Полілінія: фігура 46">
                  <a:extLst>
                    <a:ext uri="{FF2B5EF4-FFF2-40B4-BE49-F238E27FC236}">
                      <a16:creationId xmlns:a16="http://schemas.microsoft.com/office/drawing/2014/main" id="{A57DDA1E-8471-0EBA-28BA-6BE7CAE5C380}"/>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nvGrpSpPr>
            <p:cNvPr id="48" name="Графіка 6" descr="Girl wearing necklace">
              <a:extLst>
                <a:ext uri="{FF2B5EF4-FFF2-40B4-BE49-F238E27FC236}">
                  <a16:creationId xmlns:a16="http://schemas.microsoft.com/office/drawing/2014/main" id="{910DD1DF-20B3-808A-FDB6-8FACF88BD4E0}"/>
                </a:ext>
              </a:extLst>
            </p:cNvPr>
            <p:cNvGrpSpPr/>
            <p:nvPr/>
          </p:nvGrpSpPr>
          <p:grpSpPr>
            <a:xfrm>
              <a:off x="9972357" y="2384065"/>
              <a:ext cx="265461" cy="275760"/>
              <a:chOff x="9972357" y="2384065"/>
              <a:chExt cx="265461" cy="275760"/>
            </a:xfrm>
            <a:solidFill>
              <a:srgbClr val="000000"/>
            </a:solidFill>
          </p:grpSpPr>
          <p:sp>
            <p:nvSpPr>
              <p:cNvPr id="49" name="Полілінія: фігура 48">
                <a:extLst>
                  <a:ext uri="{FF2B5EF4-FFF2-40B4-BE49-F238E27FC236}">
                    <a16:creationId xmlns:a16="http://schemas.microsoft.com/office/drawing/2014/main" id="{0DE0BD62-F2B9-C883-5135-ADD223ED47B3}"/>
                  </a:ext>
                </a:extLst>
              </p:cNvPr>
              <p:cNvSpPr/>
              <p:nvPr/>
            </p:nvSpPr>
            <p:spPr>
              <a:xfrm>
                <a:off x="10078094" y="2572843"/>
                <a:ext cx="90026" cy="86982"/>
              </a:xfrm>
              <a:custGeom>
                <a:avLst/>
                <a:gdLst>
                  <a:gd name="connsiteX0" fmla="*/ 13560 w 90026"/>
                  <a:gd name="connsiteY0" fmla="*/ 87395 h 86982"/>
                  <a:gd name="connsiteX1" fmla="*/ 2416 w 90026"/>
                  <a:gd name="connsiteY1" fmla="*/ 78852 h 86982"/>
                  <a:gd name="connsiteX2" fmla="*/ 1853 w 90026"/>
                  <a:gd name="connsiteY2" fmla="*/ 72089 h 86982"/>
                  <a:gd name="connsiteX3" fmla="*/ 5749 w 90026"/>
                  <a:gd name="connsiteY3" fmla="*/ 65745 h 86982"/>
                  <a:gd name="connsiteX4" fmla="*/ 6102 w 90026"/>
                  <a:gd name="connsiteY4" fmla="*/ 65450 h 86982"/>
                  <a:gd name="connsiteX5" fmla="*/ 14350 w 90026"/>
                  <a:gd name="connsiteY5" fmla="*/ 35894 h 86982"/>
                  <a:gd name="connsiteX6" fmla="*/ 11350 w 90026"/>
                  <a:gd name="connsiteY6" fmla="*/ 19511 h 86982"/>
                  <a:gd name="connsiteX7" fmla="*/ 10988 w 90026"/>
                  <a:gd name="connsiteY7" fmla="*/ 18463 h 86982"/>
                  <a:gd name="connsiteX8" fmla="*/ 3072 w 90026"/>
                  <a:gd name="connsiteY8" fmla="*/ 4518 h 86982"/>
                  <a:gd name="connsiteX9" fmla="*/ 2663 w 90026"/>
                  <a:gd name="connsiteY9" fmla="*/ 4680 h 86982"/>
                  <a:gd name="connsiteX10" fmla="*/ 2568 w 90026"/>
                  <a:gd name="connsiteY10" fmla="*/ 4785 h 86982"/>
                  <a:gd name="connsiteX11" fmla="*/ 1816 w 90026"/>
                  <a:gd name="connsiteY11" fmla="*/ 5176 h 86982"/>
                  <a:gd name="connsiteX12" fmla="*/ 958 w 90026"/>
                  <a:gd name="connsiteY12" fmla="*/ 4642 h 86982"/>
                  <a:gd name="connsiteX13" fmla="*/ 996 w 90026"/>
                  <a:gd name="connsiteY13" fmla="*/ 3537 h 86982"/>
                  <a:gd name="connsiteX14" fmla="*/ 5644 w 90026"/>
                  <a:gd name="connsiteY14" fmla="*/ 413 h 86982"/>
                  <a:gd name="connsiteX15" fmla="*/ 19399 w 90026"/>
                  <a:gd name="connsiteY15" fmla="*/ 12548 h 86982"/>
                  <a:gd name="connsiteX16" fmla="*/ 27828 w 90026"/>
                  <a:gd name="connsiteY16" fmla="*/ 28140 h 86982"/>
                  <a:gd name="connsiteX17" fmla="*/ 31028 w 90026"/>
                  <a:gd name="connsiteY17" fmla="*/ 43152 h 86982"/>
                  <a:gd name="connsiteX18" fmla="*/ 40782 w 90026"/>
                  <a:gd name="connsiteY18" fmla="*/ 44218 h 86982"/>
                  <a:gd name="connsiteX19" fmla="*/ 50002 w 90026"/>
                  <a:gd name="connsiteY19" fmla="*/ 43333 h 86982"/>
                  <a:gd name="connsiteX20" fmla="*/ 66833 w 90026"/>
                  <a:gd name="connsiteY20" fmla="*/ 35903 h 86982"/>
                  <a:gd name="connsiteX21" fmla="*/ 73405 w 90026"/>
                  <a:gd name="connsiteY21" fmla="*/ 32093 h 86982"/>
                  <a:gd name="connsiteX22" fmla="*/ 77939 w 90026"/>
                  <a:gd name="connsiteY22" fmla="*/ 30979 h 86982"/>
                  <a:gd name="connsiteX23" fmla="*/ 89150 w 90026"/>
                  <a:gd name="connsiteY23" fmla="*/ 37599 h 86982"/>
                  <a:gd name="connsiteX24" fmla="*/ 90512 w 90026"/>
                  <a:gd name="connsiteY24" fmla="*/ 46333 h 86982"/>
                  <a:gd name="connsiteX25" fmla="*/ 85855 w 90026"/>
                  <a:gd name="connsiteY25" fmla="*/ 53953 h 86982"/>
                  <a:gd name="connsiteX26" fmla="*/ 73358 w 90026"/>
                  <a:gd name="connsiteY26" fmla="*/ 60716 h 86982"/>
                  <a:gd name="connsiteX27" fmla="*/ 58260 w 90026"/>
                  <a:gd name="connsiteY27" fmla="*/ 62812 h 86982"/>
                  <a:gd name="connsiteX28" fmla="*/ 48926 w 90026"/>
                  <a:gd name="connsiteY28" fmla="*/ 61964 h 86982"/>
                  <a:gd name="connsiteX29" fmla="*/ 31305 w 90026"/>
                  <a:gd name="connsiteY29" fmla="*/ 54753 h 86982"/>
                  <a:gd name="connsiteX30" fmla="*/ 31276 w 90026"/>
                  <a:gd name="connsiteY30" fmla="*/ 55325 h 86982"/>
                  <a:gd name="connsiteX31" fmla="*/ 31191 w 90026"/>
                  <a:gd name="connsiteY31" fmla="*/ 56725 h 86982"/>
                  <a:gd name="connsiteX32" fmla="*/ 31095 w 90026"/>
                  <a:gd name="connsiteY32" fmla="*/ 57868 h 86982"/>
                  <a:gd name="connsiteX33" fmla="*/ 28181 w 90026"/>
                  <a:gd name="connsiteY33" fmla="*/ 72470 h 86982"/>
                  <a:gd name="connsiteX34" fmla="*/ 20542 w 90026"/>
                  <a:gd name="connsiteY34" fmla="*/ 84662 h 86982"/>
                  <a:gd name="connsiteX35" fmla="*/ 13560 w 90026"/>
                  <a:gd name="connsiteY35" fmla="*/ 87395 h 86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0026" h="86982">
                    <a:moveTo>
                      <a:pt x="13560" y="87395"/>
                    </a:moveTo>
                    <a:cubicBezTo>
                      <a:pt x="8873" y="87395"/>
                      <a:pt x="4292" y="83881"/>
                      <a:pt x="2416" y="78852"/>
                    </a:cubicBezTo>
                    <a:cubicBezTo>
                      <a:pt x="1586" y="76699"/>
                      <a:pt x="1396" y="74356"/>
                      <a:pt x="1853" y="72089"/>
                    </a:cubicBezTo>
                    <a:cubicBezTo>
                      <a:pt x="2416" y="69603"/>
                      <a:pt x="3787" y="67364"/>
                      <a:pt x="5749" y="65745"/>
                    </a:cubicBezTo>
                    <a:lnTo>
                      <a:pt x="6102" y="65450"/>
                    </a:lnTo>
                    <a:cubicBezTo>
                      <a:pt x="13417" y="59535"/>
                      <a:pt x="14703" y="43533"/>
                      <a:pt x="14350" y="35894"/>
                    </a:cubicBezTo>
                    <a:cubicBezTo>
                      <a:pt x="14093" y="30322"/>
                      <a:pt x="13083" y="24816"/>
                      <a:pt x="11350" y="19511"/>
                    </a:cubicBezTo>
                    <a:lnTo>
                      <a:pt x="10988" y="18463"/>
                    </a:lnTo>
                    <a:cubicBezTo>
                      <a:pt x="10483" y="17044"/>
                      <a:pt x="5416" y="4518"/>
                      <a:pt x="3072" y="4518"/>
                    </a:cubicBezTo>
                    <a:cubicBezTo>
                      <a:pt x="2920" y="4518"/>
                      <a:pt x="2777" y="4576"/>
                      <a:pt x="2663" y="4680"/>
                    </a:cubicBezTo>
                    <a:lnTo>
                      <a:pt x="2568" y="4785"/>
                    </a:lnTo>
                    <a:cubicBezTo>
                      <a:pt x="2387" y="5023"/>
                      <a:pt x="2111" y="5166"/>
                      <a:pt x="1816" y="5176"/>
                    </a:cubicBezTo>
                    <a:cubicBezTo>
                      <a:pt x="1453" y="5166"/>
                      <a:pt x="1130" y="4957"/>
                      <a:pt x="958" y="4642"/>
                    </a:cubicBezTo>
                    <a:cubicBezTo>
                      <a:pt x="767" y="4299"/>
                      <a:pt x="777" y="3871"/>
                      <a:pt x="996" y="3537"/>
                    </a:cubicBezTo>
                    <a:cubicBezTo>
                      <a:pt x="1853" y="1718"/>
                      <a:pt x="3644" y="518"/>
                      <a:pt x="5644" y="413"/>
                    </a:cubicBezTo>
                    <a:cubicBezTo>
                      <a:pt x="10255" y="413"/>
                      <a:pt x="15674" y="7014"/>
                      <a:pt x="19399" y="12548"/>
                    </a:cubicBezTo>
                    <a:cubicBezTo>
                      <a:pt x="22742" y="17434"/>
                      <a:pt x="25570" y="22663"/>
                      <a:pt x="27828" y="28140"/>
                    </a:cubicBezTo>
                    <a:cubicBezTo>
                      <a:pt x="29419" y="33017"/>
                      <a:pt x="30486" y="38046"/>
                      <a:pt x="31028" y="43152"/>
                    </a:cubicBezTo>
                    <a:cubicBezTo>
                      <a:pt x="34229" y="43866"/>
                      <a:pt x="37506" y="44218"/>
                      <a:pt x="40782" y="44218"/>
                    </a:cubicBezTo>
                    <a:cubicBezTo>
                      <a:pt x="43878" y="44209"/>
                      <a:pt x="46964" y="43914"/>
                      <a:pt x="50002" y="43333"/>
                    </a:cubicBezTo>
                    <a:cubicBezTo>
                      <a:pt x="56746" y="42037"/>
                      <a:pt x="61642" y="39066"/>
                      <a:pt x="66833" y="35903"/>
                    </a:cubicBezTo>
                    <a:cubicBezTo>
                      <a:pt x="68910" y="34636"/>
                      <a:pt x="71062" y="33332"/>
                      <a:pt x="73405" y="32093"/>
                    </a:cubicBezTo>
                    <a:cubicBezTo>
                      <a:pt x="74805" y="31350"/>
                      <a:pt x="76358" y="30969"/>
                      <a:pt x="77939" y="30979"/>
                    </a:cubicBezTo>
                    <a:cubicBezTo>
                      <a:pt x="82549" y="31160"/>
                      <a:pt x="86769" y="33646"/>
                      <a:pt x="89150" y="37599"/>
                    </a:cubicBezTo>
                    <a:cubicBezTo>
                      <a:pt x="90760" y="40209"/>
                      <a:pt x="91255" y="43361"/>
                      <a:pt x="90512" y="46333"/>
                    </a:cubicBezTo>
                    <a:cubicBezTo>
                      <a:pt x="89712" y="49257"/>
                      <a:pt x="88093" y="51905"/>
                      <a:pt x="85855" y="53953"/>
                    </a:cubicBezTo>
                    <a:cubicBezTo>
                      <a:pt x="82292" y="57173"/>
                      <a:pt x="78006" y="59487"/>
                      <a:pt x="73358" y="60716"/>
                    </a:cubicBezTo>
                    <a:cubicBezTo>
                      <a:pt x="68452" y="62126"/>
                      <a:pt x="63366" y="62830"/>
                      <a:pt x="58260" y="62812"/>
                    </a:cubicBezTo>
                    <a:cubicBezTo>
                      <a:pt x="55127" y="62821"/>
                      <a:pt x="52003" y="62545"/>
                      <a:pt x="48926" y="61964"/>
                    </a:cubicBezTo>
                    <a:cubicBezTo>
                      <a:pt x="42630" y="60763"/>
                      <a:pt x="36639" y="58316"/>
                      <a:pt x="31305" y="54753"/>
                    </a:cubicBezTo>
                    <a:cubicBezTo>
                      <a:pt x="31295" y="54944"/>
                      <a:pt x="31286" y="55134"/>
                      <a:pt x="31276" y="55325"/>
                    </a:cubicBezTo>
                    <a:cubicBezTo>
                      <a:pt x="31257" y="55782"/>
                      <a:pt x="31228" y="56258"/>
                      <a:pt x="31191" y="56725"/>
                    </a:cubicBezTo>
                    <a:lnTo>
                      <a:pt x="31095" y="57868"/>
                    </a:lnTo>
                    <a:cubicBezTo>
                      <a:pt x="30695" y="62830"/>
                      <a:pt x="29714" y="67736"/>
                      <a:pt x="28181" y="72470"/>
                    </a:cubicBezTo>
                    <a:cubicBezTo>
                      <a:pt x="26790" y="77156"/>
                      <a:pt x="24151" y="81366"/>
                      <a:pt x="20542" y="84662"/>
                    </a:cubicBezTo>
                    <a:cubicBezTo>
                      <a:pt x="18646" y="86367"/>
                      <a:pt x="16151" y="87348"/>
                      <a:pt x="13560" y="87395"/>
                    </a:cubicBezTo>
                    <a:close/>
                  </a:path>
                </a:pathLst>
              </a:custGeom>
              <a:solidFill>
                <a:srgbClr val="000000"/>
              </a:solidFill>
              <a:ln w="9525" cap="flat">
                <a:noFill/>
                <a:prstDash val="solid"/>
                <a:miter/>
              </a:ln>
            </p:spPr>
            <p:txBody>
              <a:bodyPr rtlCol="0" anchor="ctr"/>
              <a:lstStyle/>
              <a:p>
                <a:endParaRPr lang="en-US"/>
              </a:p>
            </p:txBody>
          </p:sp>
          <p:sp>
            <p:nvSpPr>
              <p:cNvPr id="50" name="Полілінія: фігура 49">
                <a:extLst>
                  <a:ext uri="{FF2B5EF4-FFF2-40B4-BE49-F238E27FC236}">
                    <a16:creationId xmlns:a16="http://schemas.microsoft.com/office/drawing/2014/main" id="{DC421EC5-612D-DAE2-76F6-6590FAE8D6CA}"/>
                  </a:ext>
                </a:extLst>
              </p:cNvPr>
              <p:cNvSpPr/>
              <p:nvPr/>
            </p:nvSpPr>
            <p:spPr>
              <a:xfrm>
                <a:off x="10100859" y="2493956"/>
                <a:ext cx="75540" cy="67626"/>
              </a:xfrm>
              <a:custGeom>
                <a:avLst/>
                <a:gdLst>
                  <a:gd name="connsiteX0" fmla="*/ 42620 w 75540"/>
                  <a:gd name="connsiteY0" fmla="*/ 68033 h 67626"/>
                  <a:gd name="connsiteX1" fmla="*/ 42620 w 75540"/>
                  <a:gd name="connsiteY1" fmla="*/ 68033 h 67626"/>
                  <a:gd name="connsiteX2" fmla="*/ 24837 w 75540"/>
                  <a:gd name="connsiteY2" fmla="*/ 64451 h 67626"/>
                  <a:gd name="connsiteX3" fmla="*/ 3920 w 75540"/>
                  <a:gd name="connsiteY3" fmla="*/ 52583 h 67626"/>
                  <a:gd name="connsiteX4" fmla="*/ 1005 w 75540"/>
                  <a:gd name="connsiteY4" fmla="*/ 47944 h 67626"/>
                  <a:gd name="connsiteX5" fmla="*/ 1415 w 75540"/>
                  <a:gd name="connsiteY5" fmla="*/ 42734 h 67626"/>
                  <a:gd name="connsiteX6" fmla="*/ 4939 w 75540"/>
                  <a:gd name="connsiteY6" fmla="*/ 37648 h 67626"/>
                  <a:gd name="connsiteX7" fmla="*/ 10426 w 75540"/>
                  <a:gd name="connsiteY7" fmla="*/ 35505 h 67626"/>
                  <a:gd name="connsiteX8" fmla="*/ 14674 w 75540"/>
                  <a:gd name="connsiteY8" fmla="*/ 36809 h 67626"/>
                  <a:gd name="connsiteX9" fmla="*/ 16064 w 75540"/>
                  <a:gd name="connsiteY9" fmla="*/ 37886 h 67626"/>
                  <a:gd name="connsiteX10" fmla="*/ 16102 w 75540"/>
                  <a:gd name="connsiteY10" fmla="*/ 37914 h 67626"/>
                  <a:gd name="connsiteX11" fmla="*/ 44887 w 75540"/>
                  <a:gd name="connsiteY11" fmla="*/ 52021 h 67626"/>
                  <a:gd name="connsiteX12" fmla="*/ 57698 w 75540"/>
                  <a:gd name="connsiteY12" fmla="*/ 46344 h 67626"/>
                  <a:gd name="connsiteX13" fmla="*/ 61289 w 75540"/>
                  <a:gd name="connsiteY13" fmla="*/ 31095 h 67626"/>
                  <a:gd name="connsiteX14" fmla="*/ 42077 w 75540"/>
                  <a:gd name="connsiteY14" fmla="*/ 8234 h 67626"/>
                  <a:gd name="connsiteX15" fmla="*/ 41105 w 75540"/>
                  <a:gd name="connsiteY15" fmla="*/ 4110 h 67626"/>
                  <a:gd name="connsiteX16" fmla="*/ 46306 w 75540"/>
                  <a:gd name="connsiteY16" fmla="*/ 415 h 67626"/>
                  <a:gd name="connsiteX17" fmla="*/ 47535 w 75540"/>
                  <a:gd name="connsiteY17" fmla="*/ 519 h 67626"/>
                  <a:gd name="connsiteX18" fmla="*/ 61175 w 75540"/>
                  <a:gd name="connsiteY18" fmla="*/ 5444 h 67626"/>
                  <a:gd name="connsiteX19" fmla="*/ 70347 w 75540"/>
                  <a:gd name="connsiteY19" fmla="*/ 13902 h 67626"/>
                  <a:gd name="connsiteX20" fmla="*/ 76205 w 75540"/>
                  <a:gd name="connsiteY20" fmla="*/ 36362 h 67626"/>
                  <a:gd name="connsiteX21" fmla="*/ 66442 w 75540"/>
                  <a:gd name="connsiteY21" fmla="*/ 58279 h 67626"/>
                  <a:gd name="connsiteX22" fmla="*/ 42620 w 75540"/>
                  <a:gd name="connsiteY22" fmla="*/ 68033 h 67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5540" h="67626">
                    <a:moveTo>
                      <a:pt x="42620" y="68033"/>
                    </a:moveTo>
                    <a:lnTo>
                      <a:pt x="42620" y="68033"/>
                    </a:lnTo>
                    <a:cubicBezTo>
                      <a:pt x="36524" y="67937"/>
                      <a:pt x="30495" y="66718"/>
                      <a:pt x="24837" y="64451"/>
                    </a:cubicBezTo>
                    <a:cubicBezTo>
                      <a:pt x="17370" y="61451"/>
                      <a:pt x="10330" y="57460"/>
                      <a:pt x="3920" y="52583"/>
                    </a:cubicBezTo>
                    <a:cubicBezTo>
                      <a:pt x="2434" y="51421"/>
                      <a:pt x="1396" y="49782"/>
                      <a:pt x="1005" y="47944"/>
                    </a:cubicBezTo>
                    <a:cubicBezTo>
                      <a:pt x="662" y="46201"/>
                      <a:pt x="805" y="44401"/>
                      <a:pt x="1415" y="42734"/>
                    </a:cubicBezTo>
                    <a:cubicBezTo>
                      <a:pt x="2120" y="40753"/>
                      <a:pt x="3330" y="39000"/>
                      <a:pt x="4939" y="37648"/>
                    </a:cubicBezTo>
                    <a:cubicBezTo>
                      <a:pt x="6453" y="36305"/>
                      <a:pt x="8406" y="35552"/>
                      <a:pt x="10426" y="35505"/>
                    </a:cubicBezTo>
                    <a:cubicBezTo>
                      <a:pt x="11940" y="35514"/>
                      <a:pt x="13416" y="35971"/>
                      <a:pt x="14674" y="36809"/>
                    </a:cubicBezTo>
                    <a:cubicBezTo>
                      <a:pt x="15121" y="37152"/>
                      <a:pt x="15588" y="37505"/>
                      <a:pt x="16064" y="37886"/>
                    </a:cubicBezTo>
                    <a:lnTo>
                      <a:pt x="16102" y="37914"/>
                    </a:lnTo>
                    <a:cubicBezTo>
                      <a:pt x="23370" y="43534"/>
                      <a:pt x="34352" y="52021"/>
                      <a:pt x="44887" y="52021"/>
                    </a:cubicBezTo>
                    <a:cubicBezTo>
                      <a:pt x="49773" y="52031"/>
                      <a:pt x="54421" y="49964"/>
                      <a:pt x="57698" y="46344"/>
                    </a:cubicBezTo>
                    <a:cubicBezTo>
                      <a:pt x="61041" y="42020"/>
                      <a:pt x="62346" y="36457"/>
                      <a:pt x="61289" y="31095"/>
                    </a:cubicBezTo>
                    <a:cubicBezTo>
                      <a:pt x="58860" y="19236"/>
                      <a:pt x="45973" y="10597"/>
                      <a:pt x="42077" y="8234"/>
                    </a:cubicBezTo>
                    <a:cubicBezTo>
                      <a:pt x="40887" y="7215"/>
                      <a:pt x="40496" y="5549"/>
                      <a:pt x="41105" y="4110"/>
                    </a:cubicBezTo>
                    <a:cubicBezTo>
                      <a:pt x="41830" y="1862"/>
                      <a:pt x="43944" y="357"/>
                      <a:pt x="46306" y="415"/>
                    </a:cubicBezTo>
                    <a:cubicBezTo>
                      <a:pt x="46716" y="415"/>
                      <a:pt x="47125" y="453"/>
                      <a:pt x="47535" y="519"/>
                    </a:cubicBezTo>
                    <a:cubicBezTo>
                      <a:pt x="52355" y="1291"/>
                      <a:pt x="56984" y="2958"/>
                      <a:pt x="61175" y="5444"/>
                    </a:cubicBezTo>
                    <a:cubicBezTo>
                      <a:pt x="64775" y="7615"/>
                      <a:pt x="67900" y="10492"/>
                      <a:pt x="70347" y="13902"/>
                    </a:cubicBezTo>
                    <a:cubicBezTo>
                      <a:pt x="74900" y="20455"/>
                      <a:pt x="76977" y="28418"/>
                      <a:pt x="76205" y="36362"/>
                    </a:cubicBezTo>
                    <a:cubicBezTo>
                      <a:pt x="75567" y="44572"/>
                      <a:pt x="72119" y="52307"/>
                      <a:pt x="66442" y="58279"/>
                    </a:cubicBezTo>
                    <a:cubicBezTo>
                      <a:pt x="60194" y="64689"/>
                      <a:pt x="51564" y="68223"/>
                      <a:pt x="42620" y="68033"/>
                    </a:cubicBezTo>
                    <a:close/>
                  </a:path>
                </a:pathLst>
              </a:custGeom>
              <a:solidFill>
                <a:srgbClr val="000000"/>
              </a:solidFill>
              <a:ln w="9525" cap="flat">
                <a:noFill/>
                <a:prstDash val="solid"/>
                <a:miter/>
              </a:ln>
            </p:spPr>
            <p:txBody>
              <a:bodyPr rtlCol="0" anchor="ctr"/>
              <a:lstStyle/>
              <a:p>
                <a:endParaRPr lang="en-US"/>
              </a:p>
            </p:txBody>
          </p:sp>
          <p:sp>
            <p:nvSpPr>
              <p:cNvPr id="51" name="Полілінія: фігура 50">
                <a:extLst>
                  <a:ext uri="{FF2B5EF4-FFF2-40B4-BE49-F238E27FC236}">
                    <a16:creationId xmlns:a16="http://schemas.microsoft.com/office/drawing/2014/main" id="{F51B361D-D214-F661-C4D5-DBF1E149CCB2}"/>
                  </a:ext>
                </a:extLst>
              </p:cNvPr>
              <p:cNvSpPr/>
              <p:nvPr/>
            </p:nvSpPr>
            <p:spPr>
              <a:xfrm>
                <a:off x="9997687" y="2440560"/>
                <a:ext cx="74243" cy="45339"/>
              </a:xfrm>
              <a:custGeom>
                <a:avLst/>
                <a:gdLst>
                  <a:gd name="connsiteX0" fmla="*/ 5222 w 74243"/>
                  <a:gd name="connsiteY0" fmla="*/ 45752 h 45339"/>
                  <a:gd name="connsiteX1" fmla="*/ 3689 w 74243"/>
                  <a:gd name="connsiteY1" fmla="*/ 44809 h 45339"/>
                  <a:gd name="connsiteX2" fmla="*/ 831 w 74243"/>
                  <a:gd name="connsiteY2" fmla="*/ 32893 h 45339"/>
                  <a:gd name="connsiteX3" fmla="*/ 3765 w 74243"/>
                  <a:gd name="connsiteY3" fmla="*/ 21302 h 45339"/>
                  <a:gd name="connsiteX4" fmla="*/ 14680 w 74243"/>
                  <a:gd name="connsiteY4" fmla="*/ 8062 h 45339"/>
                  <a:gd name="connsiteX5" fmla="*/ 30025 w 74243"/>
                  <a:gd name="connsiteY5" fmla="*/ 1004 h 45339"/>
                  <a:gd name="connsiteX6" fmla="*/ 36768 w 74243"/>
                  <a:gd name="connsiteY6" fmla="*/ 413 h 45339"/>
                  <a:gd name="connsiteX7" fmla="*/ 48970 w 74243"/>
                  <a:gd name="connsiteY7" fmla="*/ 2347 h 45339"/>
                  <a:gd name="connsiteX8" fmla="*/ 60096 w 74243"/>
                  <a:gd name="connsiteY8" fmla="*/ 7919 h 45339"/>
                  <a:gd name="connsiteX9" fmla="*/ 60752 w 74243"/>
                  <a:gd name="connsiteY9" fmla="*/ 8395 h 45339"/>
                  <a:gd name="connsiteX10" fmla="*/ 72211 w 74243"/>
                  <a:gd name="connsiteY10" fmla="*/ 20492 h 45339"/>
                  <a:gd name="connsiteX11" fmla="*/ 73745 w 74243"/>
                  <a:gd name="connsiteY11" fmla="*/ 35932 h 45339"/>
                  <a:gd name="connsiteX12" fmla="*/ 66696 w 74243"/>
                  <a:gd name="connsiteY12" fmla="*/ 39951 h 45339"/>
                  <a:gd name="connsiteX13" fmla="*/ 62334 w 74243"/>
                  <a:gd name="connsiteY13" fmla="*/ 38923 h 45339"/>
                  <a:gd name="connsiteX14" fmla="*/ 55247 w 74243"/>
                  <a:gd name="connsiteY14" fmla="*/ 30779 h 45339"/>
                  <a:gd name="connsiteX15" fmla="*/ 49637 w 74243"/>
                  <a:gd name="connsiteY15" fmla="*/ 23435 h 45339"/>
                  <a:gd name="connsiteX16" fmla="*/ 35073 w 74243"/>
                  <a:gd name="connsiteY16" fmla="*/ 18120 h 45339"/>
                  <a:gd name="connsiteX17" fmla="*/ 33340 w 74243"/>
                  <a:gd name="connsiteY17" fmla="*/ 18196 h 45339"/>
                  <a:gd name="connsiteX18" fmla="*/ 7231 w 74243"/>
                  <a:gd name="connsiteY18" fmla="*/ 44323 h 45339"/>
                  <a:gd name="connsiteX19" fmla="*/ 5222 w 74243"/>
                  <a:gd name="connsiteY19" fmla="*/ 45752 h 4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243" h="45339">
                    <a:moveTo>
                      <a:pt x="5222" y="45752"/>
                    </a:moveTo>
                    <a:cubicBezTo>
                      <a:pt x="4574" y="45762"/>
                      <a:pt x="3974" y="45390"/>
                      <a:pt x="3689" y="44809"/>
                    </a:cubicBezTo>
                    <a:cubicBezTo>
                      <a:pt x="1707" y="41152"/>
                      <a:pt x="726" y="37046"/>
                      <a:pt x="831" y="32893"/>
                    </a:cubicBezTo>
                    <a:cubicBezTo>
                      <a:pt x="964" y="28864"/>
                      <a:pt x="1964" y="24912"/>
                      <a:pt x="3765" y="21302"/>
                    </a:cubicBezTo>
                    <a:cubicBezTo>
                      <a:pt x="6346" y="16110"/>
                      <a:pt x="10079" y="11586"/>
                      <a:pt x="14680" y="8062"/>
                    </a:cubicBezTo>
                    <a:cubicBezTo>
                      <a:pt x="19157" y="4509"/>
                      <a:pt x="24415" y="2090"/>
                      <a:pt x="30025" y="1004"/>
                    </a:cubicBezTo>
                    <a:cubicBezTo>
                      <a:pt x="32254" y="613"/>
                      <a:pt x="34511" y="413"/>
                      <a:pt x="36768" y="413"/>
                    </a:cubicBezTo>
                    <a:cubicBezTo>
                      <a:pt x="40912" y="413"/>
                      <a:pt x="45027" y="1070"/>
                      <a:pt x="48970" y="2347"/>
                    </a:cubicBezTo>
                    <a:cubicBezTo>
                      <a:pt x="52942" y="3633"/>
                      <a:pt x="56685" y="5509"/>
                      <a:pt x="60096" y="7919"/>
                    </a:cubicBezTo>
                    <a:lnTo>
                      <a:pt x="60752" y="8395"/>
                    </a:lnTo>
                    <a:cubicBezTo>
                      <a:pt x="65324" y="11643"/>
                      <a:pt x="69211" y="15758"/>
                      <a:pt x="72211" y="20492"/>
                    </a:cubicBezTo>
                    <a:cubicBezTo>
                      <a:pt x="75402" y="25959"/>
                      <a:pt x="75926" y="31150"/>
                      <a:pt x="73745" y="35932"/>
                    </a:cubicBezTo>
                    <a:cubicBezTo>
                      <a:pt x="72411" y="38561"/>
                      <a:pt x="69639" y="40142"/>
                      <a:pt x="66696" y="39951"/>
                    </a:cubicBezTo>
                    <a:cubicBezTo>
                      <a:pt x="65182" y="39961"/>
                      <a:pt x="63686" y="39609"/>
                      <a:pt x="62334" y="38923"/>
                    </a:cubicBezTo>
                    <a:cubicBezTo>
                      <a:pt x="58981" y="37160"/>
                      <a:pt x="57171" y="34065"/>
                      <a:pt x="55247" y="30779"/>
                    </a:cubicBezTo>
                    <a:cubicBezTo>
                      <a:pt x="53847" y="28007"/>
                      <a:pt x="51942" y="25511"/>
                      <a:pt x="49637" y="23435"/>
                    </a:cubicBezTo>
                    <a:cubicBezTo>
                      <a:pt x="45513" y="20092"/>
                      <a:pt x="40388" y="18225"/>
                      <a:pt x="35073" y="18120"/>
                    </a:cubicBezTo>
                    <a:cubicBezTo>
                      <a:pt x="34492" y="18120"/>
                      <a:pt x="33911" y="18149"/>
                      <a:pt x="33340" y="18196"/>
                    </a:cubicBezTo>
                    <a:cubicBezTo>
                      <a:pt x="18433" y="19549"/>
                      <a:pt x="10585" y="35151"/>
                      <a:pt x="7231" y="44323"/>
                    </a:cubicBezTo>
                    <a:cubicBezTo>
                      <a:pt x="6917" y="45171"/>
                      <a:pt x="6117" y="45733"/>
                      <a:pt x="5222" y="45752"/>
                    </a:cubicBezTo>
                    <a:close/>
                  </a:path>
                </a:pathLst>
              </a:custGeom>
              <a:solidFill>
                <a:srgbClr val="000000"/>
              </a:solidFill>
              <a:ln w="9525" cap="flat">
                <a:noFill/>
                <a:prstDash val="solid"/>
                <a:miter/>
              </a:ln>
            </p:spPr>
            <p:txBody>
              <a:bodyPr rtlCol="0" anchor="ctr"/>
              <a:lstStyle/>
              <a:p>
                <a:endParaRPr lang="en-US"/>
              </a:p>
            </p:txBody>
          </p:sp>
          <p:sp>
            <p:nvSpPr>
              <p:cNvPr id="52" name="Полілінія: фігура 51">
                <a:extLst>
                  <a:ext uri="{FF2B5EF4-FFF2-40B4-BE49-F238E27FC236}">
                    <a16:creationId xmlns:a16="http://schemas.microsoft.com/office/drawing/2014/main" id="{97F67764-082B-729F-3F5E-D42AFA0B1C1A}"/>
                  </a:ext>
                </a:extLst>
              </p:cNvPr>
              <p:cNvSpPr/>
              <p:nvPr/>
            </p:nvSpPr>
            <p:spPr>
              <a:xfrm>
                <a:off x="10166117" y="2434045"/>
                <a:ext cx="68965" cy="48254"/>
              </a:xfrm>
              <a:custGeom>
                <a:avLst/>
                <a:gdLst>
                  <a:gd name="connsiteX0" fmla="*/ 58962 w 68965"/>
                  <a:gd name="connsiteY0" fmla="*/ 48667 h 48254"/>
                  <a:gd name="connsiteX1" fmla="*/ 52609 w 68965"/>
                  <a:gd name="connsiteY1" fmla="*/ 46762 h 48254"/>
                  <a:gd name="connsiteX2" fmla="*/ 48599 w 68965"/>
                  <a:gd name="connsiteY2" fmla="*/ 41104 h 48254"/>
                  <a:gd name="connsiteX3" fmla="*/ 47656 w 68965"/>
                  <a:gd name="connsiteY3" fmla="*/ 36856 h 48254"/>
                  <a:gd name="connsiteX4" fmla="*/ 43332 w 68965"/>
                  <a:gd name="connsiteY4" fmla="*/ 26254 h 48254"/>
                  <a:gd name="connsiteX5" fmla="*/ 31502 w 68965"/>
                  <a:gd name="connsiteY5" fmla="*/ 20625 h 48254"/>
                  <a:gd name="connsiteX6" fmla="*/ 30502 w 68965"/>
                  <a:gd name="connsiteY6" fmla="*/ 20663 h 48254"/>
                  <a:gd name="connsiteX7" fmla="*/ 16157 w 68965"/>
                  <a:gd name="connsiteY7" fmla="*/ 27607 h 48254"/>
                  <a:gd name="connsiteX8" fmla="*/ 11956 w 68965"/>
                  <a:gd name="connsiteY8" fmla="*/ 33103 h 48254"/>
                  <a:gd name="connsiteX9" fmla="*/ 7041 w 68965"/>
                  <a:gd name="connsiteY9" fmla="*/ 39218 h 48254"/>
                  <a:gd name="connsiteX10" fmla="*/ 5546 w 68965"/>
                  <a:gd name="connsiteY10" fmla="*/ 39799 h 48254"/>
                  <a:gd name="connsiteX11" fmla="*/ 4108 w 68965"/>
                  <a:gd name="connsiteY11" fmla="*/ 39218 h 48254"/>
                  <a:gd name="connsiteX12" fmla="*/ 1051 w 68965"/>
                  <a:gd name="connsiteY12" fmla="*/ 27569 h 48254"/>
                  <a:gd name="connsiteX13" fmla="*/ 5556 w 68965"/>
                  <a:gd name="connsiteY13" fmla="*/ 15739 h 48254"/>
                  <a:gd name="connsiteX14" fmla="*/ 16300 w 68965"/>
                  <a:gd name="connsiteY14" fmla="*/ 5252 h 48254"/>
                  <a:gd name="connsiteX15" fmla="*/ 30511 w 68965"/>
                  <a:gd name="connsiteY15" fmla="*/ 508 h 48254"/>
                  <a:gd name="connsiteX16" fmla="*/ 32797 w 68965"/>
                  <a:gd name="connsiteY16" fmla="*/ 413 h 48254"/>
                  <a:gd name="connsiteX17" fmla="*/ 62762 w 68965"/>
                  <a:gd name="connsiteY17" fmla="*/ 16025 h 48254"/>
                  <a:gd name="connsiteX18" fmla="*/ 69030 w 68965"/>
                  <a:gd name="connsiteY18" fmla="*/ 41094 h 48254"/>
                  <a:gd name="connsiteX19" fmla="*/ 65182 w 68965"/>
                  <a:gd name="connsiteY19" fmla="*/ 46781 h 48254"/>
                  <a:gd name="connsiteX20" fmla="*/ 58962 w 68965"/>
                  <a:gd name="connsiteY20" fmla="*/ 48667 h 48254"/>
                  <a:gd name="connsiteX21" fmla="*/ 58962 w 68965"/>
                  <a:gd name="connsiteY21" fmla="*/ 48667 h 4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965" h="48254">
                    <a:moveTo>
                      <a:pt x="58962" y="48667"/>
                    </a:moveTo>
                    <a:cubicBezTo>
                      <a:pt x="56705" y="48676"/>
                      <a:pt x="54495" y="48010"/>
                      <a:pt x="52609" y="46762"/>
                    </a:cubicBezTo>
                    <a:cubicBezTo>
                      <a:pt x="50628" y="45419"/>
                      <a:pt x="49209" y="43409"/>
                      <a:pt x="48599" y="41104"/>
                    </a:cubicBezTo>
                    <a:cubicBezTo>
                      <a:pt x="48199" y="39647"/>
                      <a:pt x="47923" y="38227"/>
                      <a:pt x="47656" y="36856"/>
                    </a:cubicBezTo>
                    <a:cubicBezTo>
                      <a:pt x="46913" y="33112"/>
                      <a:pt x="46218" y="29588"/>
                      <a:pt x="43332" y="26254"/>
                    </a:cubicBezTo>
                    <a:cubicBezTo>
                      <a:pt x="40388" y="22749"/>
                      <a:pt x="36073" y="20701"/>
                      <a:pt x="31502" y="20625"/>
                    </a:cubicBezTo>
                    <a:cubicBezTo>
                      <a:pt x="31168" y="20625"/>
                      <a:pt x="30835" y="20635"/>
                      <a:pt x="30502" y="20663"/>
                    </a:cubicBezTo>
                    <a:cubicBezTo>
                      <a:pt x="25034" y="21168"/>
                      <a:pt x="19938" y="23635"/>
                      <a:pt x="16157" y="27607"/>
                    </a:cubicBezTo>
                    <a:cubicBezTo>
                      <a:pt x="14585" y="29302"/>
                      <a:pt x="13175" y="31141"/>
                      <a:pt x="11956" y="33103"/>
                    </a:cubicBezTo>
                    <a:cubicBezTo>
                      <a:pt x="10594" y="35351"/>
                      <a:pt x="8947" y="37408"/>
                      <a:pt x="7041" y="39218"/>
                    </a:cubicBezTo>
                    <a:cubicBezTo>
                      <a:pt x="6632" y="39580"/>
                      <a:pt x="6099" y="39789"/>
                      <a:pt x="5546" y="39799"/>
                    </a:cubicBezTo>
                    <a:cubicBezTo>
                      <a:pt x="5013" y="39799"/>
                      <a:pt x="4499" y="39589"/>
                      <a:pt x="4108" y="39218"/>
                    </a:cubicBezTo>
                    <a:cubicBezTo>
                      <a:pt x="641" y="36018"/>
                      <a:pt x="536" y="31122"/>
                      <a:pt x="1051" y="27569"/>
                    </a:cubicBezTo>
                    <a:cubicBezTo>
                      <a:pt x="1727" y="23359"/>
                      <a:pt x="3260" y="19330"/>
                      <a:pt x="5556" y="15739"/>
                    </a:cubicBezTo>
                    <a:cubicBezTo>
                      <a:pt x="8337" y="11510"/>
                      <a:pt x="12004" y="7928"/>
                      <a:pt x="16300" y="5252"/>
                    </a:cubicBezTo>
                    <a:cubicBezTo>
                      <a:pt x="20595" y="2575"/>
                      <a:pt x="25472" y="946"/>
                      <a:pt x="30511" y="508"/>
                    </a:cubicBezTo>
                    <a:cubicBezTo>
                      <a:pt x="31264" y="451"/>
                      <a:pt x="32025" y="413"/>
                      <a:pt x="32797" y="413"/>
                    </a:cubicBezTo>
                    <a:cubicBezTo>
                      <a:pt x="43589" y="413"/>
                      <a:pt x="55352" y="6538"/>
                      <a:pt x="62762" y="16025"/>
                    </a:cubicBezTo>
                    <a:cubicBezTo>
                      <a:pt x="68887" y="23864"/>
                      <a:pt x="71107" y="32760"/>
                      <a:pt x="69030" y="41094"/>
                    </a:cubicBezTo>
                    <a:cubicBezTo>
                      <a:pt x="68487" y="43399"/>
                      <a:pt x="67116" y="45419"/>
                      <a:pt x="65182" y="46781"/>
                    </a:cubicBezTo>
                    <a:cubicBezTo>
                      <a:pt x="63335" y="48038"/>
                      <a:pt x="61172" y="48686"/>
                      <a:pt x="58962" y="48667"/>
                    </a:cubicBezTo>
                    <a:lnTo>
                      <a:pt x="58962" y="48667"/>
                    </a:lnTo>
                    <a:close/>
                  </a:path>
                </a:pathLst>
              </a:custGeom>
              <a:solidFill>
                <a:srgbClr val="000000"/>
              </a:solidFill>
              <a:ln w="9525" cap="flat">
                <a:noFill/>
                <a:prstDash val="solid"/>
                <a:miter/>
              </a:ln>
            </p:spPr>
            <p:txBody>
              <a:bodyPr rtlCol="0" anchor="ctr"/>
              <a:lstStyle/>
              <a:p>
                <a:endParaRPr lang="en-US"/>
              </a:p>
            </p:txBody>
          </p:sp>
          <p:sp>
            <p:nvSpPr>
              <p:cNvPr id="53" name="Полілінія: фігура 52">
                <a:extLst>
                  <a:ext uri="{FF2B5EF4-FFF2-40B4-BE49-F238E27FC236}">
                    <a16:creationId xmlns:a16="http://schemas.microsoft.com/office/drawing/2014/main" id="{17763C68-FBC6-4DCB-AAE8-DDF411461665}"/>
                  </a:ext>
                </a:extLst>
              </p:cNvPr>
              <p:cNvSpPr/>
              <p:nvPr/>
            </p:nvSpPr>
            <p:spPr>
              <a:xfrm>
                <a:off x="9972357" y="2384914"/>
                <a:ext cx="79899" cy="57523"/>
              </a:xfrm>
              <a:custGeom>
                <a:avLst/>
                <a:gdLst>
                  <a:gd name="connsiteX0" fmla="*/ 6101 w 79899"/>
                  <a:gd name="connsiteY0" fmla="*/ 57936 h 57523"/>
                  <a:gd name="connsiteX1" fmla="*/ 4081 w 79899"/>
                  <a:gd name="connsiteY1" fmla="*/ 57078 h 57523"/>
                  <a:gd name="connsiteX2" fmla="*/ 3710 w 79899"/>
                  <a:gd name="connsiteY2" fmla="*/ 36657 h 57523"/>
                  <a:gd name="connsiteX3" fmla="*/ 16902 w 79899"/>
                  <a:gd name="connsiteY3" fmla="*/ 18835 h 57523"/>
                  <a:gd name="connsiteX4" fmla="*/ 60622 w 79899"/>
                  <a:gd name="connsiteY4" fmla="*/ 414 h 57523"/>
                  <a:gd name="connsiteX5" fmla="*/ 70871 w 79899"/>
                  <a:gd name="connsiteY5" fmla="*/ 1929 h 57523"/>
                  <a:gd name="connsiteX6" fmla="*/ 77758 w 79899"/>
                  <a:gd name="connsiteY6" fmla="*/ 7167 h 57523"/>
                  <a:gd name="connsiteX7" fmla="*/ 80672 w 79899"/>
                  <a:gd name="connsiteY7" fmla="*/ 15330 h 57523"/>
                  <a:gd name="connsiteX8" fmla="*/ 74081 w 79899"/>
                  <a:gd name="connsiteY8" fmla="*/ 26494 h 57523"/>
                  <a:gd name="connsiteX9" fmla="*/ 53802 w 79899"/>
                  <a:gd name="connsiteY9" fmla="*/ 31227 h 57523"/>
                  <a:gd name="connsiteX10" fmla="*/ 32904 w 79899"/>
                  <a:gd name="connsiteY10" fmla="*/ 36181 h 57523"/>
                  <a:gd name="connsiteX11" fmla="*/ 18264 w 79899"/>
                  <a:gd name="connsiteY11" fmla="*/ 46744 h 57523"/>
                  <a:gd name="connsiteX12" fmla="*/ 16426 w 79899"/>
                  <a:gd name="connsiteY12" fmla="*/ 49087 h 57523"/>
                  <a:gd name="connsiteX13" fmla="*/ 7720 w 79899"/>
                  <a:gd name="connsiteY13" fmla="*/ 57555 h 57523"/>
                  <a:gd name="connsiteX14" fmla="*/ 6101 w 79899"/>
                  <a:gd name="connsiteY14" fmla="*/ 57936 h 57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899" h="57523">
                    <a:moveTo>
                      <a:pt x="6101" y="57936"/>
                    </a:moveTo>
                    <a:cubicBezTo>
                      <a:pt x="5330" y="57955"/>
                      <a:pt x="4596" y="57650"/>
                      <a:pt x="4081" y="57078"/>
                    </a:cubicBezTo>
                    <a:cubicBezTo>
                      <a:pt x="-1243" y="51058"/>
                      <a:pt x="939" y="42648"/>
                      <a:pt x="3710" y="36657"/>
                    </a:cubicBezTo>
                    <a:cubicBezTo>
                      <a:pt x="6939" y="29932"/>
                      <a:pt x="11416" y="23884"/>
                      <a:pt x="16902" y="18835"/>
                    </a:cubicBezTo>
                    <a:cubicBezTo>
                      <a:pt x="27256" y="9672"/>
                      <a:pt x="44792" y="414"/>
                      <a:pt x="60622" y="414"/>
                    </a:cubicBezTo>
                    <a:cubicBezTo>
                      <a:pt x="64099" y="385"/>
                      <a:pt x="67556" y="900"/>
                      <a:pt x="70871" y="1929"/>
                    </a:cubicBezTo>
                    <a:cubicBezTo>
                      <a:pt x="73671" y="2881"/>
                      <a:pt x="76090" y="4719"/>
                      <a:pt x="77758" y="7167"/>
                    </a:cubicBezTo>
                    <a:cubicBezTo>
                      <a:pt x="79462" y="9568"/>
                      <a:pt x="80472" y="12387"/>
                      <a:pt x="80672" y="15330"/>
                    </a:cubicBezTo>
                    <a:cubicBezTo>
                      <a:pt x="81129" y="20093"/>
                      <a:pt x="78472" y="24598"/>
                      <a:pt x="74081" y="26494"/>
                    </a:cubicBezTo>
                    <a:cubicBezTo>
                      <a:pt x="67651" y="29437"/>
                      <a:pt x="60612" y="30342"/>
                      <a:pt x="53802" y="31227"/>
                    </a:cubicBezTo>
                    <a:cubicBezTo>
                      <a:pt x="46811" y="32132"/>
                      <a:pt x="39581" y="33066"/>
                      <a:pt x="32904" y="36181"/>
                    </a:cubicBezTo>
                    <a:cubicBezTo>
                      <a:pt x="26275" y="39266"/>
                      <a:pt x="21617" y="42629"/>
                      <a:pt x="18264" y="46744"/>
                    </a:cubicBezTo>
                    <a:cubicBezTo>
                      <a:pt x="17655" y="47487"/>
                      <a:pt x="17054" y="48268"/>
                      <a:pt x="16426" y="49087"/>
                    </a:cubicBezTo>
                    <a:cubicBezTo>
                      <a:pt x="13873" y="52402"/>
                      <a:pt x="11244" y="55831"/>
                      <a:pt x="7720" y="57555"/>
                    </a:cubicBezTo>
                    <a:cubicBezTo>
                      <a:pt x="7215" y="57802"/>
                      <a:pt x="6663" y="57926"/>
                      <a:pt x="6101" y="57936"/>
                    </a:cubicBezTo>
                    <a:close/>
                  </a:path>
                </a:pathLst>
              </a:custGeom>
              <a:solidFill>
                <a:srgbClr val="000000"/>
              </a:solidFill>
              <a:ln w="9525" cap="flat">
                <a:noFill/>
                <a:prstDash val="solid"/>
                <a:miter/>
              </a:ln>
            </p:spPr>
            <p:txBody>
              <a:bodyPr rtlCol="0" anchor="ctr"/>
              <a:lstStyle/>
              <a:p>
                <a:endParaRPr lang="en-US"/>
              </a:p>
            </p:txBody>
          </p:sp>
          <p:sp>
            <p:nvSpPr>
              <p:cNvPr id="54" name="Полілінія: фігура 53">
                <a:extLst>
                  <a:ext uri="{FF2B5EF4-FFF2-40B4-BE49-F238E27FC236}">
                    <a16:creationId xmlns:a16="http://schemas.microsoft.com/office/drawing/2014/main" id="{D01E4D3B-16E9-C043-D967-433DCDF4C955}"/>
                  </a:ext>
                </a:extLst>
              </p:cNvPr>
              <p:cNvSpPr/>
              <p:nvPr/>
            </p:nvSpPr>
            <p:spPr>
              <a:xfrm>
                <a:off x="10154288" y="2384065"/>
                <a:ext cx="83531" cy="45151"/>
              </a:xfrm>
              <a:custGeom>
                <a:avLst/>
                <a:gdLst>
                  <a:gd name="connsiteX0" fmla="*/ 73431 w 83531"/>
                  <a:gd name="connsiteY0" fmla="*/ 45564 h 45151"/>
                  <a:gd name="connsiteX1" fmla="*/ 68097 w 83531"/>
                  <a:gd name="connsiteY1" fmla="*/ 44088 h 45151"/>
                  <a:gd name="connsiteX2" fmla="*/ 59686 w 83531"/>
                  <a:gd name="connsiteY2" fmla="*/ 35515 h 45151"/>
                  <a:gd name="connsiteX3" fmla="*/ 54238 w 83531"/>
                  <a:gd name="connsiteY3" fmla="*/ 29105 h 45151"/>
                  <a:gd name="connsiteX4" fmla="*/ 39912 w 83531"/>
                  <a:gd name="connsiteY4" fmla="*/ 20208 h 45151"/>
                  <a:gd name="connsiteX5" fmla="*/ 22024 w 83531"/>
                  <a:gd name="connsiteY5" fmla="*/ 16675 h 45151"/>
                  <a:gd name="connsiteX6" fmla="*/ 21672 w 83531"/>
                  <a:gd name="connsiteY6" fmla="*/ 16675 h 45151"/>
                  <a:gd name="connsiteX7" fmla="*/ 13213 w 83531"/>
                  <a:gd name="connsiteY7" fmla="*/ 17761 h 45151"/>
                  <a:gd name="connsiteX8" fmla="*/ 7669 w 83531"/>
                  <a:gd name="connsiteY8" fmla="*/ 18675 h 45151"/>
                  <a:gd name="connsiteX9" fmla="*/ 7669 w 83531"/>
                  <a:gd name="connsiteY9" fmla="*/ 18875 h 45151"/>
                  <a:gd name="connsiteX10" fmla="*/ 6536 w 83531"/>
                  <a:gd name="connsiteY10" fmla="*/ 19123 h 45151"/>
                  <a:gd name="connsiteX11" fmla="*/ 2193 w 83531"/>
                  <a:gd name="connsiteY11" fmla="*/ 18389 h 45151"/>
                  <a:gd name="connsiteX12" fmla="*/ 1155 w 83531"/>
                  <a:gd name="connsiteY12" fmla="*/ 14417 h 45151"/>
                  <a:gd name="connsiteX13" fmla="*/ 9279 w 83531"/>
                  <a:gd name="connsiteY13" fmla="*/ 6559 h 45151"/>
                  <a:gd name="connsiteX14" fmla="*/ 33854 w 83531"/>
                  <a:gd name="connsiteY14" fmla="*/ 415 h 45151"/>
                  <a:gd name="connsiteX15" fmla="*/ 45103 w 83531"/>
                  <a:gd name="connsiteY15" fmla="*/ 1406 h 45151"/>
                  <a:gd name="connsiteX16" fmla="*/ 68134 w 83531"/>
                  <a:gd name="connsiteY16" fmla="*/ 11103 h 45151"/>
                  <a:gd name="connsiteX17" fmla="*/ 68906 w 83531"/>
                  <a:gd name="connsiteY17" fmla="*/ 11674 h 45151"/>
                  <a:gd name="connsiteX18" fmla="*/ 84336 w 83531"/>
                  <a:gd name="connsiteY18" fmla="*/ 34763 h 45151"/>
                  <a:gd name="connsiteX19" fmla="*/ 80879 w 83531"/>
                  <a:gd name="connsiteY19" fmla="*/ 42459 h 45151"/>
                  <a:gd name="connsiteX20" fmla="*/ 73431 w 83531"/>
                  <a:gd name="connsiteY20" fmla="*/ 45564 h 45151"/>
                  <a:gd name="connsiteX21" fmla="*/ 73431 w 83531"/>
                  <a:gd name="connsiteY21" fmla="*/ 45564 h 4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3531" h="45151">
                    <a:moveTo>
                      <a:pt x="73431" y="45564"/>
                    </a:moveTo>
                    <a:cubicBezTo>
                      <a:pt x="71554" y="45555"/>
                      <a:pt x="69706" y="45050"/>
                      <a:pt x="68097" y="44088"/>
                    </a:cubicBezTo>
                    <a:cubicBezTo>
                      <a:pt x="64553" y="42049"/>
                      <a:pt x="62077" y="38725"/>
                      <a:pt x="59686" y="35515"/>
                    </a:cubicBezTo>
                    <a:cubicBezTo>
                      <a:pt x="58076" y="33210"/>
                      <a:pt x="56257" y="31067"/>
                      <a:pt x="54238" y="29105"/>
                    </a:cubicBezTo>
                    <a:cubicBezTo>
                      <a:pt x="50027" y="25304"/>
                      <a:pt x="45179" y="22295"/>
                      <a:pt x="39912" y="20208"/>
                    </a:cubicBezTo>
                    <a:cubicBezTo>
                      <a:pt x="34216" y="17932"/>
                      <a:pt x="28158" y="16732"/>
                      <a:pt x="22024" y="16675"/>
                    </a:cubicBezTo>
                    <a:lnTo>
                      <a:pt x="21672" y="16675"/>
                    </a:lnTo>
                    <a:cubicBezTo>
                      <a:pt x="18823" y="16770"/>
                      <a:pt x="15995" y="17132"/>
                      <a:pt x="13213" y="17761"/>
                    </a:cubicBezTo>
                    <a:cubicBezTo>
                      <a:pt x="11384" y="18113"/>
                      <a:pt x="9498" y="18475"/>
                      <a:pt x="7669" y="18675"/>
                    </a:cubicBezTo>
                    <a:cubicBezTo>
                      <a:pt x="7708" y="18742"/>
                      <a:pt x="7708" y="18818"/>
                      <a:pt x="7669" y="18875"/>
                    </a:cubicBezTo>
                    <a:cubicBezTo>
                      <a:pt x="7565" y="19037"/>
                      <a:pt x="7175" y="19123"/>
                      <a:pt x="6536" y="19123"/>
                    </a:cubicBezTo>
                    <a:cubicBezTo>
                      <a:pt x="5060" y="19075"/>
                      <a:pt x="3593" y="18837"/>
                      <a:pt x="2193" y="18389"/>
                    </a:cubicBezTo>
                    <a:cubicBezTo>
                      <a:pt x="516" y="17675"/>
                      <a:pt x="659" y="15570"/>
                      <a:pt x="1155" y="14417"/>
                    </a:cubicBezTo>
                    <a:cubicBezTo>
                      <a:pt x="2365" y="11560"/>
                      <a:pt x="5098" y="8912"/>
                      <a:pt x="9279" y="6559"/>
                    </a:cubicBezTo>
                    <a:cubicBezTo>
                      <a:pt x="16814" y="2444"/>
                      <a:pt x="25272" y="330"/>
                      <a:pt x="33854" y="415"/>
                    </a:cubicBezTo>
                    <a:cubicBezTo>
                      <a:pt x="37626" y="425"/>
                      <a:pt x="41388" y="758"/>
                      <a:pt x="45103" y="1406"/>
                    </a:cubicBezTo>
                    <a:cubicBezTo>
                      <a:pt x="53418" y="2835"/>
                      <a:pt x="61295" y="6159"/>
                      <a:pt x="68134" y="11103"/>
                    </a:cubicBezTo>
                    <a:lnTo>
                      <a:pt x="68906" y="11674"/>
                    </a:lnTo>
                    <a:cubicBezTo>
                      <a:pt x="75764" y="16837"/>
                      <a:pt x="84812" y="24847"/>
                      <a:pt x="84336" y="34763"/>
                    </a:cubicBezTo>
                    <a:cubicBezTo>
                      <a:pt x="84203" y="37677"/>
                      <a:pt x="82974" y="40430"/>
                      <a:pt x="80879" y="42459"/>
                    </a:cubicBezTo>
                    <a:cubicBezTo>
                      <a:pt x="78878" y="44431"/>
                      <a:pt x="76212" y="45545"/>
                      <a:pt x="73431" y="45564"/>
                    </a:cubicBezTo>
                    <a:lnTo>
                      <a:pt x="73431" y="45564"/>
                    </a:lnTo>
                    <a:close/>
                  </a:path>
                </a:pathLst>
              </a:custGeom>
              <a:solidFill>
                <a:srgbClr val="000000"/>
              </a:solidFill>
              <a:ln w="9525" cap="flat">
                <a:noFill/>
                <a:prstDash val="solid"/>
                <a:miter/>
              </a:ln>
            </p:spPr>
            <p:txBody>
              <a:bodyPr rtlCol="0" anchor="ctr"/>
              <a:lstStyle/>
              <a:p>
                <a:endParaRPr lang="en-US"/>
              </a:p>
            </p:txBody>
          </p:sp>
        </p:grpSp>
      </p:grpSp>
      <p:sp>
        <p:nvSpPr>
          <p:cNvPr id="2" name="Прямокутник 1">
            <a:extLst>
              <a:ext uri="{FF2B5EF4-FFF2-40B4-BE49-F238E27FC236}">
                <a16:creationId xmlns:a16="http://schemas.microsoft.com/office/drawing/2014/main" id="{531BE001-676D-C30C-1F35-8135C4B36AF4}"/>
              </a:ext>
            </a:extLst>
          </p:cNvPr>
          <p:cNvSpPr/>
          <p:nvPr/>
        </p:nvSpPr>
        <p:spPr>
          <a:xfrm>
            <a:off x="-13070399" y="342840"/>
            <a:ext cx="13070399" cy="523220"/>
          </a:xfrm>
          <a:prstGeom prst="rect">
            <a:avLst/>
          </a:prstGeom>
          <a:solidFill>
            <a:srgbClr val="F8F8F8">
              <a:alpha val="50196"/>
            </a:srgbClr>
          </a:solidFill>
        </p:spPr>
        <p:txBody>
          <a:bodyPr wrap="square" lIns="91440" tIns="45720" rIns="91440" bIns="45720">
            <a:spAutoFit/>
          </a:bodyPr>
          <a:lstStyle/>
          <a:p>
            <a:pPr algn="ctr"/>
            <a:r>
              <a:rPr lang="en-US" sz="2800" dirty="0">
                <a:ln w="0"/>
                <a:effectLst>
                  <a:outerShdw blurRad="38100" dist="19050" dir="2700000" algn="tl" rotWithShape="0">
                    <a:schemeClr val="dk1">
                      <a:alpha val="40000"/>
                    </a:schemeClr>
                  </a:outerShdw>
                </a:effectLst>
                <a:latin typeface="Castellar" panose="020A0402060406010301" pitchFamily="18" charset="0"/>
              </a:rPr>
              <a:t>Several days later</a:t>
            </a:r>
            <a:endParaRPr lang="uk-UA" sz="2800" dirty="0">
              <a:ln w="0"/>
              <a:effectLst>
                <a:outerShdw blurRad="38100" dist="19050" dir="2700000" algn="tl" rotWithShape="0">
                  <a:schemeClr val="dk1">
                    <a:alpha val="40000"/>
                  </a:schemeClr>
                </a:outerShdw>
              </a:effectLst>
            </a:endParaRPr>
          </a:p>
        </p:txBody>
      </p:sp>
      <p:grpSp>
        <p:nvGrpSpPr>
          <p:cNvPr id="89" name="Групувати 88">
            <a:extLst>
              <a:ext uri="{FF2B5EF4-FFF2-40B4-BE49-F238E27FC236}">
                <a16:creationId xmlns:a16="http://schemas.microsoft.com/office/drawing/2014/main" id="{99807EF9-12C8-C84F-E248-1E8AA5D77B20}"/>
              </a:ext>
            </a:extLst>
          </p:cNvPr>
          <p:cNvGrpSpPr/>
          <p:nvPr/>
        </p:nvGrpSpPr>
        <p:grpSpPr>
          <a:xfrm>
            <a:off x="225711" y="4151851"/>
            <a:ext cx="1131086" cy="4433746"/>
            <a:chOff x="225711" y="4151851"/>
            <a:chExt cx="1131086" cy="4433746"/>
          </a:xfrm>
        </p:grpSpPr>
        <p:grpSp>
          <p:nvGrpSpPr>
            <p:cNvPr id="86" name="Групувати 85">
              <a:extLst>
                <a:ext uri="{FF2B5EF4-FFF2-40B4-BE49-F238E27FC236}">
                  <a16:creationId xmlns:a16="http://schemas.microsoft.com/office/drawing/2014/main" id="{8CABF1EE-2991-B7D2-7C6A-6534FBE7991C}"/>
                </a:ext>
              </a:extLst>
            </p:cNvPr>
            <p:cNvGrpSpPr/>
            <p:nvPr/>
          </p:nvGrpSpPr>
          <p:grpSpPr>
            <a:xfrm>
              <a:off x="225711" y="4151851"/>
              <a:ext cx="1131086" cy="4433746"/>
              <a:chOff x="119031" y="3265911"/>
              <a:chExt cx="1131086" cy="4433746"/>
            </a:xfrm>
          </p:grpSpPr>
          <p:grpSp>
            <p:nvGrpSpPr>
              <p:cNvPr id="75" name="Графіка 73" descr="Woman crossing arms">
                <a:extLst>
                  <a:ext uri="{FF2B5EF4-FFF2-40B4-BE49-F238E27FC236}">
                    <a16:creationId xmlns:a16="http://schemas.microsoft.com/office/drawing/2014/main" id="{52EC2D5D-23A6-E940-D9AD-BCC4899024E7}"/>
                  </a:ext>
                </a:extLst>
              </p:cNvPr>
              <p:cNvGrpSpPr/>
              <p:nvPr/>
            </p:nvGrpSpPr>
            <p:grpSpPr>
              <a:xfrm>
                <a:off x="119031" y="3845147"/>
                <a:ext cx="1131086" cy="3854510"/>
                <a:chOff x="911334" y="4756110"/>
                <a:chExt cx="1131086" cy="3854510"/>
              </a:xfrm>
            </p:grpSpPr>
            <p:sp>
              <p:nvSpPr>
                <p:cNvPr id="76" name="Полілінія: фігура 75">
                  <a:extLst>
                    <a:ext uri="{FF2B5EF4-FFF2-40B4-BE49-F238E27FC236}">
                      <a16:creationId xmlns:a16="http://schemas.microsoft.com/office/drawing/2014/main" id="{83718AF8-05D6-08CF-6E3F-4EE6783EAF02}"/>
                    </a:ext>
                  </a:extLst>
                </p:cNvPr>
                <p:cNvSpPr/>
                <p:nvPr/>
              </p:nvSpPr>
              <p:spPr>
                <a:xfrm>
                  <a:off x="924760" y="4763083"/>
                  <a:ext cx="1104515" cy="3834600"/>
                </a:xfrm>
                <a:custGeom>
                  <a:avLst/>
                  <a:gdLst>
                    <a:gd name="connsiteX0" fmla="*/ 829766 w 1104515"/>
                    <a:gd name="connsiteY0" fmla="*/ 1052373 h 3834600"/>
                    <a:gd name="connsiteX1" fmla="*/ 1060358 w 1104515"/>
                    <a:gd name="connsiteY1" fmla="*/ 1045387 h 3834600"/>
                    <a:gd name="connsiteX2" fmla="*/ 1104405 w 1104515"/>
                    <a:gd name="connsiteY2" fmla="*/ 1018421 h 3834600"/>
                    <a:gd name="connsiteX3" fmla="*/ 1090803 w 1104515"/>
                    <a:gd name="connsiteY3" fmla="*/ 873381 h 3834600"/>
                    <a:gd name="connsiteX4" fmla="*/ 1059154 w 1104515"/>
                    <a:gd name="connsiteY4" fmla="*/ 743981 h 3834600"/>
                    <a:gd name="connsiteX5" fmla="*/ 944768 w 1104515"/>
                    <a:gd name="connsiteY5" fmla="*/ 462792 h 3834600"/>
                    <a:gd name="connsiteX6" fmla="*/ 871651 w 1104515"/>
                    <a:gd name="connsiteY6" fmla="*/ 296312 h 3834600"/>
                    <a:gd name="connsiteX7" fmla="*/ 842059 w 1104515"/>
                    <a:gd name="connsiteY7" fmla="*/ 272294 h 3834600"/>
                    <a:gd name="connsiteX8" fmla="*/ 710792 w 1104515"/>
                    <a:gd name="connsiteY8" fmla="*/ 224712 h 3834600"/>
                    <a:gd name="connsiteX9" fmla="*/ 607467 w 1104515"/>
                    <a:gd name="connsiteY9" fmla="*/ 122458 h 3834600"/>
                    <a:gd name="connsiteX10" fmla="*/ 606519 w 1104515"/>
                    <a:gd name="connsiteY10" fmla="*/ 122192 h 3834600"/>
                    <a:gd name="connsiteX11" fmla="*/ 563363 w 1104515"/>
                    <a:gd name="connsiteY11" fmla="*/ 125074 h 3834600"/>
                    <a:gd name="connsiteX12" fmla="*/ 295757 w 1104515"/>
                    <a:gd name="connsiteY12" fmla="*/ 5 h 3834600"/>
                    <a:gd name="connsiteX13" fmla="*/ 294203 w 1104515"/>
                    <a:gd name="connsiteY13" fmla="*/ 1579 h 3834600"/>
                    <a:gd name="connsiteX14" fmla="*/ 302790 w 1104515"/>
                    <a:gd name="connsiteY14" fmla="*/ 43644 h 3834600"/>
                    <a:gd name="connsiteX15" fmla="*/ 301454 w 1104515"/>
                    <a:gd name="connsiteY15" fmla="*/ 87539 h 3834600"/>
                    <a:gd name="connsiteX16" fmla="*/ 248052 w 1104515"/>
                    <a:gd name="connsiteY16" fmla="*/ 168447 h 3834600"/>
                    <a:gd name="connsiteX17" fmla="*/ 149646 w 1104515"/>
                    <a:gd name="connsiteY17" fmla="*/ 203385 h 3834600"/>
                    <a:gd name="connsiteX18" fmla="*/ 43667 w 1104515"/>
                    <a:gd name="connsiteY18" fmla="*/ 226968 h 3834600"/>
                    <a:gd name="connsiteX19" fmla="*/ 5820 w 1104515"/>
                    <a:gd name="connsiteY19" fmla="*/ 347790 h 3834600"/>
                    <a:gd name="connsiteX20" fmla="*/ 152082 w 1104515"/>
                    <a:gd name="connsiteY20" fmla="*/ 781298 h 3834600"/>
                    <a:gd name="connsiteX21" fmla="*/ 184868 w 1104515"/>
                    <a:gd name="connsiteY21" fmla="*/ 956280 h 3834600"/>
                    <a:gd name="connsiteX22" fmla="*/ 101135 w 1104515"/>
                    <a:gd name="connsiteY22" fmla="*/ 1278644 h 3834600"/>
                    <a:gd name="connsiteX23" fmla="*/ 0 w 1104515"/>
                    <a:gd name="connsiteY23" fmla="*/ 1491426 h 3834600"/>
                    <a:gd name="connsiteX24" fmla="*/ 44634 w 1104515"/>
                    <a:gd name="connsiteY24" fmla="*/ 1514193 h 3834600"/>
                    <a:gd name="connsiteX25" fmla="*/ 29042 w 1104515"/>
                    <a:gd name="connsiteY25" fmla="*/ 1605490 h 3834600"/>
                    <a:gd name="connsiteX26" fmla="*/ 30511 w 1104515"/>
                    <a:gd name="connsiteY26" fmla="*/ 1814623 h 3834600"/>
                    <a:gd name="connsiteX27" fmla="*/ 49487 w 1104515"/>
                    <a:gd name="connsiteY27" fmla="*/ 2065566 h 3834600"/>
                    <a:gd name="connsiteX28" fmla="*/ 49487 w 1104515"/>
                    <a:gd name="connsiteY28" fmla="*/ 2256264 h 3834600"/>
                    <a:gd name="connsiteX29" fmla="*/ 29108 w 1104515"/>
                    <a:gd name="connsiteY29" fmla="*/ 2435322 h 3834600"/>
                    <a:gd name="connsiteX30" fmla="*/ 192290 w 1104515"/>
                    <a:gd name="connsiteY30" fmla="*/ 2484952 h 3834600"/>
                    <a:gd name="connsiteX31" fmla="*/ 213522 w 1104515"/>
                    <a:gd name="connsiteY31" fmla="*/ 3163099 h 3834600"/>
                    <a:gd name="connsiteX32" fmla="*/ 267075 w 1104515"/>
                    <a:gd name="connsiteY32" fmla="*/ 3336555 h 3834600"/>
                    <a:gd name="connsiteX33" fmla="*/ 254829 w 1104515"/>
                    <a:gd name="connsiteY33" fmla="*/ 3377635 h 3834600"/>
                    <a:gd name="connsiteX34" fmla="*/ 209626 w 1104515"/>
                    <a:gd name="connsiteY34" fmla="*/ 3522760 h 3834600"/>
                    <a:gd name="connsiteX35" fmla="*/ 235882 w 1104515"/>
                    <a:gd name="connsiteY35" fmla="*/ 3720519 h 3834600"/>
                    <a:gd name="connsiteX36" fmla="*/ 238014 w 1104515"/>
                    <a:gd name="connsiteY36" fmla="*/ 3723382 h 3834600"/>
                    <a:gd name="connsiteX37" fmla="*/ 268393 w 1104515"/>
                    <a:gd name="connsiteY37" fmla="*/ 3731780 h 3834600"/>
                    <a:gd name="connsiteX38" fmla="*/ 271274 w 1104515"/>
                    <a:gd name="connsiteY38" fmla="*/ 3712434 h 3834600"/>
                    <a:gd name="connsiteX39" fmla="*/ 593344 w 1104515"/>
                    <a:gd name="connsiteY39" fmla="*/ 3820025 h 3834600"/>
                    <a:gd name="connsiteX40" fmla="*/ 580652 w 1104515"/>
                    <a:gd name="connsiteY40" fmla="*/ 3769163 h 3834600"/>
                    <a:gd name="connsiteX41" fmla="*/ 604822 w 1104515"/>
                    <a:gd name="connsiteY41" fmla="*/ 3765429 h 3834600"/>
                    <a:gd name="connsiteX42" fmla="*/ 704450 w 1104515"/>
                    <a:gd name="connsiteY42" fmla="*/ 3771760 h 3834600"/>
                    <a:gd name="connsiteX43" fmla="*/ 737019 w 1104515"/>
                    <a:gd name="connsiteY43" fmla="*/ 3739021 h 3834600"/>
                    <a:gd name="connsiteX44" fmla="*/ 657845 w 1104515"/>
                    <a:gd name="connsiteY44" fmla="*/ 3591887 h 3834600"/>
                    <a:gd name="connsiteX45" fmla="*/ 613846 w 1104515"/>
                    <a:gd name="connsiteY45" fmla="*/ 3433701 h 3834600"/>
                    <a:gd name="connsiteX46" fmla="*/ 606386 w 1104515"/>
                    <a:gd name="connsiteY46" fmla="*/ 3178388 h 3834600"/>
                    <a:gd name="connsiteX47" fmla="*/ 636300 w 1104515"/>
                    <a:gd name="connsiteY47" fmla="*/ 2913569 h 3834600"/>
                    <a:gd name="connsiteX48" fmla="*/ 661456 w 1104515"/>
                    <a:gd name="connsiteY48" fmla="*/ 2540050 h 3834600"/>
                    <a:gd name="connsiteX49" fmla="*/ 683892 w 1104515"/>
                    <a:gd name="connsiteY49" fmla="*/ 2455255 h 3834600"/>
                    <a:gd name="connsiteX50" fmla="*/ 830903 w 1104515"/>
                    <a:gd name="connsiteY50" fmla="*/ 2397484 h 3834600"/>
                    <a:gd name="connsiteX51" fmla="*/ 821263 w 1104515"/>
                    <a:gd name="connsiteY51" fmla="*/ 2321552 h 3834600"/>
                    <a:gd name="connsiteX52" fmla="*/ 852741 w 1104515"/>
                    <a:gd name="connsiteY52" fmla="*/ 1940725 h 3834600"/>
                    <a:gd name="connsiteX53" fmla="*/ 857898 w 1104515"/>
                    <a:gd name="connsiteY53" fmla="*/ 1696958 h 3834600"/>
                    <a:gd name="connsiteX54" fmla="*/ 864675 w 1104515"/>
                    <a:gd name="connsiteY54" fmla="*/ 1574988 h 3834600"/>
                    <a:gd name="connsiteX55" fmla="*/ 898769 w 1104515"/>
                    <a:gd name="connsiteY55" fmla="*/ 1602173 h 3834600"/>
                    <a:gd name="connsiteX56" fmla="*/ 915271 w 1104515"/>
                    <a:gd name="connsiteY56" fmla="*/ 1590429 h 3834600"/>
                    <a:gd name="connsiteX57" fmla="*/ 829766 w 1104515"/>
                    <a:gd name="connsiteY57" fmla="*/ 1052373 h 3834600"/>
                    <a:gd name="connsiteX58" fmla="*/ 413423 w 1104515"/>
                    <a:gd name="connsiteY58" fmla="*/ 3297703 h 3834600"/>
                    <a:gd name="connsiteX59" fmla="*/ 410513 w 1104515"/>
                    <a:gd name="connsiteY59" fmla="*/ 3017036 h 3834600"/>
                    <a:gd name="connsiteX60" fmla="*/ 413423 w 1104515"/>
                    <a:gd name="connsiteY60" fmla="*/ 3297703 h 38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04515" h="3834600">
                      <a:moveTo>
                        <a:pt x="829766" y="1052373"/>
                      </a:moveTo>
                      <a:cubicBezTo>
                        <a:pt x="871224" y="1055928"/>
                        <a:pt x="1003326" y="1050496"/>
                        <a:pt x="1060358" y="1045387"/>
                      </a:cubicBezTo>
                      <a:cubicBezTo>
                        <a:pt x="1099372" y="1041890"/>
                        <a:pt x="1105476" y="1029890"/>
                        <a:pt x="1104405" y="1018421"/>
                      </a:cubicBezTo>
                      <a:lnTo>
                        <a:pt x="1090803" y="873381"/>
                      </a:lnTo>
                      <a:cubicBezTo>
                        <a:pt x="1086632" y="828937"/>
                        <a:pt x="1075969" y="785336"/>
                        <a:pt x="1059154" y="743981"/>
                      </a:cubicBezTo>
                      <a:lnTo>
                        <a:pt x="944768" y="462792"/>
                      </a:lnTo>
                      <a:lnTo>
                        <a:pt x="871651" y="296312"/>
                      </a:lnTo>
                      <a:cubicBezTo>
                        <a:pt x="867187" y="286881"/>
                        <a:pt x="851746" y="276170"/>
                        <a:pt x="842059" y="272294"/>
                      </a:cubicBezTo>
                      <a:lnTo>
                        <a:pt x="710792" y="224712"/>
                      </a:lnTo>
                      <a:cubicBezTo>
                        <a:pt x="655219" y="157604"/>
                        <a:pt x="612149" y="125832"/>
                        <a:pt x="607467" y="122458"/>
                      </a:cubicBezTo>
                      <a:cubicBezTo>
                        <a:pt x="607192" y="122259"/>
                        <a:pt x="606860" y="122164"/>
                        <a:pt x="606519" y="122192"/>
                      </a:cubicBezTo>
                      <a:lnTo>
                        <a:pt x="563363" y="125074"/>
                      </a:lnTo>
                      <a:cubicBezTo>
                        <a:pt x="530170" y="21341"/>
                        <a:pt x="316961" y="1702"/>
                        <a:pt x="295757" y="5"/>
                      </a:cubicBezTo>
                      <a:cubicBezTo>
                        <a:pt x="294857" y="-71"/>
                        <a:pt x="294127" y="688"/>
                        <a:pt x="294203" y="1579"/>
                      </a:cubicBezTo>
                      <a:cubicBezTo>
                        <a:pt x="294203" y="1579"/>
                        <a:pt x="301624" y="24621"/>
                        <a:pt x="302790" y="43644"/>
                      </a:cubicBezTo>
                      <a:cubicBezTo>
                        <a:pt x="303956" y="62668"/>
                        <a:pt x="301454" y="87539"/>
                        <a:pt x="301454" y="87539"/>
                      </a:cubicBezTo>
                      <a:cubicBezTo>
                        <a:pt x="281246" y="88089"/>
                        <a:pt x="248052" y="168447"/>
                        <a:pt x="248052" y="168447"/>
                      </a:cubicBezTo>
                      <a:cubicBezTo>
                        <a:pt x="248052" y="168447"/>
                        <a:pt x="195067" y="189992"/>
                        <a:pt x="149646" y="203385"/>
                      </a:cubicBezTo>
                      <a:cubicBezTo>
                        <a:pt x="104225" y="216778"/>
                        <a:pt x="43667" y="226968"/>
                        <a:pt x="43667" y="226968"/>
                      </a:cubicBezTo>
                      <a:cubicBezTo>
                        <a:pt x="-4370" y="245896"/>
                        <a:pt x="5820" y="347790"/>
                        <a:pt x="5820" y="347790"/>
                      </a:cubicBezTo>
                      <a:cubicBezTo>
                        <a:pt x="4360" y="522478"/>
                        <a:pt x="152082" y="781298"/>
                        <a:pt x="152082" y="781298"/>
                      </a:cubicBezTo>
                      <a:cubicBezTo>
                        <a:pt x="152082" y="781298"/>
                        <a:pt x="176916" y="867258"/>
                        <a:pt x="184868" y="956280"/>
                      </a:cubicBezTo>
                      <a:cubicBezTo>
                        <a:pt x="195645" y="1076818"/>
                        <a:pt x="101135" y="1278644"/>
                        <a:pt x="101135" y="1278644"/>
                      </a:cubicBezTo>
                      <a:lnTo>
                        <a:pt x="0" y="1491426"/>
                      </a:lnTo>
                      <a:lnTo>
                        <a:pt x="44634" y="1514193"/>
                      </a:lnTo>
                      <a:lnTo>
                        <a:pt x="29042" y="1605490"/>
                      </a:lnTo>
                      <a:cubicBezTo>
                        <a:pt x="22436" y="1668882"/>
                        <a:pt x="25706" y="1751070"/>
                        <a:pt x="30511" y="1814623"/>
                      </a:cubicBezTo>
                      <a:lnTo>
                        <a:pt x="49487" y="2065566"/>
                      </a:lnTo>
                      <a:lnTo>
                        <a:pt x="49487" y="2256264"/>
                      </a:lnTo>
                      <a:lnTo>
                        <a:pt x="29108" y="2435322"/>
                      </a:lnTo>
                      <a:lnTo>
                        <a:pt x="192290" y="2484952"/>
                      </a:lnTo>
                      <a:cubicBezTo>
                        <a:pt x="85752" y="2790718"/>
                        <a:pt x="213522" y="3163099"/>
                        <a:pt x="213522" y="3163099"/>
                      </a:cubicBezTo>
                      <a:lnTo>
                        <a:pt x="267075" y="3336555"/>
                      </a:lnTo>
                      <a:cubicBezTo>
                        <a:pt x="271682" y="3351465"/>
                        <a:pt x="266734" y="3367560"/>
                        <a:pt x="254829" y="3377635"/>
                      </a:cubicBezTo>
                      <a:cubicBezTo>
                        <a:pt x="209645" y="3415871"/>
                        <a:pt x="182859" y="3474335"/>
                        <a:pt x="209626" y="3522760"/>
                      </a:cubicBezTo>
                      <a:cubicBezTo>
                        <a:pt x="237948" y="3574010"/>
                        <a:pt x="236280" y="3701960"/>
                        <a:pt x="235882" y="3720519"/>
                      </a:cubicBezTo>
                      <a:cubicBezTo>
                        <a:pt x="235853" y="3721847"/>
                        <a:pt x="236735" y="3723031"/>
                        <a:pt x="238014" y="3723382"/>
                      </a:cubicBezTo>
                      <a:lnTo>
                        <a:pt x="268393" y="3731780"/>
                      </a:lnTo>
                      <a:lnTo>
                        <a:pt x="271274" y="3712434"/>
                      </a:lnTo>
                      <a:cubicBezTo>
                        <a:pt x="331899" y="3878829"/>
                        <a:pt x="588112" y="3830498"/>
                        <a:pt x="593344" y="3820025"/>
                      </a:cubicBezTo>
                      <a:cubicBezTo>
                        <a:pt x="600472" y="3805778"/>
                        <a:pt x="580652" y="3769163"/>
                        <a:pt x="580652" y="3769163"/>
                      </a:cubicBezTo>
                      <a:cubicBezTo>
                        <a:pt x="578633" y="3759865"/>
                        <a:pt x="595419" y="3763969"/>
                        <a:pt x="604822" y="3765429"/>
                      </a:cubicBezTo>
                      <a:lnTo>
                        <a:pt x="704450" y="3771760"/>
                      </a:lnTo>
                      <a:cubicBezTo>
                        <a:pt x="722971" y="3772935"/>
                        <a:pt x="738601" y="3757514"/>
                        <a:pt x="737019" y="3739021"/>
                      </a:cubicBezTo>
                      <a:cubicBezTo>
                        <a:pt x="731796" y="3678037"/>
                        <a:pt x="657845" y="3591887"/>
                        <a:pt x="657845" y="3591887"/>
                      </a:cubicBezTo>
                      <a:lnTo>
                        <a:pt x="613846" y="3433701"/>
                      </a:lnTo>
                      <a:cubicBezTo>
                        <a:pt x="604519" y="3400156"/>
                        <a:pt x="591988" y="3289192"/>
                        <a:pt x="606386" y="3178388"/>
                      </a:cubicBezTo>
                      <a:lnTo>
                        <a:pt x="636300" y="2913569"/>
                      </a:lnTo>
                      <a:lnTo>
                        <a:pt x="661456" y="2540050"/>
                      </a:lnTo>
                      <a:lnTo>
                        <a:pt x="683892" y="2455255"/>
                      </a:lnTo>
                      <a:lnTo>
                        <a:pt x="830903" y="2397484"/>
                      </a:lnTo>
                      <a:lnTo>
                        <a:pt x="821263" y="2321552"/>
                      </a:lnTo>
                      <a:cubicBezTo>
                        <a:pt x="818183" y="2295562"/>
                        <a:pt x="821330" y="2202218"/>
                        <a:pt x="852741" y="1940725"/>
                      </a:cubicBezTo>
                      <a:lnTo>
                        <a:pt x="857898" y="1696958"/>
                      </a:lnTo>
                      <a:lnTo>
                        <a:pt x="864675" y="1574988"/>
                      </a:lnTo>
                      <a:lnTo>
                        <a:pt x="898769" y="1602173"/>
                      </a:lnTo>
                      <a:cubicBezTo>
                        <a:pt x="907006" y="1606533"/>
                        <a:pt x="916693" y="1599642"/>
                        <a:pt x="915271" y="1590429"/>
                      </a:cubicBezTo>
                      <a:lnTo>
                        <a:pt x="829766" y="1052373"/>
                      </a:lnTo>
                      <a:close/>
                      <a:moveTo>
                        <a:pt x="413423" y="3297703"/>
                      </a:moveTo>
                      <a:cubicBezTo>
                        <a:pt x="407537" y="3296935"/>
                        <a:pt x="410513" y="3017036"/>
                        <a:pt x="410513" y="3017036"/>
                      </a:cubicBezTo>
                      <a:cubicBezTo>
                        <a:pt x="454768" y="3114285"/>
                        <a:pt x="426816" y="3299447"/>
                        <a:pt x="413423" y="3297703"/>
                      </a:cubicBezTo>
                      <a:close/>
                    </a:path>
                  </a:pathLst>
                </a:custGeom>
                <a:solidFill>
                  <a:srgbClr val="FFFFFF"/>
                </a:solidFill>
                <a:ln w="9452" cap="flat">
                  <a:noFill/>
                  <a:prstDash val="solid"/>
                  <a:miter/>
                </a:ln>
              </p:spPr>
              <p:txBody>
                <a:bodyPr rtlCol="0" anchor="ctr"/>
                <a:lstStyle/>
                <a:p>
                  <a:endParaRPr lang="en-US"/>
                </a:p>
              </p:txBody>
            </p:sp>
            <p:grpSp>
              <p:nvGrpSpPr>
                <p:cNvPr id="77" name="Графіка 73" descr="Woman crossing arms">
                  <a:extLst>
                    <a:ext uri="{FF2B5EF4-FFF2-40B4-BE49-F238E27FC236}">
                      <a16:creationId xmlns:a16="http://schemas.microsoft.com/office/drawing/2014/main" id="{63C67824-C593-B677-EC84-C515BD4FD68D}"/>
                    </a:ext>
                  </a:extLst>
                </p:cNvPr>
                <p:cNvGrpSpPr/>
                <p:nvPr/>
              </p:nvGrpSpPr>
              <p:grpSpPr>
                <a:xfrm>
                  <a:off x="1132443" y="8159892"/>
                  <a:ext cx="522095" cy="428003"/>
                  <a:chOff x="1132443" y="8159892"/>
                  <a:chExt cx="522095" cy="428003"/>
                </a:xfrm>
                <a:solidFill>
                  <a:srgbClr val="FFFFFF"/>
                </a:solidFill>
              </p:grpSpPr>
              <p:sp>
                <p:nvSpPr>
                  <p:cNvPr id="78" name="Полілінія: фігура 77">
                    <a:extLst>
                      <a:ext uri="{FF2B5EF4-FFF2-40B4-BE49-F238E27FC236}">
                        <a16:creationId xmlns:a16="http://schemas.microsoft.com/office/drawing/2014/main" id="{248FD71B-8B38-A0EF-F4E6-24722A11E100}"/>
                      </a:ext>
                    </a:extLst>
                  </p:cNvPr>
                  <p:cNvSpPr/>
                  <p:nvPr/>
                </p:nvSpPr>
                <p:spPr>
                  <a:xfrm>
                    <a:off x="1132443" y="8159892"/>
                    <a:ext cx="374915" cy="428003"/>
                  </a:xfrm>
                  <a:custGeom>
                    <a:avLst/>
                    <a:gdLst>
                      <a:gd name="connsiteX0" fmla="*/ 374637 w 374915"/>
                      <a:gd name="connsiteY0" fmla="*/ 415320 h 428003"/>
                      <a:gd name="connsiteX1" fmla="*/ 315406 w 374915"/>
                      <a:gd name="connsiteY1" fmla="*/ 319369 h 428003"/>
                      <a:gd name="connsiteX2" fmla="*/ 297255 w 374915"/>
                      <a:gd name="connsiteY2" fmla="*/ 316279 h 428003"/>
                      <a:gd name="connsiteX3" fmla="*/ 290592 w 374915"/>
                      <a:gd name="connsiteY3" fmla="*/ 313540 h 428003"/>
                      <a:gd name="connsiteX4" fmla="*/ 197977 w 374915"/>
                      <a:gd name="connsiteY4" fmla="*/ 321369 h 428003"/>
                      <a:gd name="connsiteX5" fmla="*/ 97780 w 374915"/>
                      <a:gd name="connsiteY5" fmla="*/ 231712 h 428003"/>
                      <a:gd name="connsiteX6" fmla="*/ 40654 w 374915"/>
                      <a:gd name="connsiteY6" fmla="*/ 7347 h 428003"/>
                      <a:gd name="connsiteX7" fmla="*/ 30578 w 374915"/>
                      <a:gd name="connsiteY7" fmla="*/ 2077 h 428003"/>
                      <a:gd name="connsiteX8" fmla="*/ 26483 w 374915"/>
                      <a:gd name="connsiteY8" fmla="*/ 170585 h 428003"/>
                      <a:gd name="connsiteX9" fmla="*/ 35289 w 374915"/>
                      <a:gd name="connsiteY9" fmla="*/ 322459 h 428003"/>
                      <a:gd name="connsiteX10" fmla="*/ 50606 w 374915"/>
                      <a:gd name="connsiteY10" fmla="*/ 325369 h 428003"/>
                      <a:gd name="connsiteX11" fmla="*/ 56957 w 374915"/>
                      <a:gd name="connsiteY11" fmla="*/ 314488 h 428003"/>
                      <a:gd name="connsiteX12" fmla="*/ 59895 w 374915"/>
                      <a:gd name="connsiteY12" fmla="*/ 279436 h 428003"/>
                      <a:gd name="connsiteX13" fmla="*/ 63449 w 374915"/>
                      <a:gd name="connsiteY13" fmla="*/ 274650 h 428003"/>
                      <a:gd name="connsiteX14" fmla="*/ 100084 w 374915"/>
                      <a:gd name="connsiteY14" fmla="*/ 361785 h 428003"/>
                      <a:gd name="connsiteX15" fmla="*/ 370021 w 374915"/>
                      <a:gd name="connsiteY15" fmla="*/ 422789 h 428003"/>
                      <a:gd name="connsiteX16" fmla="*/ 374637 w 374915"/>
                      <a:gd name="connsiteY16" fmla="*/ 415320 h 4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4915" h="428003">
                        <a:moveTo>
                          <a:pt x="374637" y="415320"/>
                        </a:moveTo>
                        <a:cubicBezTo>
                          <a:pt x="363311" y="379112"/>
                          <a:pt x="343387" y="346828"/>
                          <a:pt x="315406" y="319369"/>
                        </a:cubicBezTo>
                        <a:cubicBezTo>
                          <a:pt x="310487" y="314649"/>
                          <a:pt x="301255" y="323805"/>
                          <a:pt x="297255" y="316279"/>
                        </a:cubicBezTo>
                        <a:cubicBezTo>
                          <a:pt x="295928" y="313938"/>
                          <a:pt x="293179" y="312810"/>
                          <a:pt x="290592" y="313540"/>
                        </a:cubicBezTo>
                        <a:cubicBezTo>
                          <a:pt x="265313" y="320743"/>
                          <a:pt x="236640" y="323151"/>
                          <a:pt x="197977" y="321369"/>
                        </a:cubicBezTo>
                        <a:cubicBezTo>
                          <a:pt x="144187" y="321483"/>
                          <a:pt x="116387" y="277029"/>
                          <a:pt x="97780" y="231712"/>
                        </a:cubicBezTo>
                        <a:cubicBezTo>
                          <a:pt x="62009" y="159628"/>
                          <a:pt x="21460" y="77914"/>
                          <a:pt x="40654" y="7347"/>
                        </a:cubicBezTo>
                        <a:cubicBezTo>
                          <a:pt x="42464" y="1660"/>
                          <a:pt x="34312" y="-2776"/>
                          <a:pt x="30578" y="2077"/>
                        </a:cubicBezTo>
                        <a:cubicBezTo>
                          <a:pt x="-26587" y="69744"/>
                          <a:pt x="11062" y="108217"/>
                          <a:pt x="26483" y="170585"/>
                        </a:cubicBezTo>
                        <a:cubicBezTo>
                          <a:pt x="40758" y="224110"/>
                          <a:pt x="37194" y="275085"/>
                          <a:pt x="35289" y="322459"/>
                        </a:cubicBezTo>
                        <a:cubicBezTo>
                          <a:pt x="39194" y="326175"/>
                          <a:pt x="45772" y="323701"/>
                          <a:pt x="50606" y="325369"/>
                        </a:cubicBezTo>
                        <a:cubicBezTo>
                          <a:pt x="57184" y="326402"/>
                          <a:pt x="58265" y="319378"/>
                          <a:pt x="56957" y="314488"/>
                        </a:cubicBezTo>
                        <a:cubicBezTo>
                          <a:pt x="54359" y="301341"/>
                          <a:pt x="56378" y="290318"/>
                          <a:pt x="59895" y="279436"/>
                        </a:cubicBezTo>
                        <a:cubicBezTo>
                          <a:pt x="59336" y="276375"/>
                          <a:pt x="62198" y="275076"/>
                          <a:pt x="63449" y="274650"/>
                        </a:cubicBezTo>
                        <a:cubicBezTo>
                          <a:pt x="77989" y="269901"/>
                          <a:pt x="91733" y="348724"/>
                          <a:pt x="100084" y="361785"/>
                        </a:cubicBezTo>
                        <a:cubicBezTo>
                          <a:pt x="149049" y="429045"/>
                          <a:pt x="293028" y="435310"/>
                          <a:pt x="370021" y="422789"/>
                        </a:cubicBezTo>
                        <a:cubicBezTo>
                          <a:pt x="373405" y="422315"/>
                          <a:pt x="375746" y="418580"/>
                          <a:pt x="374637" y="415320"/>
                        </a:cubicBezTo>
                        <a:close/>
                      </a:path>
                    </a:pathLst>
                  </a:custGeom>
                  <a:solidFill>
                    <a:srgbClr val="FFFFFF"/>
                  </a:solidFill>
                  <a:ln w="9452" cap="flat">
                    <a:noFill/>
                    <a:prstDash val="solid"/>
                    <a:miter/>
                  </a:ln>
                </p:spPr>
                <p:txBody>
                  <a:bodyPr rtlCol="0" anchor="ctr"/>
                  <a:lstStyle/>
                  <a:p>
                    <a:endParaRPr lang="en-US"/>
                  </a:p>
                </p:txBody>
              </p:sp>
              <p:sp>
                <p:nvSpPr>
                  <p:cNvPr id="79" name="Полілінія: фігура 78">
                    <a:extLst>
                      <a:ext uri="{FF2B5EF4-FFF2-40B4-BE49-F238E27FC236}">
                        <a16:creationId xmlns:a16="http://schemas.microsoft.com/office/drawing/2014/main" id="{E80D8526-BB11-2E32-9807-898CFAE9AE64}"/>
                      </a:ext>
                    </a:extLst>
                  </p:cNvPr>
                  <p:cNvSpPr/>
                  <p:nvPr/>
                </p:nvSpPr>
                <p:spPr>
                  <a:xfrm>
                    <a:off x="1422008" y="8365141"/>
                    <a:ext cx="232530" cy="163086"/>
                  </a:xfrm>
                  <a:custGeom>
                    <a:avLst/>
                    <a:gdLst>
                      <a:gd name="connsiteX0" fmla="*/ 199952 w 232530"/>
                      <a:gd name="connsiteY0" fmla="*/ 65742 h 163086"/>
                      <a:gd name="connsiteX1" fmla="*/ 177497 w 232530"/>
                      <a:gd name="connsiteY1" fmla="*/ 24624 h 163086"/>
                      <a:gd name="connsiteX2" fmla="*/ 156246 w 232530"/>
                      <a:gd name="connsiteY2" fmla="*/ 1222 h 163086"/>
                      <a:gd name="connsiteX3" fmla="*/ 1652 w 232530"/>
                      <a:gd name="connsiteY3" fmla="*/ 6236 h 163086"/>
                      <a:gd name="connsiteX4" fmla="*/ 8610 w 232530"/>
                      <a:gd name="connsiteY4" fmla="*/ 40358 h 163086"/>
                      <a:gd name="connsiteX5" fmla="*/ 21235 w 232530"/>
                      <a:gd name="connsiteY5" fmla="*/ 86244 h 163086"/>
                      <a:gd name="connsiteX6" fmla="*/ 70428 w 232530"/>
                      <a:gd name="connsiteY6" fmla="*/ 142593 h 163086"/>
                      <a:gd name="connsiteX7" fmla="*/ 96200 w 232530"/>
                      <a:gd name="connsiteY7" fmla="*/ 148925 h 163086"/>
                      <a:gd name="connsiteX8" fmla="*/ 226994 w 232530"/>
                      <a:gd name="connsiteY8" fmla="*/ 159636 h 163086"/>
                      <a:gd name="connsiteX9" fmla="*/ 199952 w 232530"/>
                      <a:gd name="connsiteY9" fmla="*/ 65742 h 16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530" h="163086">
                        <a:moveTo>
                          <a:pt x="199952" y="65742"/>
                        </a:moveTo>
                        <a:cubicBezTo>
                          <a:pt x="192208" y="50595"/>
                          <a:pt x="185753" y="38709"/>
                          <a:pt x="177497" y="24624"/>
                        </a:cubicBezTo>
                        <a:cubicBezTo>
                          <a:pt x="171791" y="18634"/>
                          <a:pt x="166663" y="-5679"/>
                          <a:pt x="156246" y="1222"/>
                        </a:cubicBezTo>
                        <a:cubicBezTo>
                          <a:pt x="99461" y="50102"/>
                          <a:pt x="29718" y="8710"/>
                          <a:pt x="1652" y="6236"/>
                        </a:cubicBezTo>
                        <a:cubicBezTo>
                          <a:pt x="-4196" y="13449"/>
                          <a:pt x="7254" y="31629"/>
                          <a:pt x="8610" y="40358"/>
                        </a:cubicBezTo>
                        <a:cubicBezTo>
                          <a:pt x="13633" y="55278"/>
                          <a:pt x="18827" y="70708"/>
                          <a:pt x="21235" y="86244"/>
                        </a:cubicBezTo>
                        <a:cubicBezTo>
                          <a:pt x="38979" y="104329"/>
                          <a:pt x="59803" y="124319"/>
                          <a:pt x="70428" y="142593"/>
                        </a:cubicBezTo>
                        <a:cubicBezTo>
                          <a:pt x="74618" y="148043"/>
                          <a:pt x="83840" y="140992"/>
                          <a:pt x="96200" y="148925"/>
                        </a:cubicBezTo>
                        <a:cubicBezTo>
                          <a:pt x="137830" y="164176"/>
                          <a:pt x="184824" y="166005"/>
                          <a:pt x="226994" y="159636"/>
                        </a:cubicBezTo>
                        <a:cubicBezTo>
                          <a:pt x="244159" y="144337"/>
                          <a:pt x="217525" y="102679"/>
                          <a:pt x="199952" y="65742"/>
                        </a:cubicBezTo>
                        <a:close/>
                      </a:path>
                    </a:pathLst>
                  </a:custGeom>
                  <a:solidFill>
                    <a:srgbClr val="FFFFFF"/>
                  </a:solidFill>
                  <a:ln w="9452" cap="flat">
                    <a:noFill/>
                    <a:prstDash val="solid"/>
                    <a:miter/>
                  </a:ln>
                </p:spPr>
                <p:txBody>
                  <a:bodyPr rtlCol="0" anchor="ctr"/>
                  <a:lstStyle/>
                  <a:p>
                    <a:endParaRPr lang="en-US"/>
                  </a:p>
                </p:txBody>
              </p:sp>
            </p:grpSp>
            <p:sp>
              <p:nvSpPr>
                <p:cNvPr id="80" name="Полілінія: фігура 79">
                  <a:extLst>
                    <a:ext uri="{FF2B5EF4-FFF2-40B4-BE49-F238E27FC236}">
                      <a16:creationId xmlns:a16="http://schemas.microsoft.com/office/drawing/2014/main" id="{68C35632-6075-405E-88C7-A432297A07FE}"/>
                    </a:ext>
                  </a:extLst>
                </p:cNvPr>
                <p:cNvSpPr/>
                <p:nvPr/>
              </p:nvSpPr>
              <p:spPr>
                <a:xfrm>
                  <a:off x="1151314" y="4858182"/>
                  <a:ext cx="540970" cy="692028"/>
                </a:xfrm>
                <a:custGeom>
                  <a:avLst/>
                  <a:gdLst>
                    <a:gd name="connsiteX0" fmla="*/ 531062 w 540970"/>
                    <a:gd name="connsiteY0" fmla="*/ 491966 h 692028"/>
                    <a:gd name="connsiteX1" fmla="*/ 411643 w 540970"/>
                    <a:gd name="connsiteY1" fmla="*/ 218341 h 692028"/>
                    <a:gd name="connsiteX2" fmla="*/ 462172 w 540970"/>
                    <a:gd name="connsiteY2" fmla="*/ 162133 h 692028"/>
                    <a:gd name="connsiteX3" fmla="*/ 462485 w 540970"/>
                    <a:gd name="connsiteY3" fmla="*/ 161925 h 692028"/>
                    <a:gd name="connsiteX4" fmla="*/ 500143 w 540970"/>
                    <a:gd name="connsiteY4" fmla="*/ 177574 h 692028"/>
                    <a:gd name="connsiteX5" fmla="*/ 518389 w 540970"/>
                    <a:gd name="connsiteY5" fmla="*/ 183782 h 692028"/>
                    <a:gd name="connsiteX6" fmla="*/ 516607 w 540970"/>
                    <a:gd name="connsiteY6" fmla="*/ 175640 h 692028"/>
                    <a:gd name="connsiteX7" fmla="*/ 507214 w 540970"/>
                    <a:gd name="connsiteY7" fmla="*/ 161224 h 692028"/>
                    <a:gd name="connsiteX8" fmla="*/ 482674 w 540970"/>
                    <a:gd name="connsiteY8" fmla="*/ 127025 h 692028"/>
                    <a:gd name="connsiteX9" fmla="*/ 381454 w 540970"/>
                    <a:gd name="connsiteY9" fmla="*/ 29577 h 692028"/>
                    <a:gd name="connsiteX10" fmla="*/ 342743 w 540970"/>
                    <a:gd name="connsiteY10" fmla="*/ 27131 h 692028"/>
                    <a:gd name="connsiteX11" fmla="*/ 335341 w 540970"/>
                    <a:gd name="connsiteY11" fmla="*/ 33899 h 692028"/>
                    <a:gd name="connsiteX12" fmla="*/ 373056 w 540970"/>
                    <a:gd name="connsiteY12" fmla="*/ 149338 h 692028"/>
                    <a:gd name="connsiteX13" fmla="*/ 373245 w 540970"/>
                    <a:gd name="connsiteY13" fmla="*/ 149783 h 692028"/>
                    <a:gd name="connsiteX14" fmla="*/ 376307 w 540970"/>
                    <a:gd name="connsiteY14" fmla="*/ 156987 h 692028"/>
                    <a:gd name="connsiteX15" fmla="*/ 372771 w 540970"/>
                    <a:gd name="connsiteY15" fmla="*/ 230635 h 692028"/>
                    <a:gd name="connsiteX16" fmla="*/ 364013 w 540970"/>
                    <a:gd name="connsiteY16" fmla="*/ 252009 h 692028"/>
                    <a:gd name="connsiteX17" fmla="*/ 354961 w 540970"/>
                    <a:gd name="connsiteY17" fmla="*/ 262577 h 692028"/>
                    <a:gd name="connsiteX18" fmla="*/ 228566 w 540970"/>
                    <a:gd name="connsiteY18" fmla="*/ 194123 h 692028"/>
                    <a:gd name="connsiteX19" fmla="*/ 54455 w 540970"/>
                    <a:gd name="connsiteY19" fmla="*/ 13473 h 692028"/>
                    <a:gd name="connsiteX20" fmla="*/ 11 w 540970"/>
                    <a:gd name="connsiteY20" fmla="*/ 167385 h 692028"/>
                    <a:gd name="connsiteX21" fmla="*/ 6257 w 540970"/>
                    <a:gd name="connsiteY21" fmla="*/ 173441 h 692028"/>
                    <a:gd name="connsiteX22" fmla="*/ 178064 w 540970"/>
                    <a:gd name="connsiteY22" fmla="*/ 186806 h 692028"/>
                    <a:gd name="connsiteX23" fmla="*/ 186936 w 540970"/>
                    <a:gd name="connsiteY23" fmla="*/ 192190 h 692028"/>
                    <a:gd name="connsiteX24" fmla="*/ 453793 w 540970"/>
                    <a:gd name="connsiteY24" fmla="*/ 687071 h 692028"/>
                    <a:gd name="connsiteX25" fmla="*/ 459651 w 540970"/>
                    <a:gd name="connsiteY25" fmla="*/ 692028 h 692028"/>
                    <a:gd name="connsiteX26" fmla="*/ 507034 w 540970"/>
                    <a:gd name="connsiteY26" fmla="*/ 691545 h 692028"/>
                    <a:gd name="connsiteX27" fmla="*/ 531062 w 540970"/>
                    <a:gd name="connsiteY27" fmla="*/ 491966 h 69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970" h="692028">
                      <a:moveTo>
                        <a:pt x="531062" y="491966"/>
                      </a:moveTo>
                      <a:cubicBezTo>
                        <a:pt x="508712" y="400299"/>
                        <a:pt x="450305" y="304320"/>
                        <a:pt x="411643" y="218341"/>
                      </a:cubicBezTo>
                      <a:cubicBezTo>
                        <a:pt x="410031" y="214426"/>
                        <a:pt x="461101" y="162806"/>
                        <a:pt x="462172" y="162133"/>
                      </a:cubicBezTo>
                      <a:cubicBezTo>
                        <a:pt x="462277" y="162067"/>
                        <a:pt x="462381" y="162001"/>
                        <a:pt x="462485" y="161925"/>
                      </a:cubicBezTo>
                      <a:cubicBezTo>
                        <a:pt x="468400" y="157707"/>
                        <a:pt x="491082" y="171593"/>
                        <a:pt x="500143" y="177574"/>
                      </a:cubicBezTo>
                      <a:cubicBezTo>
                        <a:pt x="504257" y="180285"/>
                        <a:pt x="516598" y="185858"/>
                        <a:pt x="518389" y="183782"/>
                      </a:cubicBezTo>
                      <a:cubicBezTo>
                        <a:pt x="520181" y="181707"/>
                        <a:pt x="518247" y="177830"/>
                        <a:pt x="516607" y="175640"/>
                      </a:cubicBezTo>
                      <a:cubicBezTo>
                        <a:pt x="513290" y="171233"/>
                        <a:pt x="510333" y="166370"/>
                        <a:pt x="507214" y="161224"/>
                      </a:cubicBezTo>
                      <a:cubicBezTo>
                        <a:pt x="501138" y="151224"/>
                        <a:pt x="483708" y="128371"/>
                        <a:pt x="482674" y="127025"/>
                      </a:cubicBezTo>
                      <a:cubicBezTo>
                        <a:pt x="452372" y="87538"/>
                        <a:pt x="395994" y="40307"/>
                        <a:pt x="381454" y="29577"/>
                      </a:cubicBezTo>
                      <a:cubicBezTo>
                        <a:pt x="375027" y="24828"/>
                        <a:pt x="351919" y="23975"/>
                        <a:pt x="342743" y="27131"/>
                      </a:cubicBezTo>
                      <a:cubicBezTo>
                        <a:pt x="338696" y="28525"/>
                        <a:pt x="336203" y="30800"/>
                        <a:pt x="335341" y="33899"/>
                      </a:cubicBezTo>
                      <a:cubicBezTo>
                        <a:pt x="322412" y="80249"/>
                        <a:pt x="349976" y="120040"/>
                        <a:pt x="373056" y="149338"/>
                      </a:cubicBezTo>
                      <a:cubicBezTo>
                        <a:pt x="373236" y="149593"/>
                        <a:pt x="373293" y="149764"/>
                        <a:pt x="373245" y="149783"/>
                      </a:cubicBezTo>
                      <a:cubicBezTo>
                        <a:pt x="371624" y="151935"/>
                        <a:pt x="374591" y="154911"/>
                        <a:pt x="376307" y="156987"/>
                      </a:cubicBezTo>
                      <a:cubicBezTo>
                        <a:pt x="397036" y="182048"/>
                        <a:pt x="384231" y="204569"/>
                        <a:pt x="372771" y="230635"/>
                      </a:cubicBezTo>
                      <a:cubicBezTo>
                        <a:pt x="369719" y="237573"/>
                        <a:pt x="366601" y="244682"/>
                        <a:pt x="364013" y="252009"/>
                      </a:cubicBezTo>
                      <a:cubicBezTo>
                        <a:pt x="359397" y="254795"/>
                        <a:pt x="358866" y="258994"/>
                        <a:pt x="354961" y="262577"/>
                      </a:cubicBezTo>
                      <a:cubicBezTo>
                        <a:pt x="330895" y="235402"/>
                        <a:pt x="281361" y="202967"/>
                        <a:pt x="228566" y="194123"/>
                      </a:cubicBezTo>
                      <a:cubicBezTo>
                        <a:pt x="44607" y="70685"/>
                        <a:pt x="81791" y="-39076"/>
                        <a:pt x="54455" y="13473"/>
                      </a:cubicBezTo>
                      <a:cubicBezTo>
                        <a:pt x="22939" y="59169"/>
                        <a:pt x="1764" y="116371"/>
                        <a:pt x="11" y="167385"/>
                      </a:cubicBezTo>
                      <a:cubicBezTo>
                        <a:pt x="-207" y="170759"/>
                        <a:pt x="2873" y="173764"/>
                        <a:pt x="6257" y="173441"/>
                      </a:cubicBezTo>
                      <a:cubicBezTo>
                        <a:pt x="49631" y="170171"/>
                        <a:pt x="131876" y="173925"/>
                        <a:pt x="178064" y="186806"/>
                      </a:cubicBezTo>
                      <a:cubicBezTo>
                        <a:pt x="183524" y="188332"/>
                        <a:pt x="188870" y="192000"/>
                        <a:pt x="186936" y="192190"/>
                      </a:cubicBezTo>
                      <a:cubicBezTo>
                        <a:pt x="319606" y="324595"/>
                        <a:pt x="429690" y="498013"/>
                        <a:pt x="453793" y="687071"/>
                      </a:cubicBezTo>
                      <a:cubicBezTo>
                        <a:pt x="454229" y="689953"/>
                        <a:pt x="456741" y="692076"/>
                        <a:pt x="459651" y="692028"/>
                      </a:cubicBezTo>
                      <a:cubicBezTo>
                        <a:pt x="475556" y="691791"/>
                        <a:pt x="491385" y="691668"/>
                        <a:pt x="507034" y="691545"/>
                      </a:cubicBezTo>
                      <a:cubicBezTo>
                        <a:pt x="546521" y="638589"/>
                        <a:pt x="547204" y="564505"/>
                        <a:pt x="531062" y="491966"/>
                      </a:cubicBezTo>
                      <a:close/>
                    </a:path>
                  </a:pathLst>
                </a:custGeom>
                <a:solidFill>
                  <a:srgbClr val="FFFFFF"/>
                </a:solidFill>
                <a:ln w="9452" cap="flat">
                  <a:noFill/>
                  <a:prstDash val="solid"/>
                  <a:miter/>
                </a:ln>
              </p:spPr>
              <p:txBody>
                <a:bodyPr rtlCol="0" anchor="ctr"/>
                <a:lstStyle/>
                <a:p>
                  <a:endParaRPr lang="en-US"/>
                </a:p>
              </p:txBody>
            </p:sp>
            <p:sp>
              <p:nvSpPr>
                <p:cNvPr id="81" name="Полілінія: фігура 80">
                  <a:extLst>
                    <a:ext uri="{FF2B5EF4-FFF2-40B4-BE49-F238E27FC236}">
                      <a16:creationId xmlns:a16="http://schemas.microsoft.com/office/drawing/2014/main" id="{173E0762-B237-BC4C-1BB2-48122E0B91A6}"/>
                    </a:ext>
                  </a:extLst>
                </p:cNvPr>
                <p:cNvSpPr/>
                <p:nvPr/>
              </p:nvSpPr>
              <p:spPr>
                <a:xfrm>
                  <a:off x="955273" y="6036210"/>
                  <a:ext cx="831859" cy="1224251"/>
                </a:xfrm>
                <a:custGeom>
                  <a:avLst/>
                  <a:gdLst>
                    <a:gd name="connsiteX0" fmla="*/ 831859 w 831859"/>
                    <a:gd name="connsiteY0" fmla="*/ 303312 h 1224251"/>
                    <a:gd name="connsiteX1" fmla="*/ 710743 w 831859"/>
                    <a:gd name="connsiteY1" fmla="*/ 2266 h 1224251"/>
                    <a:gd name="connsiteX2" fmla="*/ 697957 w 831859"/>
                    <a:gd name="connsiteY2" fmla="*/ 8569 h 1224251"/>
                    <a:gd name="connsiteX3" fmla="*/ 620129 w 831859"/>
                    <a:gd name="connsiteY3" fmla="*/ 271729 h 1224251"/>
                    <a:gd name="connsiteX4" fmla="*/ 16653 w 831859"/>
                    <a:gd name="connsiteY4" fmla="*/ 241588 h 1224251"/>
                    <a:gd name="connsiteX5" fmla="*/ 10880 w 831859"/>
                    <a:gd name="connsiteY5" fmla="*/ 254014 h 1224251"/>
                    <a:gd name="connsiteX6" fmla="*/ 17506 w 831859"/>
                    <a:gd name="connsiteY6" fmla="*/ 1038785 h 1224251"/>
                    <a:gd name="connsiteX7" fmla="*/ 1733 w 831859"/>
                    <a:gd name="connsiteY7" fmla="*/ 1155769 h 1224251"/>
                    <a:gd name="connsiteX8" fmla="*/ 8577 w 831859"/>
                    <a:gd name="connsiteY8" fmla="*/ 1163740 h 1224251"/>
                    <a:gd name="connsiteX9" fmla="*/ 166460 w 831859"/>
                    <a:gd name="connsiteY9" fmla="*/ 1205844 h 1224251"/>
                    <a:gd name="connsiteX10" fmla="*/ 800429 w 831859"/>
                    <a:gd name="connsiteY10" fmla="*/ 1123769 h 1224251"/>
                    <a:gd name="connsiteX11" fmla="*/ 801462 w 831859"/>
                    <a:gd name="connsiteY11" fmla="*/ 816970 h 1224251"/>
                    <a:gd name="connsiteX12" fmla="*/ 831859 w 831859"/>
                    <a:gd name="connsiteY12" fmla="*/ 303312 h 122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1859" h="1224251">
                      <a:moveTo>
                        <a:pt x="831859" y="303312"/>
                      </a:moveTo>
                      <a:cubicBezTo>
                        <a:pt x="776552" y="212271"/>
                        <a:pt x="742363" y="103420"/>
                        <a:pt x="710743" y="2266"/>
                      </a:cubicBezTo>
                      <a:cubicBezTo>
                        <a:pt x="709113" y="-3346"/>
                        <a:pt x="698658" y="2502"/>
                        <a:pt x="697957" y="8569"/>
                      </a:cubicBezTo>
                      <a:cubicBezTo>
                        <a:pt x="683559" y="110197"/>
                        <a:pt x="655976" y="194660"/>
                        <a:pt x="620129" y="271729"/>
                      </a:cubicBezTo>
                      <a:cubicBezTo>
                        <a:pt x="588594" y="386154"/>
                        <a:pt x="160489" y="286838"/>
                        <a:pt x="16653" y="241588"/>
                      </a:cubicBezTo>
                      <a:cubicBezTo>
                        <a:pt x="13240" y="240289"/>
                        <a:pt x="11089" y="250317"/>
                        <a:pt x="10880" y="254014"/>
                      </a:cubicBezTo>
                      <a:cubicBezTo>
                        <a:pt x="-28408" y="516928"/>
                        <a:pt x="54150" y="775350"/>
                        <a:pt x="17506" y="1038785"/>
                      </a:cubicBezTo>
                      <a:cubicBezTo>
                        <a:pt x="14766" y="1077666"/>
                        <a:pt x="11923" y="1117864"/>
                        <a:pt x="1733" y="1155769"/>
                      </a:cubicBezTo>
                      <a:cubicBezTo>
                        <a:pt x="615" y="1160081"/>
                        <a:pt x="4501" y="1163247"/>
                        <a:pt x="8577" y="1163740"/>
                      </a:cubicBezTo>
                      <a:cubicBezTo>
                        <a:pt x="59192" y="1180157"/>
                        <a:pt x="115731" y="1195266"/>
                        <a:pt x="166460" y="1205844"/>
                      </a:cubicBezTo>
                      <a:cubicBezTo>
                        <a:pt x="375025" y="1243815"/>
                        <a:pt x="614631" y="1226127"/>
                        <a:pt x="800429" y="1123769"/>
                      </a:cubicBezTo>
                      <a:cubicBezTo>
                        <a:pt x="769131" y="1026928"/>
                        <a:pt x="796846" y="915935"/>
                        <a:pt x="801462" y="816970"/>
                      </a:cubicBezTo>
                      <a:cubicBezTo>
                        <a:pt x="818021" y="645276"/>
                        <a:pt x="825727" y="474190"/>
                        <a:pt x="831859" y="303312"/>
                      </a:cubicBezTo>
                      <a:close/>
                    </a:path>
                  </a:pathLst>
                </a:custGeom>
                <a:solidFill>
                  <a:schemeClr val="tx2"/>
                </a:solidFill>
                <a:ln w="9452" cap="flat">
                  <a:noFill/>
                  <a:prstDash val="solid"/>
                  <a:miter/>
                </a:ln>
              </p:spPr>
              <p:txBody>
                <a:bodyPr rtlCol="0" anchor="ctr"/>
                <a:lstStyle/>
                <a:p>
                  <a:endParaRPr lang="en-US"/>
                </a:p>
              </p:txBody>
            </p:sp>
            <p:sp>
              <p:nvSpPr>
                <p:cNvPr id="82" name="Полілінія: фігура 81">
                  <a:extLst>
                    <a:ext uri="{FF2B5EF4-FFF2-40B4-BE49-F238E27FC236}">
                      <a16:creationId xmlns:a16="http://schemas.microsoft.com/office/drawing/2014/main" id="{52EBD343-6E2C-D071-2FE1-969EDE9EEBF1}"/>
                    </a:ext>
                  </a:extLst>
                </p:cNvPr>
                <p:cNvSpPr/>
                <p:nvPr/>
              </p:nvSpPr>
              <p:spPr>
                <a:xfrm>
                  <a:off x="922429" y="4938874"/>
                  <a:ext cx="1102546" cy="1429159"/>
                </a:xfrm>
                <a:custGeom>
                  <a:avLst/>
                  <a:gdLst>
                    <a:gd name="connsiteX0" fmla="*/ 963118 w 1102546"/>
                    <a:gd name="connsiteY0" fmla="*/ 326309 h 1429159"/>
                    <a:gd name="connsiteX1" fmla="*/ 886257 w 1102546"/>
                    <a:gd name="connsiteY1" fmla="*/ 144635 h 1429159"/>
                    <a:gd name="connsiteX2" fmla="*/ 794297 w 1102546"/>
                    <a:gd name="connsiteY2" fmla="*/ 84257 h 1429159"/>
                    <a:gd name="connsiteX3" fmla="*/ 736052 w 1102546"/>
                    <a:gd name="connsiteY3" fmla="*/ 62352 h 1429159"/>
                    <a:gd name="connsiteX4" fmla="*/ 728573 w 1102546"/>
                    <a:gd name="connsiteY4" fmla="*/ 70257 h 1429159"/>
                    <a:gd name="connsiteX5" fmla="*/ 744962 w 1102546"/>
                    <a:gd name="connsiteY5" fmla="*/ 104655 h 1429159"/>
                    <a:gd name="connsiteX6" fmla="*/ 695607 w 1102546"/>
                    <a:gd name="connsiteY6" fmla="*/ 78049 h 1429159"/>
                    <a:gd name="connsiteX7" fmla="*/ 680157 w 1102546"/>
                    <a:gd name="connsiteY7" fmla="*/ 89489 h 1429159"/>
                    <a:gd name="connsiteX8" fmla="*/ 641352 w 1102546"/>
                    <a:gd name="connsiteY8" fmla="*/ 134616 h 1429159"/>
                    <a:gd name="connsiteX9" fmla="*/ 741644 w 1102546"/>
                    <a:gd name="connsiteY9" fmla="*/ 339257 h 1429159"/>
                    <a:gd name="connsiteX10" fmla="*/ 755928 w 1102546"/>
                    <a:gd name="connsiteY10" fmla="*/ 374432 h 1429159"/>
                    <a:gd name="connsiteX11" fmla="*/ 749814 w 1102546"/>
                    <a:gd name="connsiteY11" fmla="*/ 601337 h 1429159"/>
                    <a:gd name="connsiteX12" fmla="*/ 766686 w 1102546"/>
                    <a:gd name="connsiteY12" fmla="*/ 617640 h 1429159"/>
                    <a:gd name="connsiteX13" fmla="*/ 775748 w 1102546"/>
                    <a:gd name="connsiteY13" fmla="*/ 613782 h 1429159"/>
                    <a:gd name="connsiteX14" fmla="*/ 843974 w 1102546"/>
                    <a:gd name="connsiteY14" fmla="*/ 591460 h 1429159"/>
                    <a:gd name="connsiteX15" fmla="*/ 889101 w 1102546"/>
                    <a:gd name="connsiteY15" fmla="*/ 611792 h 1429159"/>
                    <a:gd name="connsiteX16" fmla="*/ 955204 w 1102546"/>
                    <a:gd name="connsiteY16" fmla="*/ 684814 h 1429159"/>
                    <a:gd name="connsiteX17" fmla="*/ 932380 w 1102546"/>
                    <a:gd name="connsiteY17" fmla="*/ 700776 h 1429159"/>
                    <a:gd name="connsiteX18" fmla="*/ 902314 w 1102546"/>
                    <a:gd name="connsiteY18" fmla="*/ 706311 h 1429159"/>
                    <a:gd name="connsiteX19" fmla="*/ 852324 w 1102546"/>
                    <a:gd name="connsiteY19" fmla="*/ 714842 h 1429159"/>
                    <a:gd name="connsiteX20" fmla="*/ 848135 w 1102546"/>
                    <a:gd name="connsiteY20" fmla="*/ 717477 h 1429159"/>
                    <a:gd name="connsiteX21" fmla="*/ 751919 w 1102546"/>
                    <a:gd name="connsiteY21" fmla="*/ 609839 h 1429159"/>
                    <a:gd name="connsiteX22" fmla="*/ 425641 w 1102546"/>
                    <a:gd name="connsiteY22" fmla="*/ 625469 h 1429159"/>
                    <a:gd name="connsiteX23" fmla="*/ 370211 w 1102546"/>
                    <a:gd name="connsiteY23" fmla="*/ 571916 h 1429159"/>
                    <a:gd name="connsiteX24" fmla="*/ 362884 w 1102546"/>
                    <a:gd name="connsiteY24" fmla="*/ 563963 h 1429159"/>
                    <a:gd name="connsiteX25" fmla="*/ 311397 w 1102546"/>
                    <a:gd name="connsiteY25" fmla="*/ 548580 h 1429159"/>
                    <a:gd name="connsiteX26" fmla="*/ 311387 w 1102546"/>
                    <a:gd name="connsiteY26" fmla="*/ 523348 h 1429159"/>
                    <a:gd name="connsiteX27" fmla="*/ 306781 w 1102546"/>
                    <a:gd name="connsiteY27" fmla="*/ 519993 h 1429159"/>
                    <a:gd name="connsiteX28" fmla="*/ 291795 w 1102546"/>
                    <a:gd name="connsiteY28" fmla="*/ 495311 h 1429159"/>
                    <a:gd name="connsiteX29" fmla="*/ 345396 w 1102546"/>
                    <a:gd name="connsiteY29" fmla="*/ 489529 h 1429159"/>
                    <a:gd name="connsiteX30" fmla="*/ 343169 w 1102546"/>
                    <a:gd name="connsiteY30" fmla="*/ 483159 h 1429159"/>
                    <a:gd name="connsiteX31" fmla="*/ 315027 w 1102546"/>
                    <a:gd name="connsiteY31" fmla="*/ 433947 h 1429159"/>
                    <a:gd name="connsiteX32" fmla="*/ 360950 w 1102546"/>
                    <a:gd name="connsiteY32" fmla="*/ 453112 h 1429159"/>
                    <a:gd name="connsiteX33" fmla="*/ 402058 w 1102546"/>
                    <a:gd name="connsiteY33" fmla="*/ 483917 h 1429159"/>
                    <a:gd name="connsiteX34" fmla="*/ 414267 w 1102546"/>
                    <a:gd name="connsiteY34" fmla="*/ 499965 h 1429159"/>
                    <a:gd name="connsiteX35" fmla="*/ 416295 w 1102546"/>
                    <a:gd name="connsiteY35" fmla="*/ 506533 h 1429159"/>
                    <a:gd name="connsiteX36" fmla="*/ 441024 w 1102546"/>
                    <a:gd name="connsiteY36" fmla="*/ 533613 h 1429159"/>
                    <a:gd name="connsiteX37" fmla="*/ 456522 w 1102546"/>
                    <a:gd name="connsiteY37" fmla="*/ 560911 h 1429159"/>
                    <a:gd name="connsiteX38" fmla="*/ 461564 w 1102546"/>
                    <a:gd name="connsiteY38" fmla="*/ 572892 h 1429159"/>
                    <a:gd name="connsiteX39" fmla="*/ 483971 w 1102546"/>
                    <a:gd name="connsiteY39" fmla="*/ 608351 h 1429159"/>
                    <a:gd name="connsiteX40" fmla="*/ 483725 w 1102546"/>
                    <a:gd name="connsiteY40" fmla="*/ 608740 h 1429159"/>
                    <a:gd name="connsiteX41" fmla="*/ 505440 w 1102546"/>
                    <a:gd name="connsiteY41" fmla="*/ 620929 h 1429159"/>
                    <a:gd name="connsiteX42" fmla="*/ 672868 w 1102546"/>
                    <a:gd name="connsiteY42" fmla="*/ 611744 h 1429159"/>
                    <a:gd name="connsiteX43" fmla="*/ 678451 w 1102546"/>
                    <a:gd name="connsiteY43" fmla="*/ 604986 h 1429159"/>
                    <a:gd name="connsiteX44" fmla="*/ 618841 w 1102546"/>
                    <a:gd name="connsiteY44" fmla="*/ 397114 h 1429159"/>
                    <a:gd name="connsiteX45" fmla="*/ 405006 w 1102546"/>
                    <a:gd name="connsiteY45" fmla="*/ 106532 h 1429159"/>
                    <a:gd name="connsiteX46" fmla="*/ 292004 w 1102546"/>
                    <a:gd name="connsiteY46" fmla="*/ 94826 h 1429159"/>
                    <a:gd name="connsiteX47" fmla="*/ 225597 w 1102546"/>
                    <a:gd name="connsiteY47" fmla="*/ 91859 h 1429159"/>
                    <a:gd name="connsiteX48" fmla="*/ 241066 w 1102546"/>
                    <a:gd name="connsiteY48" fmla="*/ 7861 h 1429159"/>
                    <a:gd name="connsiteX49" fmla="*/ 232754 w 1102546"/>
                    <a:gd name="connsiteY49" fmla="*/ 799 h 1429159"/>
                    <a:gd name="connsiteX50" fmla="*/ 95126 w 1102546"/>
                    <a:gd name="connsiteY50" fmla="*/ 48021 h 1429159"/>
                    <a:gd name="connsiteX51" fmla="*/ 36644 w 1102546"/>
                    <a:gd name="connsiteY51" fmla="*/ 66912 h 1429159"/>
                    <a:gd name="connsiteX52" fmla="*/ 7810 w 1102546"/>
                    <a:gd name="connsiteY52" fmla="*/ 137545 h 1429159"/>
                    <a:gd name="connsiteX53" fmla="*/ 150234 w 1102546"/>
                    <a:gd name="connsiteY53" fmla="*/ 589489 h 1429159"/>
                    <a:gd name="connsiteX54" fmla="*/ 123448 w 1102546"/>
                    <a:gd name="connsiteY54" fmla="*/ 1050665 h 1429159"/>
                    <a:gd name="connsiteX55" fmla="*/ 0 w 1102546"/>
                    <a:gd name="connsiteY55" fmla="*/ 1315029 h 1429159"/>
                    <a:gd name="connsiteX56" fmla="*/ 640528 w 1102546"/>
                    <a:gd name="connsiteY56" fmla="*/ 1388402 h 1429159"/>
                    <a:gd name="connsiteX57" fmla="*/ 729038 w 1102546"/>
                    <a:gd name="connsiteY57" fmla="*/ 1098417 h 1429159"/>
                    <a:gd name="connsiteX58" fmla="*/ 739521 w 1102546"/>
                    <a:gd name="connsiteY58" fmla="*/ 1061148 h 1429159"/>
                    <a:gd name="connsiteX59" fmla="*/ 809396 w 1102546"/>
                    <a:gd name="connsiteY59" fmla="*/ 1274272 h 1429159"/>
                    <a:gd name="connsiteX60" fmla="*/ 914209 w 1102546"/>
                    <a:gd name="connsiteY60" fmla="*/ 1429160 h 1429159"/>
                    <a:gd name="connsiteX61" fmla="*/ 831519 w 1102546"/>
                    <a:gd name="connsiteY61" fmla="*/ 874810 h 1429159"/>
                    <a:gd name="connsiteX62" fmla="*/ 1069097 w 1102546"/>
                    <a:gd name="connsiteY62" fmla="*/ 868991 h 1429159"/>
                    <a:gd name="connsiteX63" fmla="*/ 1101703 w 1102546"/>
                    <a:gd name="connsiteY63" fmla="*/ 855019 h 1429159"/>
                    <a:gd name="connsiteX64" fmla="*/ 963118 w 1102546"/>
                    <a:gd name="connsiteY64" fmla="*/ 326309 h 142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02546" h="1429159">
                      <a:moveTo>
                        <a:pt x="963118" y="326309"/>
                      </a:moveTo>
                      <a:cubicBezTo>
                        <a:pt x="938086" y="269325"/>
                        <a:pt x="908086" y="202634"/>
                        <a:pt x="886257" y="144635"/>
                      </a:cubicBezTo>
                      <a:cubicBezTo>
                        <a:pt x="872646" y="91660"/>
                        <a:pt x="832002" y="100835"/>
                        <a:pt x="794297" y="84257"/>
                      </a:cubicBezTo>
                      <a:cubicBezTo>
                        <a:pt x="775056" y="77395"/>
                        <a:pt x="755151" y="70286"/>
                        <a:pt x="736052" y="62352"/>
                      </a:cubicBezTo>
                      <a:cubicBezTo>
                        <a:pt x="731341" y="60201"/>
                        <a:pt x="726147" y="65651"/>
                        <a:pt x="728573" y="70257"/>
                      </a:cubicBezTo>
                      <a:cubicBezTo>
                        <a:pt x="732640" y="79423"/>
                        <a:pt x="746108" y="95499"/>
                        <a:pt x="744962" y="104655"/>
                      </a:cubicBezTo>
                      <a:cubicBezTo>
                        <a:pt x="729199" y="95489"/>
                        <a:pt x="713104" y="85565"/>
                        <a:pt x="695607" y="78049"/>
                      </a:cubicBezTo>
                      <a:cubicBezTo>
                        <a:pt x="690489" y="76219"/>
                        <a:pt x="681731" y="87707"/>
                        <a:pt x="680157" y="89489"/>
                      </a:cubicBezTo>
                      <a:cubicBezTo>
                        <a:pt x="667001" y="103745"/>
                        <a:pt x="653949" y="118929"/>
                        <a:pt x="641352" y="134616"/>
                      </a:cubicBezTo>
                      <a:cubicBezTo>
                        <a:pt x="664679" y="196198"/>
                        <a:pt x="713872" y="263647"/>
                        <a:pt x="741644" y="339257"/>
                      </a:cubicBezTo>
                      <a:cubicBezTo>
                        <a:pt x="742687" y="341949"/>
                        <a:pt x="749426" y="356299"/>
                        <a:pt x="755928" y="374432"/>
                      </a:cubicBezTo>
                      <a:cubicBezTo>
                        <a:pt x="770279" y="436563"/>
                        <a:pt x="789150" y="522495"/>
                        <a:pt x="749814" y="601337"/>
                      </a:cubicBezTo>
                      <a:cubicBezTo>
                        <a:pt x="746213" y="610218"/>
                        <a:pt x="761852" y="612019"/>
                        <a:pt x="766686" y="617640"/>
                      </a:cubicBezTo>
                      <a:cubicBezTo>
                        <a:pt x="770032" y="620067"/>
                        <a:pt x="775198" y="617915"/>
                        <a:pt x="775748" y="613782"/>
                      </a:cubicBezTo>
                      <a:cubicBezTo>
                        <a:pt x="779131" y="602768"/>
                        <a:pt x="829093" y="588797"/>
                        <a:pt x="843974" y="591460"/>
                      </a:cubicBezTo>
                      <a:cubicBezTo>
                        <a:pt x="860722" y="594200"/>
                        <a:pt x="874163" y="604664"/>
                        <a:pt x="889101" y="611792"/>
                      </a:cubicBezTo>
                      <a:cubicBezTo>
                        <a:pt x="927574" y="621081"/>
                        <a:pt x="942815" y="657696"/>
                        <a:pt x="955204" y="684814"/>
                      </a:cubicBezTo>
                      <a:cubicBezTo>
                        <a:pt x="952863" y="685667"/>
                        <a:pt x="939972" y="699686"/>
                        <a:pt x="932380" y="700776"/>
                      </a:cubicBezTo>
                      <a:cubicBezTo>
                        <a:pt x="922323" y="702321"/>
                        <a:pt x="912190" y="704435"/>
                        <a:pt x="902314" y="706311"/>
                      </a:cubicBezTo>
                      <a:cubicBezTo>
                        <a:pt x="885935" y="709496"/>
                        <a:pt x="868988" y="712776"/>
                        <a:pt x="852324" y="714842"/>
                      </a:cubicBezTo>
                      <a:cubicBezTo>
                        <a:pt x="850609" y="715050"/>
                        <a:pt x="849073" y="716017"/>
                        <a:pt x="848135" y="717477"/>
                      </a:cubicBezTo>
                      <a:cubicBezTo>
                        <a:pt x="846893" y="720690"/>
                        <a:pt x="797311" y="634891"/>
                        <a:pt x="751919" y="609839"/>
                      </a:cubicBezTo>
                      <a:cubicBezTo>
                        <a:pt x="654755" y="617052"/>
                        <a:pt x="513203" y="619735"/>
                        <a:pt x="425641" y="625469"/>
                      </a:cubicBezTo>
                      <a:cubicBezTo>
                        <a:pt x="441659" y="607308"/>
                        <a:pt x="353614" y="600598"/>
                        <a:pt x="370211" y="571916"/>
                      </a:cubicBezTo>
                      <a:cubicBezTo>
                        <a:pt x="372561" y="567385"/>
                        <a:pt x="367595" y="561982"/>
                        <a:pt x="362884" y="563963"/>
                      </a:cubicBezTo>
                      <a:cubicBezTo>
                        <a:pt x="350012" y="568864"/>
                        <a:pt x="322193" y="562162"/>
                        <a:pt x="311397" y="548580"/>
                      </a:cubicBezTo>
                      <a:cubicBezTo>
                        <a:pt x="301966" y="537461"/>
                        <a:pt x="312600" y="532874"/>
                        <a:pt x="311387" y="523348"/>
                      </a:cubicBezTo>
                      <a:cubicBezTo>
                        <a:pt x="310534" y="521509"/>
                        <a:pt x="308790" y="520239"/>
                        <a:pt x="306781" y="519993"/>
                      </a:cubicBezTo>
                      <a:cubicBezTo>
                        <a:pt x="289245" y="518381"/>
                        <a:pt x="281227" y="507974"/>
                        <a:pt x="291795" y="495311"/>
                      </a:cubicBezTo>
                      <a:cubicBezTo>
                        <a:pt x="304203" y="488429"/>
                        <a:pt x="341017" y="499898"/>
                        <a:pt x="345396" y="489529"/>
                      </a:cubicBezTo>
                      <a:cubicBezTo>
                        <a:pt x="346088" y="487150"/>
                        <a:pt x="345187" y="484591"/>
                        <a:pt x="343169" y="483159"/>
                      </a:cubicBezTo>
                      <a:cubicBezTo>
                        <a:pt x="324477" y="469804"/>
                        <a:pt x="302658" y="452525"/>
                        <a:pt x="315027" y="433947"/>
                      </a:cubicBezTo>
                      <a:cubicBezTo>
                        <a:pt x="331633" y="436402"/>
                        <a:pt x="344988" y="445558"/>
                        <a:pt x="360950" y="453112"/>
                      </a:cubicBezTo>
                      <a:cubicBezTo>
                        <a:pt x="372201" y="459169"/>
                        <a:pt x="403139" y="472335"/>
                        <a:pt x="402058" y="483917"/>
                      </a:cubicBezTo>
                      <a:cubicBezTo>
                        <a:pt x="404248" y="488733"/>
                        <a:pt x="415034" y="495747"/>
                        <a:pt x="414267" y="499965"/>
                      </a:cubicBezTo>
                      <a:cubicBezTo>
                        <a:pt x="413433" y="502363"/>
                        <a:pt x="414257" y="505017"/>
                        <a:pt x="416295" y="506533"/>
                      </a:cubicBezTo>
                      <a:cubicBezTo>
                        <a:pt x="420693" y="509813"/>
                        <a:pt x="431679" y="521471"/>
                        <a:pt x="441024" y="533613"/>
                      </a:cubicBezTo>
                      <a:cubicBezTo>
                        <a:pt x="454673" y="551348"/>
                        <a:pt x="456816" y="559414"/>
                        <a:pt x="456522" y="560911"/>
                      </a:cubicBezTo>
                      <a:cubicBezTo>
                        <a:pt x="454730" y="565565"/>
                        <a:pt x="459536" y="569148"/>
                        <a:pt x="461564" y="572892"/>
                      </a:cubicBezTo>
                      <a:cubicBezTo>
                        <a:pt x="469394" y="584352"/>
                        <a:pt x="477479" y="596190"/>
                        <a:pt x="483971" y="608351"/>
                      </a:cubicBezTo>
                      <a:cubicBezTo>
                        <a:pt x="483934" y="608474"/>
                        <a:pt x="483820" y="608645"/>
                        <a:pt x="483725" y="608740"/>
                      </a:cubicBezTo>
                      <a:cubicBezTo>
                        <a:pt x="486227" y="616559"/>
                        <a:pt x="498113" y="621640"/>
                        <a:pt x="505440" y="620929"/>
                      </a:cubicBezTo>
                      <a:cubicBezTo>
                        <a:pt x="564946" y="616569"/>
                        <a:pt x="606102" y="613650"/>
                        <a:pt x="672868" y="611744"/>
                      </a:cubicBezTo>
                      <a:cubicBezTo>
                        <a:pt x="676271" y="611706"/>
                        <a:pt x="679086" y="608361"/>
                        <a:pt x="678451" y="604986"/>
                      </a:cubicBezTo>
                      <a:cubicBezTo>
                        <a:pt x="665276" y="524163"/>
                        <a:pt x="645779" y="456165"/>
                        <a:pt x="618841" y="397114"/>
                      </a:cubicBezTo>
                      <a:cubicBezTo>
                        <a:pt x="570671" y="288462"/>
                        <a:pt x="499251" y="191611"/>
                        <a:pt x="405006" y="106532"/>
                      </a:cubicBezTo>
                      <a:cubicBezTo>
                        <a:pt x="364988" y="97906"/>
                        <a:pt x="325690" y="96826"/>
                        <a:pt x="292004" y="94826"/>
                      </a:cubicBezTo>
                      <a:cubicBezTo>
                        <a:pt x="272431" y="93764"/>
                        <a:pt x="247038" y="95157"/>
                        <a:pt x="225597" y="91859"/>
                      </a:cubicBezTo>
                      <a:cubicBezTo>
                        <a:pt x="224820" y="63262"/>
                        <a:pt x="230953" y="33102"/>
                        <a:pt x="241066" y="7861"/>
                      </a:cubicBezTo>
                      <a:cubicBezTo>
                        <a:pt x="243057" y="3188"/>
                        <a:pt x="237180" y="-2025"/>
                        <a:pt x="232754" y="799"/>
                      </a:cubicBezTo>
                      <a:cubicBezTo>
                        <a:pt x="191039" y="24012"/>
                        <a:pt x="144736" y="39898"/>
                        <a:pt x="95126" y="48021"/>
                      </a:cubicBezTo>
                      <a:cubicBezTo>
                        <a:pt x="63610" y="52305"/>
                        <a:pt x="47212" y="57604"/>
                        <a:pt x="36644" y="66912"/>
                      </a:cubicBezTo>
                      <a:cubicBezTo>
                        <a:pt x="20151" y="81707"/>
                        <a:pt x="15782" y="113223"/>
                        <a:pt x="7810" y="137545"/>
                      </a:cubicBezTo>
                      <a:cubicBezTo>
                        <a:pt x="23402" y="309997"/>
                        <a:pt x="58207" y="444951"/>
                        <a:pt x="150234" y="589489"/>
                      </a:cubicBezTo>
                      <a:cubicBezTo>
                        <a:pt x="189020" y="749249"/>
                        <a:pt x="205920" y="886033"/>
                        <a:pt x="123448" y="1050665"/>
                      </a:cubicBezTo>
                      <a:cubicBezTo>
                        <a:pt x="87685" y="1139563"/>
                        <a:pt x="44672" y="1230633"/>
                        <a:pt x="0" y="1315029"/>
                      </a:cubicBezTo>
                      <a:cubicBezTo>
                        <a:pt x="121438" y="1370601"/>
                        <a:pt x="484512" y="1453064"/>
                        <a:pt x="640528" y="1388402"/>
                      </a:cubicBezTo>
                      <a:cubicBezTo>
                        <a:pt x="684470" y="1290603"/>
                        <a:pt x="715815" y="1188207"/>
                        <a:pt x="729038" y="1098417"/>
                      </a:cubicBezTo>
                      <a:cubicBezTo>
                        <a:pt x="730573" y="1086778"/>
                        <a:pt x="736488" y="1072247"/>
                        <a:pt x="739521" y="1061148"/>
                      </a:cubicBezTo>
                      <a:cubicBezTo>
                        <a:pt x="739786" y="1060172"/>
                        <a:pt x="761757" y="1158492"/>
                        <a:pt x="809396" y="1274272"/>
                      </a:cubicBezTo>
                      <a:cubicBezTo>
                        <a:pt x="830846" y="1318963"/>
                        <a:pt x="866296" y="1411150"/>
                        <a:pt x="914209" y="1429160"/>
                      </a:cubicBezTo>
                      <a:cubicBezTo>
                        <a:pt x="890096" y="1259798"/>
                        <a:pt x="848770" y="1043044"/>
                        <a:pt x="831519" y="874810"/>
                      </a:cubicBezTo>
                      <a:cubicBezTo>
                        <a:pt x="912257" y="876668"/>
                        <a:pt x="988179" y="881094"/>
                        <a:pt x="1069097" y="868991"/>
                      </a:cubicBezTo>
                      <a:cubicBezTo>
                        <a:pt x="1076045" y="866545"/>
                        <a:pt x="1099770" y="864100"/>
                        <a:pt x="1101703" y="855019"/>
                      </a:cubicBezTo>
                      <a:cubicBezTo>
                        <a:pt x="1111296" y="665961"/>
                        <a:pt x="1037449" y="495548"/>
                        <a:pt x="963118" y="326309"/>
                      </a:cubicBezTo>
                      <a:close/>
                    </a:path>
                  </a:pathLst>
                </a:custGeom>
                <a:solidFill>
                  <a:schemeClr val="accent1">
                    <a:lumMod val="50000"/>
                  </a:schemeClr>
                </a:solidFill>
                <a:ln w="9452" cap="flat">
                  <a:noFill/>
                  <a:prstDash val="solid"/>
                  <a:miter/>
                </a:ln>
              </p:spPr>
              <p:txBody>
                <a:bodyPr rtlCol="0" anchor="ctr"/>
                <a:lstStyle/>
                <a:p>
                  <a:endParaRPr lang="en-US"/>
                </a:p>
              </p:txBody>
            </p:sp>
            <p:sp>
              <p:nvSpPr>
                <p:cNvPr id="83" name="Полілінія: фігура 82">
                  <a:extLst>
                    <a:ext uri="{FF2B5EF4-FFF2-40B4-BE49-F238E27FC236}">
                      <a16:creationId xmlns:a16="http://schemas.microsoft.com/office/drawing/2014/main" id="{F00DEC10-BB48-A71D-8933-86EE2928025A}"/>
                    </a:ext>
                  </a:extLst>
                </p:cNvPr>
                <p:cNvSpPr/>
                <p:nvPr/>
              </p:nvSpPr>
              <p:spPr>
                <a:xfrm>
                  <a:off x="911334" y="4756110"/>
                  <a:ext cx="1131086" cy="3854510"/>
                </a:xfrm>
                <a:custGeom>
                  <a:avLst/>
                  <a:gdLst>
                    <a:gd name="connsiteX0" fmla="*/ 1130532 w 1131086"/>
                    <a:gd name="connsiteY0" fmla="*/ 969150 h 3854510"/>
                    <a:gd name="connsiteX1" fmla="*/ 901759 w 1131086"/>
                    <a:gd name="connsiteY1" fmla="*/ 310565 h 3854510"/>
                    <a:gd name="connsiteX2" fmla="*/ 842585 w 1131086"/>
                    <a:gd name="connsiteY2" fmla="*/ 263713 h 3854510"/>
                    <a:gd name="connsiteX3" fmla="*/ 726834 w 1131086"/>
                    <a:gd name="connsiteY3" fmla="*/ 225686 h 3854510"/>
                    <a:gd name="connsiteX4" fmla="*/ 706465 w 1131086"/>
                    <a:gd name="connsiteY4" fmla="*/ 200871 h 3854510"/>
                    <a:gd name="connsiteX5" fmla="*/ 616410 w 1131086"/>
                    <a:gd name="connsiteY5" fmla="*/ 131867 h 3854510"/>
                    <a:gd name="connsiteX6" fmla="*/ 718019 w 1131086"/>
                    <a:gd name="connsiteY6" fmla="*/ 232643 h 3854510"/>
                    <a:gd name="connsiteX7" fmla="*/ 721839 w 1131086"/>
                    <a:gd name="connsiteY7" fmla="*/ 240273 h 3854510"/>
                    <a:gd name="connsiteX8" fmla="*/ 751923 w 1131086"/>
                    <a:gd name="connsiteY8" fmla="*/ 281220 h 3854510"/>
                    <a:gd name="connsiteX9" fmla="*/ 699071 w 1131086"/>
                    <a:gd name="connsiteY9" fmla="*/ 259249 h 3854510"/>
                    <a:gd name="connsiteX10" fmla="*/ 695706 w 1131086"/>
                    <a:gd name="connsiteY10" fmla="*/ 261400 h 3854510"/>
                    <a:gd name="connsiteX11" fmla="*/ 690105 w 1131086"/>
                    <a:gd name="connsiteY11" fmla="*/ 265391 h 3854510"/>
                    <a:gd name="connsiteX12" fmla="*/ 606836 w 1131086"/>
                    <a:gd name="connsiteY12" fmla="*/ 364308 h 3854510"/>
                    <a:gd name="connsiteX13" fmla="*/ 617869 w 1131086"/>
                    <a:gd name="connsiteY13" fmla="*/ 255363 h 3854510"/>
                    <a:gd name="connsiteX14" fmla="*/ 617680 w 1131086"/>
                    <a:gd name="connsiteY14" fmla="*/ 247922 h 3854510"/>
                    <a:gd name="connsiteX15" fmla="*/ 579358 w 1131086"/>
                    <a:gd name="connsiteY15" fmla="*/ 133081 h 3854510"/>
                    <a:gd name="connsiteX16" fmla="*/ 562107 w 1131086"/>
                    <a:gd name="connsiteY16" fmla="*/ 159166 h 3854510"/>
                    <a:gd name="connsiteX17" fmla="*/ 610580 w 1131086"/>
                    <a:gd name="connsiteY17" fmla="*/ 258585 h 3854510"/>
                    <a:gd name="connsiteX18" fmla="*/ 594808 w 1131086"/>
                    <a:gd name="connsiteY18" fmla="*/ 355939 h 3854510"/>
                    <a:gd name="connsiteX19" fmla="*/ 478090 w 1131086"/>
                    <a:gd name="connsiteY19" fmla="*/ 284462 h 3854510"/>
                    <a:gd name="connsiteX20" fmla="*/ 316662 w 1131086"/>
                    <a:gd name="connsiteY20" fmla="*/ 114209 h 3854510"/>
                    <a:gd name="connsiteX21" fmla="*/ 312870 w 1131086"/>
                    <a:gd name="connsiteY21" fmla="*/ 10704 h 3854510"/>
                    <a:gd name="connsiteX22" fmla="*/ 301534 w 1131086"/>
                    <a:gd name="connsiteY22" fmla="*/ 12960 h 3854510"/>
                    <a:gd name="connsiteX23" fmla="*/ 307837 w 1131086"/>
                    <a:gd name="connsiteY23" fmla="*/ 91328 h 3854510"/>
                    <a:gd name="connsiteX24" fmla="*/ 255090 w 1131086"/>
                    <a:gd name="connsiteY24" fmla="*/ 169213 h 3854510"/>
                    <a:gd name="connsiteX25" fmla="*/ 123860 w 1131086"/>
                    <a:gd name="connsiteY25" fmla="*/ 207591 h 3854510"/>
                    <a:gd name="connsiteX26" fmla="*/ 17729 w 1131086"/>
                    <a:gd name="connsiteY26" fmla="*/ 256225 h 3854510"/>
                    <a:gd name="connsiteX27" fmla="*/ 8573 w 1131086"/>
                    <a:gd name="connsiteY27" fmla="*/ 316669 h 3854510"/>
                    <a:gd name="connsiteX28" fmla="*/ 157291 w 1131086"/>
                    <a:gd name="connsiteY28" fmla="*/ 795646 h 3854510"/>
                    <a:gd name="connsiteX29" fmla="*/ 172703 w 1131086"/>
                    <a:gd name="connsiteY29" fmla="*/ 1082598 h 3854510"/>
                    <a:gd name="connsiteX30" fmla="*/ 4469 w 1131086"/>
                    <a:gd name="connsiteY30" fmla="*/ 1481016 h 3854510"/>
                    <a:gd name="connsiteX31" fmla="*/ 289 w 1131086"/>
                    <a:gd name="connsiteY31" fmla="*/ 1496210 h 3854510"/>
                    <a:gd name="connsiteX32" fmla="*/ 10611 w 1131086"/>
                    <a:gd name="connsiteY32" fmla="*/ 1510845 h 3854510"/>
                    <a:gd name="connsiteX33" fmla="*/ 46696 w 1131086"/>
                    <a:gd name="connsiteY33" fmla="*/ 1529480 h 3854510"/>
                    <a:gd name="connsiteX34" fmla="*/ 45227 w 1131086"/>
                    <a:gd name="connsiteY34" fmla="*/ 2243162 h 3854510"/>
                    <a:gd name="connsiteX35" fmla="*/ 37047 w 1131086"/>
                    <a:gd name="connsiteY35" fmla="*/ 2342364 h 3854510"/>
                    <a:gd name="connsiteX36" fmla="*/ 34165 w 1131086"/>
                    <a:gd name="connsiteY36" fmla="*/ 2443595 h 3854510"/>
                    <a:gd name="connsiteX37" fmla="*/ 41795 w 1131086"/>
                    <a:gd name="connsiteY37" fmla="*/ 2449168 h 3854510"/>
                    <a:gd name="connsiteX38" fmla="*/ 75188 w 1131086"/>
                    <a:gd name="connsiteY38" fmla="*/ 2464665 h 3854510"/>
                    <a:gd name="connsiteX39" fmla="*/ 189081 w 1131086"/>
                    <a:gd name="connsiteY39" fmla="*/ 2498494 h 3854510"/>
                    <a:gd name="connsiteX40" fmla="*/ 269165 w 1131086"/>
                    <a:gd name="connsiteY40" fmla="*/ 3367386 h 3854510"/>
                    <a:gd name="connsiteX41" fmla="*/ 240976 w 1131086"/>
                    <a:gd name="connsiteY41" fmla="*/ 3388192 h 3854510"/>
                    <a:gd name="connsiteX42" fmla="*/ 215906 w 1131086"/>
                    <a:gd name="connsiteY42" fmla="*/ 3414333 h 3854510"/>
                    <a:gd name="connsiteX43" fmla="*/ 214190 w 1131086"/>
                    <a:gd name="connsiteY43" fmla="*/ 3558549 h 3854510"/>
                    <a:gd name="connsiteX44" fmla="*/ 229232 w 1131086"/>
                    <a:gd name="connsiteY44" fmla="*/ 3637315 h 3854510"/>
                    <a:gd name="connsiteX45" fmla="*/ 230275 w 1131086"/>
                    <a:gd name="connsiteY45" fmla="*/ 3681693 h 3854510"/>
                    <a:gd name="connsiteX46" fmla="*/ 244076 w 1131086"/>
                    <a:gd name="connsiteY46" fmla="*/ 3743635 h 3854510"/>
                    <a:gd name="connsiteX47" fmla="*/ 287952 w 1131086"/>
                    <a:gd name="connsiteY47" fmla="*/ 3744649 h 3854510"/>
                    <a:gd name="connsiteX48" fmla="*/ 318937 w 1131086"/>
                    <a:gd name="connsiteY48" fmla="*/ 3802108 h 3854510"/>
                    <a:gd name="connsiteX49" fmla="*/ 517378 w 1131086"/>
                    <a:gd name="connsiteY49" fmla="*/ 3854458 h 3854510"/>
                    <a:gd name="connsiteX50" fmla="*/ 611433 w 1131086"/>
                    <a:gd name="connsiteY50" fmla="*/ 3845339 h 3854510"/>
                    <a:gd name="connsiteX51" fmla="*/ 609187 w 1131086"/>
                    <a:gd name="connsiteY51" fmla="*/ 3792079 h 3854510"/>
                    <a:gd name="connsiteX52" fmla="*/ 730635 w 1131086"/>
                    <a:gd name="connsiteY52" fmla="*/ 3795226 h 3854510"/>
                    <a:gd name="connsiteX53" fmla="*/ 765174 w 1131086"/>
                    <a:gd name="connsiteY53" fmla="*/ 3739853 h 3854510"/>
                    <a:gd name="connsiteX54" fmla="*/ 683214 w 1131086"/>
                    <a:gd name="connsiteY54" fmla="*/ 3593657 h 3854510"/>
                    <a:gd name="connsiteX55" fmla="*/ 660191 w 1131086"/>
                    <a:gd name="connsiteY55" fmla="*/ 2943831 h 3854510"/>
                    <a:gd name="connsiteX56" fmla="*/ 682939 w 1131086"/>
                    <a:gd name="connsiteY56" fmla="*/ 2590255 h 3854510"/>
                    <a:gd name="connsiteX57" fmla="*/ 704740 w 1131086"/>
                    <a:gd name="connsiteY57" fmla="*/ 2477110 h 3854510"/>
                    <a:gd name="connsiteX58" fmla="*/ 851940 w 1131086"/>
                    <a:gd name="connsiteY58" fmla="*/ 2408420 h 3854510"/>
                    <a:gd name="connsiteX59" fmla="*/ 854158 w 1131086"/>
                    <a:gd name="connsiteY59" fmla="*/ 2400761 h 3854510"/>
                    <a:gd name="connsiteX60" fmla="*/ 848272 w 1131086"/>
                    <a:gd name="connsiteY60" fmla="*/ 2330308 h 3854510"/>
                    <a:gd name="connsiteX61" fmla="*/ 862774 w 1131086"/>
                    <a:gd name="connsiteY61" fmla="*/ 2115316 h 3854510"/>
                    <a:gd name="connsiteX62" fmla="*/ 882527 w 1131086"/>
                    <a:gd name="connsiteY62" fmla="*/ 1606417 h 3854510"/>
                    <a:gd name="connsiteX63" fmla="*/ 935076 w 1131086"/>
                    <a:gd name="connsiteY63" fmla="*/ 1623411 h 3854510"/>
                    <a:gd name="connsiteX64" fmla="*/ 940422 w 1131086"/>
                    <a:gd name="connsiteY64" fmla="*/ 1606113 h 3854510"/>
                    <a:gd name="connsiteX65" fmla="*/ 910309 w 1131086"/>
                    <a:gd name="connsiteY65" fmla="*/ 1397558 h 3854510"/>
                    <a:gd name="connsiteX66" fmla="*/ 852092 w 1131086"/>
                    <a:gd name="connsiteY66" fmla="*/ 1067669 h 3854510"/>
                    <a:gd name="connsiteX67" fmla="*/ 1105575 w 1131086"/>
                    <a:gd name="connsiteY67" fmla="*/ 1052579 h 3854510"/>
                    <a:gd name="connsiteX68" fmla="*/ 1130532 w 1131086"/>
                    <a:gd name="connsiteY68" fmla="*/ 969150 h 3854510"/>
                    <a:gd name="connsiteX69" fmla="*/ 695517 w 1131086"/>
                    <a:gd name="connsiteY69" fmla="*/ 276196 h 3854510"/>
                    <a:gd name="connsiteX70" fmla="*/ 758103 w 1131086"/>
                    <a:gd name="connsiteY70" fmla="*/ 519774 h 3854510"/>
                    <a:gd name="connsiteX71" fmla="*/ 656977 w 1131086"/>
                    <a:gd name="connsiteY71" fmla="*/ 321030 h 3854510"/>
                    <a:gd name="connsiteX72" fmla="*/ 695517 w 1131086"/>
                    <a:gd name="connsiteY72" fmla="*/ 276196 h 3854510"/>
                    <a:gd name="connsiteX73" fmla="*/ 595064 w 1131086"/>
                    <a:gd name="connsiteY73" fmla="*/ 372375 h 3854510"/>
                    <a:gd name="connsiteX74" fmla="*/ 596410 w 1131086"/>
                    <a:gd name="connsiteY74" fmla="*/ 375815 h 3854510"/>
                    <a:gd name="connsiteX75" fmla="*/ 588789 w 1131086"/>
                    <a:gd name="connsiteY75" fmla="*/ 383341 h 3854510"/>
                    <a:gd name="connsiteX76" fmla="*/ 594486 w 1131086"/>
                    <a:gd name="connsiteY76" fmla="*/ 389038 h 3854510"/>
                    <a:gd name="connsiteX77" fmla="*/ 649546 w 1131086"/>
                    <a:gd name="connsiteY77" fmla="*/ 330394 h 3854510"/>
                    <a:gd name="connsiteX78" fmla="*/ 746985 w 1131086"/>
                    <a:gd name="connsiteY78" fmla="*/ 787807 h 3854510"/>
                    <a:gd name="connsiteX79" fmla="*/ 699555 w 1131086"/>
                    <a:gd name="connsiteY79" fmla="*/ 788281 h 3854510"/>
                    <a:gd name="connsiteX80" fmla="*/ 432176 w 1131086"/>
                    <a:gd name="connsiteY80" fmla="*/ 296784 h 3854510"/>
                    <a:gd name="connsiteX81" fmla="*/ 595064 w 1131086"/>
                    <a:gd name="connsiteY81" fmla="*/ 372375 h 3854510"/>
                    <a:gd name="connsiteX82" fmla="*/ 617026 w 1131086"/>
                    <a:gd name="connsiteY82" fmla="*/ 565698 h 3854510"/>
                    <a:gd name="connsiteX83" fmla="*/ 302899 w 1131086"/>
                    <a:gd name="connsiteY83" fmla="*/ 283447 h 3854510"/>
                    <a:gd name="connsiteX84" fmla="*/ 412186 w 1131086"/>
                    <a:gd name="connsiteY84" fmla="*/ 293646 h 3854510"/>
                    <a:gd name="connsiteX85" fmla="*/ 617026 w 1131086"/>
                    <a:gd name="connsiteY85" fmla="*/ 565698 h 3854510"/>
                    <a:gd name="connsiteX86" fmla="*/ 285165 w 1131086"/>
                    <a:gd name="connsiteY86" fmla="*/ 141336 h 3854510"/>
                    <a:gd name="connsiteX87" fmla="*/ 306273 w 1131086"/>
                    <a:gd name="connsiteY87" fmla="*/ 108010 h 3854510"/>
                    <a:gd name="connsiteX88" fmla="*/ 441446 w 1131086"/>
                    <a:gd name="connsiteY88" fmla="*/ 282111 h 3854510"/>
                    <a:gd name="connsiteX89" fmla="*/ 245810 w 1131086"/>
                    <a:gd name="connsiteY89" fmla="*/ 269713 h 3854510"/>
                    <a:gd name="connsiteX90" fmla="*/ 285165 w 1131086"/>
                    <a:gd name="connsiteY90" fmla="*/ 141336 h 3854510"/>
                    <a:gd name="connsiteX91" fmla="*/ 54013 w 1131086"/>
                    <a:gd name="connsiteY91" fmla="*/ 498154 h 3854510"/>
                    <a:gd name="connsiteX92" fmla="*/ 24706 w 1131086"/>
                    <a:gd name="connsiteY92" fmla="*/ 319797 h 3854510"/>
                    <a:gd name="connsiteX93" fmla="*/ 107083 w 1131086"/>
                    <a:gd name="connsiteY93" fmla="*/ 236567 h 3854510"/>
                    <a:gd name="connsiteX94" fmla="*/ 246673 w 1131086"/>
                    <a:gd name="connsiteY94" fmla="*/ 188672 h 3854510"/>
                    <a:gd name="connsiteX95" fmla="*/ 231545 w 1131086"/>
                    <a:gd name="connsiteY95" fmla="*/ 271903 h 3854510"/>
                    <a:gd name="connsiteX96" fmla="*/ 289885 w 1131086"/>
                    <a:gd name="connsiteY96" fmla="*/ 283125 h 3854510"/>
                    <a:gd name="connsiteX97" fmla="*/ 624627 w 1131086"/>
                    <a:gd name="connsiteY97" fmla="*/ 582304 h 3854510"/>
                    <a:gd name="connsiteX98" fmla="*/ 683792 w 1131086"/>
                    <a:gd name="connsiteY98" fmla="*/ 788698 h 3854510"/>
                    <a:gd name="connsiteX99" fmla="*/ 484488 w 1131086"/>
                    <a:gd name="connsiteY99" fmla="*/ 798897 h 3854510"/>
                    <a:gd name="connsiteX100" fmla="*/ 381428 w 1131086"/>
                    <a:gd name="connsiteY100" fmla="*/ 746879 h 3854510"/>
                    <a:gd name="connsiteX101" fmla="*/ 339135 w 1131086"/>
                    <a:gd name="connsiteY101" fmla="*/ 735391 h 3854510"/>
                    <a:gd name="connsiteX102" fmla="*/ 328728 w 1131086"/>
                    <a:gd name="connsiteY102" fmla="*/ 710700 h 3854510"/>
                    <a:gd name="connsiteX103" fmla="*/ 344121 w 1131086"/>
                    <a:gd name="connsiteY103" fmla="*/ 708539 h 3854510"/>
                    <a:gd name="connsiteX104" fmla="*/ 464204 w 1131086"/>
                    <a:gd name="connsiteY104" fmla="*/ 753372 h 3854510"/>
                    <a:gd name="connsiteX105" fmla="*/ 491701 w 1131086"/>
                    <a:gd name="connsiteY105" fmla="*/ 795409 h 3854510"/>
                    <a:gd name="connsiteX106" fmla="*/ 500383 w 1131086"/>
                    <a:gd name="connsiteY106" fmla="*/ 788708 h 3854510"/>
                    <a:gd name="connsiteX107" fmla="*/ 473028 w 1131086"/>
                    <a:gd name="connsiteY107" fmla="*/ 745855 h 3854510"/>
                    <a:gd name="connsiteX108" fmla="*/ 430868 w 1131086"/>
                    <a:gd name="connsiteY108" fmla="*/ 684643 h 3854510"/>
                    <a:gd name="connsiteX109" fmla="*/ 418186 w 1131086"/>
                    <a:gd name="connsiteY109" fmla="*/ 663743 h 3854510"/>
                    <a:gd name="connsiteX110" fmla="*/ 362159 w 1131086"/>
                    <a:gd name="connsiteY110" fmla="*/ 624114 h 3854510"/>
                    <a:gd name="connsiteX111" fmla="*/ 352614 w 1131086"/>
                    <a:gd name="connsiteY111" fmla="*/ 586816 h 3854510"/>
                    <a:gd name="connsiteX112" fmla="*/ 331306 w 1131086"/>
                    <a:gd name="connsiteY112" fmla="*/ 504950 h 3854510"/>
                    <a:gd name="connsiteX113" fmla="*/ 330813 w 1131086"/>
                    <a:gd name="connsiteY113" fmla="*/ 474344 h 3854510"/>
                    <a:gd name="connsiteX114" fmla="*/ 66420 w 1131086"/>
                    <a:gd name="connsiteY114" fmla="*/ 271239 h 3854510"/>
                    <a:gd name="connsiteX115" fmla="*/ 65169 w 1131086"/>
                    <a:gd name="connsiteY115" fmla="*/ 280490 h 3854510"/>
                    <a:gd name="connsiteX116" fmla="*/ 310908 w 1131086"/>
                    <a:gd name="connsiteY116" fmla="*/ 457814 h 3854510"/>
                    <a:gd name="connsiteX117" fmla="*/ 328671 w 1131086"/>
                    <a:gd name="connsiteY117" fmla="*/ 551651 h 3854510"/>
                    <a:gd name="connsiteX118" fmla="*/ 347837 w 1131086"/>
                    <a:gd name="connsiteY118" fmla="*/ 617706 h 3854510"/>
                    <a:gd name="connsiteX119" fmla="*/ 327041 w 1131086"/>
                    <a:gd name="connsiteY119" fmla="*/ 610967 h 3854510"/>
                    <a:gd name="connsiteX120" fmla="*/ 316956 w 1131086"/>
                    <a:gd name="connsiteY120" fmla="*/ 622426 h 3854510"/>
                    <a:gd name="connsiteX121" fmla="*/ 350889 w 1131086"/>
                    <a:gd name="connsiteY121" fmla="*/ 670691 h 3854510"/>
                    <a:gd name="connsiteX122" fmla="*/ 302018 w 1131086"/>
                    <a:gd name="connsiteY122" fmla="*/ 672331 h 3854510"/>
                    <a:gd name="connsiteX123" fmla="*/ 299003 w 1131086"/>
                    <a:gd name="connsiteY123" fmla="*/ 673591 h 3854510"/>
                    <a:gd name="connsiteX124" fmla="*/ 317174 w 1131086"/>
                    <a:gd name="connsiteY124" fmla="*/ 708558 h 3854510"/>
                    <a:gd name="connsiteX125" fmla="*/ 376035 w 1131086"/>
                    <a:gd name="connsiteY125" fmla="*/ 752187 h 3854510"/>
                    <a:gd name="connsiteX126" fmla="*/ 433219 w 1131086"/>
                    <a:gd name="connsiteY126" fmla="*/ 803608 h 3854510"/>
                    <a:gd name="connsiteX127" fmla="*/ 579007 w 1131086"/>
                    <a:gd name="connsiteY127" fmla="*/ 806811 h 3854510"/>
                    <a:gd name="connsiteX128" fmla="*/ 763734 w 1131086"/>
                    <a:gd name="connsiteY128" fmla="*/ 798395 h 3854510"/>
                    <a:gd name="connsiteX129" fmla="*/ 855485 w 1131086"/>
                    <a:gd name="connsiteY129" fmla="*/ 930468 h 3854510"/>
                    <a:gd name="connsiteX130" fmla="*/ 699858 w 1131086"/>
                    <a:gd name="connsiteY130" fmla="*/ 990429 h 3854510"/>
                    <a:gd name="connsiteX131" fmla="*/ 445086 w 1131086"/>
                    <a:gd name="connsiteY131" fmla="*/ 1056693 h 3854510"/>
                    <a:gd name="connsiteX132" fmla="*/ 54013 w 1131086"/>
                    <a:gd name="connsiteY132" fmla="*/ 498154 h 3854510"/>
                    <a:gd name="connsiteX133" fmla="*/ 476858 w 1131086"/>
                    <a:gd name="connsiteY133" fmla="*/ 799485 h 3854510"/>
                    <a:gd name="connsiteX134" fmla="*/ 447209 w 1131086"/>
                    <a:gd name="connsiteY134" fmla="*/ 802082 h 3854510"/>
                    <a:gd name="connsiteX135" fmla="*/ 407580 w 1131086"/>
                    <a:gd name="connsiteY135" fmla="*/ 778490 h 3854510"/>
                    <a:gd name="connsiteX136" fmla="*/ 476858 w 1131086"/>
                    <a:gd name="connsiteY136" fmla="*/ 799485 h 3854510"/>
                    <a:gd name="connsiteX137" fmla="*/ 406290 w 1131086"/>
                    <a:gd name="connsiteY137" fmla="*/ 685638 h 3854510"/>
                    <a:gd name="connsiteX138" fmla="*/ 450290 w 1131086"/>
                    <a:gd name="connsiteY138" fmla="*/ 723704 h 3854510"/>
                    <a:gd name="connsiteX139" fmla="*/ 333865 w 1131086"/>
                    <a:gd name="connsiteY139" fmla="*/ 699174 h 3854510"/>
                    <a:gd name="connsiteX140" fmla="*/ 304994 w 1131086"/>
                    <a:gd name="connsiteY140" fmla="*/ 680217 h 3854510"/>
                    <a:gd name="connsiteX141" fmla="*/ 306122 w 1131086"/>
                    <a:gd name="connsiteY141" fmla="*/ 678700 h 3854510"/>
                    <a:gd name="connsiteX142" fmla="*/ 306890 w 1131086"/>
                    <a:gd name="connsiteY142" fmla="*/ 680473 h 3854510"/>
                    <a:gd name="connsiteX143" fmla="*/ 406290 w 1131086"/>
                    <a:gd name="connsiteY143" fmla="*/ 685638 h 3854510"/>
                    <a:gd name="connsiteX144" fmla="*/ 329932 w 1131086"/>
                    <a:gd name="connsiteY144" fmla="*/ 620455 h 3854510"/>
                    <a:gd name="connsiteX145" fmla="*/ 412423 w 1131086"/>
                    <a:gd name="connsiteY145" fmla="*/ 674909 h 3854510"/>
                    <a:gd name="connsiteX146" fmla="*/ 375902 w 1131086"/>
                    <a:gd name="connsiteY146" fmla="*/ 670814 h 3854510"/>
                    <a:gd name="connsiteX147" fmla="*/ 329932 w 1131086"/>
                    <a:gd name="connsiteY147" fmla="*/ 620455 h 3854510"/>
                    <a:gd name="connsiteX148" fmla="*/ 788027 w 1131086"/>
                    <a:gd name="connsiteY148" fmla="*/ 800726 h 3854510"/>
                    <a:gd name="connsiteX149" fmla="*/ 835732 w 1131086"/>
                    <a:gd name="connsiteY149" fmla="*/ 781940 h 3854510"/>
                    <a:gd name="connsiteX150" fmla="*/ 837723 w 1131086"/>
                    <a:gd name="connsiteY150" fmla="*/ 779485 h 3854510"/>
                    <a:gd name="connsiteX151" fmla="*/ 902584 w 1131086"/>
                    <a:gd name="connsiteY151" fmla="*/ 801105 h 3854510"/>
                    <a:gd name="connsiteX152" fmla="*/ 954953 w 1131086"/>
                    <a:gd name="connsiteY152" fmla="*/ 870611 h 3854510"/>
                    <a:gd name="connsiteX153" fmla="*/ 859997 w 1131086"/>
                    <a:gd name="connsiteY153" fmla="*/ 893255 h 3854510"/>
                    <a:gd name="connsiteX154" fmla="*/ 788027 w 1131086"/>
                    <a:gd name="connsiteY154" fmla="*/ 800726 h 3854510"/>
                    <a:gd name="connsiteX155" fmla="*/ 148874 w 1131086"/>
                    <a:gd name="connsiteY155" fmla="*/ 1237561 h 3854510"/>
                    <a:gd name="connsiteX156" fmla="*/ 182608 w 1131086"/>
                    <a:gd name="connsiteY156" fmla="*/ 833228 h 3854510"/>
                    <a:gd name="connsiteX157" fmla="*/ 391893 w 1131086"/>
                    <a:gd name="connsiteY157" fmla="*/ 1046551 h 3854510"/>
                    <a:gd name="connsiteX158" fmla="*/ 447029 w 1131086"/>
                    <a:gd name="connsiteY158" fmla="*/ 1069261 h 3854510"/>
                    <a:gd name="connsiteX159" fmla="*/ 536819 w 1131086"/>
                    <a:gd name="connsiteY159" fmla="*/ 1053366 h 3854510"/>
                    <a:gd name="connsiteX160" fmla="*/ 549975 w 1131086"/>
                    <a:gd name="connsiteY160" fmla="*/ 1050475 h 3854510"/>
                    <a:gd name="connsiteX161" fmla="*/ 606732 w 1131086"/>
                    <a:gd name="connsiteY161" fmla="*/ 1036570 h 3854510"/>
                    <a:gd name="connsiteX162" fmla="*/ 609955 w 1131086"/>
                    <a:gd name="connsiteY162" fmla="*/ 1041195 h 3854510"/>
                    <a:gd name="connsiteX163" fmla="*/ 695981 w 1131086"/>
                    <a:gd name="connsiteY163" fmla="*/ 1054863 h 3854510"/>
                    <a:gd name="connsiteX164" fmla="*/ 734786 w 1131086"/>
                    <a:gd name="connsiteY164" fmla="*/ 1242045 h 3854510"/>
                    <a:gd name="connsiteX165" fmla="*/ 725924 w 1131086"/>
                    <a:gd name="connsiteY165" fmla="*/ 1295352 h 3854510"/>
                    <a:gd name="connsiteX166" fmla="*/ 651906 w 1131086"/>
                    <a:gd name="connsiteY166" fmla="*/ 1550854 h 3854510"/>
                    <a:gd name="connsiteX167" fmla="*/ 28573 w 1131086"/>
                    <a:gd name="connsiteY167" fmla="*/ 1495888 h 3854510"/>
                    <a:gd name="connsiteX168" fmla="*/ 148874 w 1131086"/>
                    <a:gd name="connsiteY168" fmla="*/ 1237561 h 3854510"/>
                    <a:gd name="connsiteX169" fmla="*/ 281118 w 1131086"/>
                    <a:gd name="connsiteY169" fmla="*/ 3384220 h 3854510"/>
                    <a:gd name="connsiteX170" fmla="*/ 290786 w 1131086"/>
                    <a:gd name="connsiteY170" fmla="*/ 3328553 h 3854510"/>
                    <a:gd name="connsiteX171" fmla="*/ 254853 w 1131086"/>
                    <a:gd name="connsiteY171" fmla="*/ 3201958 h 3854510"/>
                    <a:gd name="connsiteX172" fmla="*/ 211375 w 1131086"/>
                    <a:gd name="connsiteY172" fmla="*/ 2503337 h 3854510"/>
                    <a:gd name="connsiteX173" fmla="*/ 487057 w 1131086"/>
                    <a:gd name="connsiteY173" fmla="*/ 2519792 h 3854510"/>
                    <a:gd name="connsiteX174" fmla="*/ 407305 w 1131086"/>
                    <a:gd name="connsiteY174" fmla="*/ 2956779 h 3854510"/>
                    <a:gd name="connsiteX175" fmla="*/ 467559 w 1131086"/>
                    <a:gd name="connsiteY175" fmla="*/ 3586671 h 3854510"/>
                    <a:gd name="connsiteX176" fmla="*/ 506999 w 1131086"/>
                    <a:gd name="connsiteY176" fmla="*/ 3710820 h 3854510"/>
                    <a:gd name="connsiteX177" fmla="*/ 379874 w 1131086"/>
                    <a:gd name="connsiteY177" fmla="*/ 3707124 h 3854510"/>
                    <a:gd name="connsiteX178" fmla="*/ 325382 w 1131086"/>
                    <a:gd name="connsiteY178" fmla="*/ 3630519 h 3854510"/>
                    <a:gd name="connsiteX179" fmla="*/ 281118 w 1131086"/>
                    <a:gd name="connsiteY179" fmla="*/ 3384220 h 3854510"/>
                    <a:gd name="connsiteX180" fmla="*/ 431541 w 1131086"/>
                    <a:gd name="connsiteY180" fmla="*/ 3062729 h 3854510"/>
                    <a:gd name="connsiteX181" fmla="*/ 432527 w 1131086"/>
                    <a:gd name="connsiteY181" fmla="*/ 3276251 h 3854510"/>
                    <a:gd name="connsiteX182" fmla="*/ 432385 w 1131086"/>
                    <a:gd name="connsiteY182" fmla="*/ 3277407 h 3854510"/>
                    <a:gd name="connsiteX183" fmla="*/ 431541 w 1131086"/>
                    <a:gd name="connsiteY183" fmla="*/ 3062729 h 3854510"/>
                    <a:gd name="connsiteX184" fmla="*/ 453863 w 1131086"/>
                    <a:gd name="connsiteY184" fmla="*/ 3820970 h 3854510"/>
                    <a:gd name="connsiteX185" fmla="*/ 326207 w 1131086"/>
                    <a:gd name="connsiteY185" fmla="*/ 3762630 h 3854510"/>
                    <a:gd name="connsiteX186" fmla="*/ 296283 w 1131086"/>
                    <a:gd name="connsiteY186" fmla="*/ 3677655 h 3854510"/>
                    <a:gd name="connsiteX187" fmla="*/ 275260 w 1131086"/>
                    <a:gd name="connsiteY187" fmla="*/ 3684262 h 3854510"/>
                    <a:gd name="connsiteX188" fmla="*/ 272777 w 1131086"/>
                    <a:gd name="connsiteY188" fmla="*/ 3723427 h 3854510"/>
                    <a:gd name="connsiteX189" fmla="*/ 260777 w 1131086"/>
                    <a:gd name="connsiteY189" fmla="*/ 3722413 h 3854510"/>
                    <a:gd name="connsiteX190" fmla="*/ 253241 w 1131086"/>
                    <a:gd name="connsiteY190" fmla="*/ 3572984 h 3854510"/>
                    <a:gd name="connsiteX191" fmla="*/ 256132 w 1131086"/>
                    <a:gd name="connsiteY191" fmla="*/ 3409604 h 3854510"/>
                    <a:gd name="connsiteX192" fmla="*/ 333135 w 1131086"/>
                    <a:gd name="connsiteY192" fmla="*/ 3678186 h 3854510"/>
                    <a:gd name="connsiteX193" fmla="*/ 418954 w 1131086"/>
                    <a:gd name="connsiteY193" fmla="*/ 3730962 h 3854510"/>
                    <a:gd name="connsiteX194" fmla="*/ 513284 w 1131086"/>
                    <a:gd name="connsiteY194" fmla="*/ 3722915 h 3854510"/>
                    <a:gd name="connsiteX195" fmla="*/ 532430 w 1131086"/>
                    <a:gd name="connsiteY195" fmla="*/ 3727294 h 3854510"/>
                    <a:gd name="connsiteX196" fmla="*/ 590173 w 1131086"/>
                    <a:gd name="connsiteY196" fmla="*/ 3820828 h 3854510"/>
                    <a:gd name="connsiteX197" fmla="*/ 453863 w 1131086"/>
                    <a:gd name="connsiteY197" fmla="*/ 3820970 h 3854510"/>
                    <a:gd name="connsiteX198" fmla="*/ 698237 w 1131086"/>
                    <a:gd name="connsiteY198" fmla="*/ 3663523 h 3854510"/>
                    <a:gd name="connsiteX199" fmla="*/ 736635 w 1131086"/>
                    <a:gd name="connsiteY199" fmla="*/ 3762924 h 3854510"/>
                    <a:gd name="connsiteX200" fmla="*/ 622826 w 1131086"/>
                    <a:gd name="connsiteY200" fmla="*/ 3757455 h 3854510"/>
                    <a:gd name="connsiteX201" fmla="*/ 585889 w 1131086"/>
                    <a:gd name="connsiteY201" fmla="*/ 3748327 h 3854510"/>
                    <a:gd name="connsiteX202" fmla="*/ 537653 w 1131086"/>
                    <a:gd name="connsiteY202" fmla="*/ 3694366 h 3854510"/>
                    <a:gd name="connsiteX203" fmla="*/ 516061 w 1131086"/>
                    <a:gd name="connsiteY203" fmla="*/ 3619723 h 3854510"/>
                    <a:gd name="connsiteX204" fmla="*/ 670712 w 1131086"/>
                    <a:gd name="connsiteY204" fmla="*/ 3614661 h 3854510"/>
                    <a:gd name="connsiteX205" fmla="*/ 698237 w 1131086"/>
                    <a:gd name="connsiteY205" fmla="*/ 3663523 h 3854510"/>
                    <a:gd name="connsiteX206" fmla="*/ 665243 w 1131086"/>
                    <a:gd name="connsiteY206" fmla="*/ 2517091 h 3854510"/>
                    <a:gd name="connsiteX207" fmla="*/ 654949 w 1131086"/>
                    <a:gd name="connsiteY207" fmla="*/ 2566995 h 3854510"/>
                    <a:gd name="connsiteX208" fmla="*/ 634864 w 1131086"/>
                    <a:gd name="connsiteY208" fmla="*/ 2912362 h 3854510"/>
                    <a:gd name="connsiteX209" fmla="*/ 659110 w 1131086"/>
                    <a:gd name="connsiteY209" fmla="*/ 3599799 h 3854510"/>
                    <a:gd name="connsiteX210" fmla="*/ 625566 w 1131086"/>
                    <a:gd name="connsiteY210" fmla="*/ 3620595 h 3854510"/>
                    <a:gd name="connsiteX211" fmla="*/ 510431 w 1131086"/>
                    <a:gd name="connsiteY211" fmla="*/ 3601439 h 3854510"/>
                    <a:gd name="connsiteX212" fmla="*/ 439560 w 1131086"/>
                    <a:gd name="connsiteY212" fmla="*/ 3346610 h 3854510"/>
                    <a:gd name="connsiteX213" fmla="*/ 454043 w 1131086"/>
                    <a:gd name="connsiteY213" fmla="*/ 3214157 h 3854510"/>
                    <a:gd name="connsiteX214" fmla="*/ 434878 w 1131086"/>
                    <a:gd name="connsiteY214" fmla="*/ 2994455 h 3854510"/>
                    <a:gd name="connsiteX215" fmla="*/ 511340 w 1131086"/>
                    <a:gd name="connsiteY215" fmla="*/ 2517584 h 3854510"/>
                    <a:gd name="connsiteX216" fmla="*/ 678332 w 1131086"/>
                    <a:gd name="connsiteY216" fmla="*/ 2485025 h 3854510"/>
                    <a:gd name="connsiteX217" fmla="*/ 665243 w 1131086"/>
                    <a:gd name="connsiteY217" fmla="*/ 2517091 h 3854510"/>
                    <a:gd name="connsiteX218" fmla="*/ 839580 w 1131086"/>
                    <a:gd name="connsiteY218" fmla="*/ 2096625 h 3854510"/>
                    <a:gd name="connsiteX219" fmla="*/ 834642 w 1131086"/>
                    <a:gd name="connsiteY219" fmla="*/ 2397510 h 3854510"/>
                    <a:gd name="connsiteX220" fmla="*/ 211517 w 1131086"/>
                    <a:gd name="connsiteY220" fmla="*/ 2480238 h 3854510"/>
                    <a:gd name="connsiteX221" fmla="*/ 198314 w 1131086"/>
                    <a:gd name="connsiteY221" fmla="*/ 2477622 h 3854510"/>
                    <a:gd name="connsiteX222" fmla="*/ 51274 w 1131086"/>
                    <a:gd name="connsiteY222" fmla="*/ 2437377 h 3854510"/>
                    <a:gd name="connsiteX223" fmla="*/ 71368 w 1131086"/>
                    <a:gd name="connsiteY223" fmla="*/ 2269058 h 3854510"/>
                    <a:gd name="connsiteX224" fmla="*/ 49947 w 1131086"/>
                    <a:gd name="connsiteY224" fmla="*/ 1638406 h 3854510"/>
                    <a:gd name="connsiteX225" fmla="*/ 60620 w 1131086"/>
                    <a:gd name="connsiteY225" fmla="*/ 1534636 h 3854510"/>
                    <a:gd name="connsiteX226" fmla="*/ 669868 w 1131086"/>
                    <a:gd name="connsiteY226" fmla="*/ 1551432 h 3854510"/>
                    <a:gd name="connsiteX227" fmla="*/ 747649 w 1131086"/>
                    <a:gd name="connsiteY227" fmla="*/ 1289532 h 3854510"/>
                    <a:gd name="connsiteX228" fmla="*/ 866187 w 1131086"/>
                    <a:gd name="connsiteY228" fmla="*/ 1588000 h 3854510"/>
                    <a:gd name="connsiteX229" fmla="*/ 839580 w 1131086"/>
                    <a:gd name="connsiteY229" fmla="*/ 2096625 h 3854510"/>
                    <a:gd name="connsiteX230" fmla="*/ 915389 w 1131086"/>
                    <a:gd name="connsiteY230" fmla="*/ 1592872 h 3854510"/>
                    <a:gd name="connsiteX231" fmla="*/ 834472 w 1131086"/>
                    <a:gd name="connsiteY231" fmla="*/ 1449917 h 3854510"/>
                    <a:gd name="connsiteX232" fmla="*/ 715109 w 1131086"/>
                    <a:gd name="connsiteY232" fmla="*/ 1057081 h 3854510"/>
                    <a:gd name="connsiteX233" fmla="*/ 785041 w 1131086"/>
                    <a:gd name="connsiteY233" fmla="*/ 1063451 h 3854510"/>
                    <a:gd name="connsiteX234" fmla="*/ 796055 w 1131086"/>
                    <a:gd name="connsiteY234" fmla="*/ 1064257 h 3854510"/>
                    <a:gd name="connsiteX235" fmla="*/ 834415 w 1131086"/>
                    <a:gd name="connsiteY235" fmla="*/ 1066740 h 3854510"/>
                    <a:gd name="connsiteX236" fmla="*/ 847078 w 1131086"/>
                    <a:gd name="connsiteY236" fmla="*/ 1174425 h 3854510"/>
                    <a:gd name="connsiteX237" fmla="*/ 915389 w 1131086"/>
                    <a:gd name="connsiteY237" fmla="*/ 1592872 h 3854510"/>
                    <a:gd name="connsiteX238" fmla="*/ 1101262 w 1131086"/>
                    <a:gd name="connsiteY238" fmla="*/ 1037546 h 3854510"/>
                    <a:gd name="connsiteX239" fmla="*/ 1028420 w 1131086"/>
                    <a:gd name="connsiteY239" fmla="*/ 1046447 h 3854510"/>
                    <a:gd name="connsiteX240" fmla="*/ 619784 w 1131086"/>
                    <a:gd name="connsiteY240" fmla="*/ 1033101 h 3854510"/>
                    <a:gd name="connsiteX241" fmla="*/ 862888 w 1131086"/>
                    <a:gd name="connsiteY241" fmla="*/ 937634 h 3854510"/>
                    <a:gd name="connsiteX242" fmla="*/ 864139 w 1131086"/>
                    <a:gd name="connsiteY242" fmla="*/ 903397 h 3854510"/>
                    <a:gd name="connsiteX243" fmla="*/ 938792 w 1131086"/>
                    <a:gd name="connsiteY243" fmla="*/ 890222 h 3854510"/>
                    <a:gd name="connsiteX244" fmla="*/ 963625 w 1131086"/>
                    <a:gd name="connsiteY244" fmla="*/ 880118 h 3854510"/>
                    <a:gd name="connsiteX245" fmla="*/ 969331 w 1131086"/>
                    <a:gd name="connsiteY245" fmla="*/ 872564 h 3854510"/>
                    <a:gd name="connsiteX246" fmla="*/ 1069405 w 1131086"/>
                    <a:gd name="connsiteY246" fmla="*/ 916203 h 3854510"/>
                    <a:gd name="connsiteX247" fmla="*/ 1075453 w 1131086"/>
                    <a:gd name="connsiteY247" fmla="*/ 912686 h 3854510"/>
                    <a:gd name="connsiteX248" fmla="*/ 971587 w 1131086"/>
                    <a:gd name="connsiteY248" fmla="*/ 861995 h 3854510"/>
                    <a:gd name="connsiteX249" fmla="*/ 968829 w 1131086"/>
                    <a:gd name="connsiteY249" fmla="*/ 862355 h 3854510"/>
                    <a:gd name="connsiteX250" fmla="*/ 902802 w 1131086"/>
                    <a:gd name="connsiteY250" fmla="*/ 789371 h 3854510"/>
                    <a:gd name="connsiteX251" fmla="*/ 870556 w 1131086"/>
                    <a:gd name="connsiteY251" fmla="*/ 772556 h 3854510"/>
                    <a:gd name="connsiteX252" fmla="*/ 870016 w 1131086"/>
                    <a:gd name="connsiteY252" fmla="*/ 337143 h 3854510"/>
                    <a:gd name="connsiteX253" fmla="*/ 855827 w 1131086"/>
                    <a:gd name="connsiteY253" fmla="*/ 337143 h 3854510"/>
                    <a:gd name="connsiteX254" fmla="*/ 883703 w 1131086"/>
                    <a:gd name="connsiteY254" fmla="*/ 508637 h 3854510"/>
                    <a:gd name="connsiteX255" fmla="*/ 855466 w 1131086"/>
                    <a:gd name="connsiteY255" fmla="*/ 768443 h 3854510"/>
                    <a:gd name="connsiteX256" fmla="*/ 829514 w 1131086"/>
                    <a:gd name="connsiteY256" fmla="*/ 772007 h 3854510"/>
                    <a:gd name="connsiteX257" fmla="*/ 781108 w 1131086"/>
                    <a:gd name="connsiteY257" fmla="*/ 795636 h 3854510"/>
                    <a:gd name="connsiteX258" fmla="*/ 766160 w 1131086"/>
                    <a:gd name="connsiteY258" fmla="*/ 786660 h 3854510"/>
                    <a:gd name="connsiteX259" fmla="*/ 772274 w 1131086"/>
                    <a:gd name="connsiteY259" fmla="*/ 559755 h 3854510"/>
                    <a:gd name="connsiteX260" fmla="*/ 774653 w 1131086"/>
                    <a:gd name="connsiteY260" fmla="*/ 485984 h 3854510"/>
                    <a:gd name="connsiteX261" fmla="*/ 702825 w 1131086"/>
                    <a:gd name="connsiteY261" fmla="*/ 268415 h 3854510"/>
                    <a:gd name="connsiteX262" fmla="*/ 704806 w 1131086"/>
                    <a:gd name="connsiteY262" fmla="*/ 266329 h 3854510"/>
                    <a:gd name="connsiteX263" fmla="*/ 752729 w 1131086"/>
                    <a:gd name="connsiteY263" fmla="*/ 288556 h 3854510"/>
                    <a:gd name="connsiteX264" fmla="*/ 763089 w 1131086"/>
                    <a:gd name="connsiteY264" fmla="*/ 289495 h 3854510"/>
                    <a:gd name="connsiteX265" fmla="*/ 744928 w 1131086"/>
                    <a:gd name="connsiteY265" fmla="*/ 250510 h 3854510"/>
                    <a:gd name="connsiteX266" fmla="*/ 817913 w 1131086"/>
                    <a:gd name="connsiteY266" fmla="*/ 277694 h 3854510"/>
                    <a:gd name="connsiteX267" fmla="*/ 887219 w 1131086"/>
                    <a:gd name="connsiteY267" fmla="*/ 332423 h 3854510"/>
                    <a:gd name="connsiteX268" fmla="*/ 1101262 w 1131086"/>
                    <a:gd name="connsiteY268" fmla="*/ 1037546 h 38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131086" h="3854510">
                      <a:moveTo>
                        <a:pt x="1130532" y="969150"/>
                      </a:moveTo>
                      <a:cubicBezTo>
                        <a:pt x="1114845" y="733296"/>
                        <a:pt x="985900" y="526476"/>
                        <a:pt x="901759" y="310565"/>
                      </a:cubicBezTo>
                      <a:cubicBezTo>
                        <a:pt x="893361" y="280594"/>
                        <a:pt x="870167" y="271343"/>
                        <a:pt x="842585" y="263713"/>
                      </a:cubicBezTo>
                      <a:cubicBezTo>
                        <a:pt x="804320" y="250282"/>
                        <a:pt x="766331" y="235069"/>
                        <a:pt x="726834" y="225686"/>
                      </a:cubicBezTo>
                      <a:cubicBezTo>
                        <a:pt x="720294" y="217212"/>
                        <a:pt x="713517" y="208918"/>
                        <a:pt x="706465" y="200871"/>
                      </a:cubicBezTo>
                      <a:cubicBezTo>
                        <a:pt x="703062" y="193089"/>
                        <a:pt x="611594" y="105631"/>
                        <a:pt x="616410" y="131867"/>
                      </a:cubicBezTo>
                      <a:cubicBezTo>
                        <a:pt x="651831" y="163895"/>
                        <a:pt x="688768" y="194530"/>
                        <a:pt x="718019" y="232643"/>
                      </a:cubicBezTo>
                      <a:cubicBezTo>
                        <a:pt x="717412" y="235553"/>
                        <a:pt x="718388" y="238633"/>
                        <a:pt x="721839" y="240273"/>
                      </a:cubicBezTo>
                      <a:cubicBezTo>
                        <a:pt x="734957" y="250415"/>
                        <a:pt x="741838" y="267827"/>
                        <a:pt x="751923" y="281220"/>
                      </a:cubicBezTo>
                      <a:cubicBezTo>
                        <a:pt x="740388" y="274964"/>
                        <a:pt x="710882" y="250832"/>
                        <a:pt x="699071" y="259249"/>
                      </a:cubicBezTo>
                      <a:cubicBezTo>
                        <a:pt x="697934" y="259950"/>
                        <a:pt x="696815" y="260661"/>
                        <a:pt x="695706" y="261400"/>
                      </a:cubicBezTo>
                      <a:cubicBezTo>
                        <a:pt x="693043" y="261040"/>
                        <a:pt x="690304" y="262794"/>
                        <a:pt x="690105" y="265391"/>
                      </a:cubicBezTo>
                      <a:cubicBezTo>
                        <a:pt x="655783" y="292158"/>
                        <a:pt x="635319" y="331882"/>
                        <a:pt x="606836" y="364308"/>
                      </a:cubicBezTo>
                      <a:cubicBezTo>
                        <a:pt x="617329" y="326394"/>
                        <a:pt x="649148" y="293191"/>
                        <a:pt x="617869" y="255363"/>
                      </a:cubicBezTo>
                      <a:cubicBezTo>
                        <a:pt x="619367" y="253372"/>
                        <a:pt x="619699" y="250680"/>
                        <a:pt x="617680" y="247922"/>
                      </a:cubicBezTo>
                      <a:cubicBezTo>
                        <a:pt x="589794" y="212548"/>
                        <a:pt x="572249" y="179023"/>
                        <a:pt x="579358" y="133081"/>
                      </a:cubicBezTo>
                      <a:cubicBezTo>
                        <a:pt x="569102" y="118872"/>
                        <a:pt x="561159" y="151763"/>
                        <a:pt x="562107" y="159166"/>
                      </a:cubicBezTo>
                      <a:cubicBezTo>
                        <a:pt x="559700" y="189260"/>
                        <a:pt x="587197" y="241562"/>
                        <a:pt x="610580" y="258585"/>
                      </a:cubicBezTo>
                      <a:cubicBezTo>
                        <a:pt x="632039" y="295646"/>
                        <a:pt x="604817" y="320831"/>
                        <a:pt x="594808" y="355939"/>
                      </a:cubicBezTo>
                      <a:cubicBezTo>
                        <a:pt x="566145" y="318802"/>
                        <a:pt x="518819" y="304575"/>
                        <a:pt x="478090" y="284462"/>
                      </a:cubicBezTo>
                      <a:cubicBezTo>
                        <a:pt x="406452" y="248747"/>
                        <a:pt x="348292" y="187809"/>
                        <a:pt x="316662" y="114209"/>
                      </a:cubicBezTo>
                      <a:cubicBezTo>
                        <a:pt x="331117" y="82077"/>
                        <a:pt x="322340" y="43073"/>
                        <a:pt x="312870" y="10704"/>
                      </a:cubicBezTo>
                      <a:cubicBezTo>
                        <a:pt x="307904" y="-3988"/>
                        <a:pt x="298586" y="-3855"/>
                        <a:pt x="301534" y="12960"/>
                      </a:cubicBezTo>
                      <a:cubicBezTo>
                        <a:pt x="307136" y="38628"/>
                        <a:pt x="311392" y="65054"/>
                        <a:pt x="307837" y="91328"/>
                      </a:cubicBezTo>
                      <a:cubicBezTo>
                        <a:pt x="284283" y="111527"/>
                        <a:pt x="269478" y="141905"/>
                        <a:pt x="255090" y="169213"/>
                      </a:cubicBezTo>
                      <a:cubicBezTo>
                        <a:pt x="212133" y="183648"/>
                        <a:pt x="168589" y="198615"/>
                        <a:pt x="123860" y="207591"/>
                      </a:cubicBezTo>
                      <a:cubicBezTo>
                        <a:pt x="84951" y="215563"/>
                        <a:pt x="38307" y="215799"/>
                        <a:pt x="17729" y="256225"/>
                      </a:cubicBezTo>
                      <a:cubicBezTo>
                        <a:pt x="8962" y="274310"/>
                        <a:pt x="3142" y="296784"/>
                        <a:pt x="8573" y="316669"/>
                      </a:cubicBezTo>
                      <a:cubicBezTo>
                        <a:pt x="9256" y="486183"/>
                        <a:pt x="67103" y="653270"/>
                        <a:pt x="157291" y="795646"/>
                      </a:cubicBezTo>
                      <a:cubicBezTo>
                        <a:pt x="176940" y="889303"/>
                        <a:pt x="201621" y="987396"/>
                        <a:pt x="172703" y="1082598"/>
                      </a:cubicBezTo>
                      <a:cubicBezTo>
                        <a:pt x="133196" y="1221780"/>
                        <a:pt x="59605" y="1347967"/>
                        <a:pt x="4469" y="1481016"/>
                      </a:cubicBezTo>
                      <a:cubicBezTo>
                        <a:pt x="-2128" y="1483405"/>
                        <a:pt x="630" y="1490940"/>
                        <a:pt x="289" y="1496210"/>
                      </a:cubicBezTo>
                      <a:cubicBezTo>
                        <a:pt x="-943" y="1503329"/>
                        <a:pt x="4393" y="1510068"/>
                        <a:pt x="10611" y="1510845"/>
                      </a:cubicBezTo>
                      <a:cubicBezTo>
                        <a:pt x="17104" y="1516485"/>
                        <a:pt x="29587" y="1522816"/>
                        <a:pt x="46696" y="1529480"/>
                      </a:cubicBezTo>
                      <a:cubicBezTo>
                        <a:pt x="-1199" y="1759665"/>
                        <a:pt x="73103" y="2010987"/>
                        <a:pt x="45227" y="2243162"/>
                      </a:cubicBezTo>
                      <a:cubicBezTo>
                        <a:pt x="42838" y="2276261"/>
                        <a:pt x="40118" y="2309332"/>
                        <a:pt x="37047" y="2342364"/>
                      </a:cubicBezTo>
                      <a:cubicBezTo>
                        <a:pt x="34715" y="2375842"/>
                        <a:pt x="27938" y="2410249"/>
                        <a:pt x="34165" y="2443595"/>
                      </a:cubicBezTo>
                      <a:cubicBezTo>
                        <a:pt x="34895" y="2446978"/>
                        <a:pt x="38393" y="2449064"/>
                        <a:pt x="41795" y="2449168"/>
                      </a:cubicBezTo>
                      <a:cubicBezTo>
                        <a:pt x="52705" y="2454750"/>
                        <a:pt x="63710" y="2460438"/>
                        <a:pt x="75188" y="2464665"/>
                      </a:cubicBezTo>
                      <a:cubicBezTo>
                        <a:pt x="112372" y="2478371"/>
                        <a:pt x="150457" y="2489641"/>
                        <a:pt x="189081" y="2498494"/>
                      </a:cubicBezTo>
                      <a:cubicBezTo>
                        <a:pt x="85302" y="2818990"/>
                        <a:pt x="185262" y="3060597"/>
                        <a:pt x="269165" y="3367386"/>
                      </a:cubicBezTo>
                      <a:cubicBezTo>
                        <a:pt x="257838" y="3369462"/>
                        <a:pt x="249156" y="3380789"/>
                        <a:pt x="240976" y="3388192"/>
                      </a:cubicBezTo>
                      <a:cubicBezTo>
                        <a:pt x="231820" y="3396485"/>
                        <a:pt x="223308" y="3404362"/>
                        <a:pt x="215906" y="3414333"/>
                      </a:cubicBezTo>
                      <a:cubicBezTo>
                        <a:pt x="177470" y="3461650"/>
                        <a:pt x="194408" y="3508009"/>
                        <a:pt x="214190" y="3558549"/>
                      </a:cubicBezTo>
                      <a:cubicBezTo>
                        <a:pt x="221905" y="3584198"/>
                        <a:pt x="227109" y="3610604"/>
                        <a:pt x="229232" y="3637315"/>
                      </a:cubicBezTo>
                      <a:cubicBezTo>
                        <a:pt x="230408" y="3652073"/>
                        <a:pt x="230758" y="3666897"/>
                        <a:pt x="230275" y="3681693"/>
                      </a:cubicBezTo>
                      <a:cubicBezTo>
                        <a:pt x="232190" y="3700290"/>
                        <a:pt x="214853" y="3742858"/>
                        <a:pt x="244076" y="3743635"/>
                      </a:cubicBezTo>
                      <a:cubicBezTo>
                        <a:pt x="253734" y="3753872"/>
                        <a:pt x="281269" y="3762222"/>
                        <a:pt x="287952" y="3744649"/>
                      </a:cubicBezTo>
                      <a:cubicBezTo>
                        <a:pt x="293885" y="3765796"/>
                        <a:pt x="301297" y="3787843"/>
                        <a:pt x="318937" y="3802108"/>
                      </a:cubicBezTo>
                      <a:cubicBezTo>
                        <a:pt x="376888" y="3839377"/>
                        <a:pt x="449427" y="3851472"/>
                        <a:pt x="517378" y="3854458"/>
                      </a:cubicBezTo>
                      <a:cubicBezTo>
                        <a:pt x="548970" y="3854960"/>
                        <a:pt x="580524" y="3851879"/>
                        <a:pt x="611433" y="3845339"/>
                      </a:cubicBezTo>
                      <a:cubicBezTo>
                        <a:pt x="633404" y="3836941"/>
                        <a:pt x="613026" y="3807188"/>
                        <a:pt x="609187" y="3792079"/>
                      </a:cubicBezTo>
                      <a:cubicBezTo>
                        <a:pt x="648542" y="3803255"/>
                        <a:pt x="690484" y="3799643"/>
                        <a:pt x="730635" y="3795226"/>
                      </a:cubicBezTo>
                      <a:cubicBezTo>
                        <a:pt x="760653" y="3793786"/>
                        <a:pt x="773999" y="3766905"/>
                        <a:pt x="765174" y="3739853"/>
                      </a:cubicBezTo>
                      <a:cubicBezTo>
                        <a:pt x="746758" y="3689153"/>
                        <a:pt x="722303" y="3631505"/>
                        <a:pt x="683214" y="3593657"/>
                      </a:cubicBezTo>
                      <a:cubicBezTo>
                        <a:pt x="588713" y="3387614"/>
                        <a:pt x="639120" y="3159931"/>
                        <a:pt x="660191" y="2943831"/>
                      </a:cubicBezTo>
                      <a:cubicBezTo>
                        <a:pt x="671347" y="2826203"/>
                        <a:pt x="676863" y="2708186"/>
                        <a:pt x="682939" y="2590255"/>
                      </a:cubicBezTo>
                      <a:cubicBezTo>
                        <a:pt x="685271" y="2551810"/>
                        <a:pt x="691309" y="2513299"/>
                        <a:pt x="704740" y="2477110"/>
                      </a:cubicBezTo>
                      <a:cubicBezTo>
                        <a:pt x="756274" y="2460561"/>
                        <a:pt x="807742" y="2439718"/>
                        <a:pt x="851940" y="2408420"/>
                      </a:cubicBezTo>
                      <a:cubicBezTo>
                        <a:pt x="854547" y="2406316"/>
                        <a:pt x="855002" y="2403406"/>
                        <a:pt x="854158" y="2400761"/>
                      </a:cubicBezTo>
                      <a:cubicBezTo>
                        <a:pt x="854850" y="2377349"/>
                        <a:pt x="849798" y="2353682"/>
                        <a:pt x="848272" y="2330308"/>
                      </a:cubicBezTo>
                      <a:cubicBezTo>
                        <a:pt x="844689" y="2258375"/>
                        <a:pt x="857874" y="2186927"/>
                        <a:pt x="862774" y="2115316"/>
                      </a:cubicBezTo>
                      <a:cubicBezTo>
                        <a:pt x="875513" y="1946059"/>
                        <a:pt x="885845" y="1776186"/>
                        <a:pt x="882527" y="1606417"/>
                      </a:cubicBezTo>
                      <a:cubicBezTo>
                        <a:pt x="896470" y="1619014"/>
                        <a:pt x="915617" y="1628558"/>
                        <a:pt x="935076" y="1623411"/>
                      </a:cubicBezTo>
                      <a:cubicBezTo>
                        <a:pt x="942043" y="1621563"/>
                        <a:pt x="945294" y="1611260"/>
                        <a:pt x="940422" y="1606113"/>
                      </a:cubicBezTo>
                      <a:cubicBezTo>
                        <a:pt x="938640" y="1535935"/>
                        <a:pt x="920043" y="1466950"/>
                        <a:pt x="910309" y="1397558"/>
                      </a:cubicBezTo>
                      <a:cubicBezTo>
                        <a:pt x="889854" y="1287807"/>
                        <a:pt x="875646" y="1176795"/>
                        <a:pt x="852092" y="1067669"/>
                      </a:cubicBezTo>
                      <a:cubicBezTo>
                        <a:pt x="936432" y="1070674"/>
                        <a:pt x="1023217" y="1072929"/>
                        <a:pt x="1105575" y="1052579"/>
                      </a:cubicBezTo>
                      <a:cubicBezTo>
                        <a:pt x="1137982" y="1070560"/>
                        <a:pt x="1130115" y="985898"/>
                        <a:pt x="1130532" y="969150"/>
                      </a:cubicBezTo>
                      <a:close/>
                      <a:moveTo>
                        <a:pt x="695517" y="276196"/>
                      </a:moveTo>
                      <a:cubicBezTo>
                        <a:pt x="739516" y="349494"/>
                        <a:pt x="758824" y="434582"/>
                        <a:pt x="758103" y="519774"/>
                      </a:cubicBezTo>
                      <a:cubicBezTo>
                        <a:pt x="729403" y="451122"/>
                        <a:pt x="693896" y="385464"/>
                        <a:pt x="656977" y="321030"/>
                      </a:cubicBezTo>
                      <a:cubicBezTo>
                        <a:pt x="669328" y="305637"/>
                        <a:pt x="682171" y="290670"/>
                        <a:pt x="695517" y="276196"/>
                      </a:cubicBezTo>
                      <a:close/>
                      <a:moveTo>
                        <a:pt x="595064" y="372375"/>
                      </a:moveTo>
                      <a:cubicBezTo>
                        <a:pt x="595415" y="373550"/>
                        <a:pt x="595860" y="374697"/>
                        <a:pt x="596410" y="375815"/>
                      </a:cubicBezTo>
                      <a:cubicBezTo>
                        <a:pt x="593927" y="378384"/>
                        <a:pt x="591396" y="380896"/>
                        <a:pt x="588789" y="383341"/>
                      </a:cubicBezTo>
                      <a:cubicBezTo>
                        <a:pt x="584922" y="386971"/>
                        <a:pt x="590533" y="392185"/>
                        <a:pt x="594486" y="389038"/>
                      </a:cubicBezTo>
                      <a:cubicBezTo>
                        <a:pt x="615831" y="372043"/>
                        <a:pt x="632760" y="351664"/>
                        <a:pt x="649546" y="330394"/>
                      </a:cubicBezTo>
                      <a:cubicBezTo>
                        <a:pt x="712881" y="471918"/>
                        <a:pt x="828927" y="629896"/>
                        <a:pt x="746985" y="787807"/>
                      </a:cubicBezTo>
                      <a:cubicBezTo>
                        <a:pt x="731052" y="787949"/>
                        <a:pt x="715422" y="788044"/>
                        <a:pt x="699555" y="788281"/>
                      </a:cubicBezTo>
                      <a:cubicBezTo>
                        <a:pt x="671574" y="600237"/>
                        <a:pt x="573870" y="423208"/>
                        <a:pt x="432176" y="296784"/>
                      </a:cubicBezTo>
                      <a:cubicBezTo>
                        <a:pt x="491910" y="306689"/>
                        <a:pt x="553510" y="326044"/>
                        <a:pt x="595064" y="372375"/>
                      </a:cubicBezTo>
                      <a:close/>
                      <a:moveTo>
                        <a:pt x="617026" y="565698"/>
                      </a:moveTo>
                      <a:cubicBezTo>
                        <a:pt x="495407" y="492619"/>
                        <a:pt x="388793" y="396384"/>
                        <a:pt x="302899" y="283447"/>
                      </a:cubicBezTo>
                      <a:cubicBezTo>
                        <a:pt x="339477" y="284680"/>
                        <a:pt x="375969" y="288499"/>
                        <a:pt x="412186" y="293646"/>
                      </a:cubicBezTo>
                      <a:cubicBezTo>
                        <a:pt x="497066" y="370185"/>
                        <a:pt x="568467" y="462231"/>
                        <a:pt x="617026" y="565698"/>
                      </a:cubicBezTo>
                      <a:close/>
                      <a:moveTo>
                        <a:pt x="285165" y="141336"/>
                      </a:moveTo>
                      <a:cubicBezTo>
                        <a:pt x="291686" y="129877"/>
                        <a:pt x="299221" y="119100"/>
                        <a:pt x="306273" y="108010"/>
                      </a:cubicBezTo>
                      <a:cubicBezTo>
                        <a:pt x="321818" y="180056"/>
                        <a:pt x="380613" y="241884"/>
                        <a:pt x="441446" y="282111"/>
                      </a:cubicBezTo>
                      <a:cubicBezTo>
                        <a:pt x="376765" y="271609"/>
                        <a:pt x="311193" y="264898"/>
                        <a:pt x="245810" y="269713"/>
                      </a:cubicBezTo>
                      <a:cubicBezTo>
                        <a:pt x="247782" y="224396"/>
                        <a:pt x="262653" y="180502"/>
                        <a:pt x="285165" y="141336"/>
                      </a:cubicBezTo>
                      <a:close/>
                      <a:moveTo>
                        <a:pt x="54013" y="498154"/>
                      </a:moveTo>
                      <a:cubicBezTo>
                        <a:pt x="38686" y="439624"/>
                        <a:pt x="30175" y="379948"/>
                        <a:pt x="24706" y="319797"/>
                      </a:cubicBezTo>
                      <a:cubicBezTo>
                        <a:pt x="44781" y="260964"/>
                        <a:pt x="34838" y="246377"/>
                        <a:pt x="107083" y="236567"/>
                      </a:cubicBezTo>
                      <a:cubicBezTo>
                        <a:pt x="155916" y="228567"/>
                        <a:pt x="203422" y="212738"/>
                        <a:pt x="246673" y="188672"/>
                      </a:cubicBezTo>
                      <a:cubicBezTo>
                        <a:pt x="237137" y="215041"/>
                        <a:pt x="228901" y="243685"/>
                        <a:pt x="231545" y="271903"/>
                      </a:cubicBezTo>
                      <a:cubicBezTo>
                        <a:pt x="209906" y="284680"/>
                        <a:pt x="284151" y="282310"/>
                        <a:pt x="289885" y="283125"/>
                      </a:cubicBezTo>
                      <a:cubicBezTo>
                        <a:pt x="375201" y="405398"/>
                        <a:pt x="492450" y="513519"/>
                        <a:pt x="624627" y="582304"/>
                      </a:cubicBezTo>
                      <a:cubicBezTo>
                        <a:pt x="654475" y="647753"/>
                        <a:pt x="672238" y="717856"/>
                        <a:pt x="683792" y="788698"/>
                      </a:cubicBezTo>
                      <a:cubicBezTo>
                        <a:pt x="617291" y="790594"/>
                        <a:pt x="550818" y="793807"/>
                        <a:pt x="484488" y="798897"/>
                      </a:cubicBezTo>
                      <a:cubicBezTo>
                        <a:pt x="466839" y="770556"/>
                        <a:pt x="415873" y="731315"/>
                        <a:pt x="381428" y="746879"/>
                      </a:cubicBezTo>
                      <a:cubicBezTo>
                        <a:pt x="381533" y="737732"/>
                        <a:pt x="348633" y="742765"/>
                        <a:pt x="339135" y="735391"/>
                      </a:cubicBezTo>
                      <a:cubicBezTo>
                        <a:pt x="328216" y="731884"/>
                        <a:pt x="315269" y="720140"/>
                        <a:pt x="328728" y="710700"/>
                      </a:cubicBezTo>
                      <a:cubicBezTo>
                        <a:pt x="333666" y="711079"/>
                        <a:pt x="339581" y="711439"/>
                        <a:pt x="344121" y="708539"/>
                      </a:cubicBezTo>
                      <a:cubicBezTo>
                        <a:pt x="385675" y="716813"/>
                        <a:pt x="437655" y="714463"/>
                        <a:pt x="464204" y="753372"/>
                      </a:cubicBezTo>
                      <a:cubicBezTo>
                        <a:pt x="473929" y="766917"/>
                        <a:pt x="481161" y="782518"/>
                        <a:pt x="491701" y="795409"/>
                      </a:cubicBezTo>
                      <a:cubicBezTo>
                        <a:pt x="495928" y="800584"/>
                        <a:pt x="502876" y="793987"/>
                        <a:pt x="500383" y="788708"/>
                      </a:cubicBezTo>
                      <a:cubicBezTo>
                        <a:pt x="492469" y="773836"/>
                        <a:pt x="482479" y="759798"/>
                        <a:pt x="473028" y="745855"/>
                      </a:cubicBezTo>
                      <a:cubicBezTo>
                        <a:pt x="477607" y="734405"/>
                        <a:pt x="440972" y="692169"/>
                        <a:pt x="430868" y="684643"/>
                      </a:cubicBezTo>
                      <a:cubicBezTo>
                        <a:pt x="433721" y="676388"/>
                        <a:pt x="421949" y="670198"/>
                        <a:pt x="418186" y="663743"/>
                      </a:cubicBezTo>
                      <a:cubicBezTo>
                        <a:pt x="421939" y="650928"/>
                        <a:pt x="372831" y="630787"/>
                        <a:pt x="362159" y="624114"/>
                      </a:cubicBezTo>
                      <a:cubicBezTo>
                        <a:pt x="368092" y="614806"/>
                        <a:pt x="354282" y="597403"/>
                        <a:pt x="352614" y="586816"/>
                      </a:cubicBezTo>
                      <a:cubicBezTo>
                        <a:pt x="345126" y="559641"/>
                        <a:pt x="338794" y="532125"/>
                        <a:pt x="331306" y="504950"/>
                      </a:cubicBezTo>
                      <a:cubicBezTo>
                        <a:pt x="333221" y="495130"/>
                        <a:pt x="332292" y="483889"/>
                        <a:pt x="330813" y="474344"/>
                      </a:cubicBezTo>
                      <a:cubicBezTo>
                        <a:pt x="308472" y="352783"/>
                        <a:pt x="179793" y="285182"/>
                        <a:pt x="66420" y="271239"/>
                      </a:cubicBezTo>
                      <a:cubicBezTo>
                        <a:pt x="60809" y="270832"/>
                        <a:pt x="60477" y="278775"/>
                        <a:pt x="65169" y="280490"/>
                      </a:cubicBezTo>
                      <a:cubicBezTo>
                        <a:pt x="163916" y="307599"/>
                        <a:pt x="277743" y="350290"/>
                        <a:pt x="310908" y="457814"/>
                      </a:cubicBezTo>
                      <a:cubicBezTo>
                        <a:pt x="311060" y="488325"/>
                        <a:pt x="323553" y="520760"/>
                        <a:pt x="328671" y="551651"/>
                      </a:cubicBezTo>
                      <a:cubicBezTo>
                        <a:pt x="334662" y="573612"/>
                        <a:pt x="335704" y="597944"/>
                        <a:pt x="347837" y="617706"/>
                      </a:cubicBezTo>
                      <a:cubicBezTo>
                        <a:pt x="341145" y="615811"/>
                        <a:pt x="333951" y="610048"/>
                        <a:pt x="327041" y="610967"/>
                      </a:cubicBezTo>
                      <a:cubicBezTo>
                        <a:pt x="321704" y="609792"/>
                        <a:pt x="317714" y="617858"/>
                        <a:pt x="316956" y="622426"/>
                      </a:cubicBezTo>
                      <a:cubicBezTo>
                        <a:pt x="314311" y="644246"/>
                        <a:pt x="335088" y="659487"/>
                        <a:pt x="350889" y="670691"/>
                      </a:cubicBezTo>
                      <a:cubicBezTo>
                        <a:pt x="334813" y="671553"/>
                        <a:pt x="317610" y="667402"/>
                        <a:pt x="302018" y="672331"/>
                      </a:cubicBezTo>
                      <a:cubicBezTo>
                        <a:pt x="300899" y="672245"/>
                        <a:pt x="299790" y="672596"/>
                        <a:pt x="299003" y="673591"/>
                      </a:cubicBezTo>
                      <a:cubicBezTo>
                        <a:pt x="283828" y="692634"/>
                        <a:pt x="295695" y="706017"/>
                        <a:pt x="317174" y="708558"/>
                      </a:cubicBezTo>
                      <a:cubicBezTo>
                        <a:pt x="296899" y="738746"/>
                        <a:pt x="352396" y="761192"/>
                        <a:pt x="376035" y="752187"/>
                      </a:cubicBezTo>
                      <a:cubicBezTo>
                        <a:pt x="361723" y="782044"/>
                        <a:pt x="415541" y="791276"/>
                        <a:pt x="433219" y="803608"/>
                      </a:cubicBezTo>
                      <a:cubicBezTo>
                        <a:pt x="289885" y="825494"/>
                        <a:pt x="558553" y="807816"/>
                        <a:pt x="579007" y="806811"/>
                      </a:cubicBezTo>
                      <a:cubicBezTo>
                        <a:pt x="640447" y="801892"/>
                        <a:pt x="702910" y="806101"/>
                        <a:pt x="763734" y="798395"/>
                      </a:cubicBezTo>
                      <a:cubicBezTo>
                        <a:pt x="808207" y="831001"/>
                        <a:pt x="839637" y="878014"/>
                        <a:pt x="855485" y="930468"/>
                      </a:cubicBezTo>
                      <a:cubicBezTo>
                        <a:pt x="802984" y="948600"/>
                        <a:pt x="753051" y="973889"/>
                        <a:pt x="699858" y="990429"/>
                      </a:cubicBezTo>
                      <a:cubicBezTo>
                        <a:pt x="616883" y="1019727"/>
                        <a:pt x="530279" y="1035670"/>
                        <a:pt x="445086" y="1056693"/>
                      </a:cubicBezTo>
                      <a:cubicBezTo>
                        <a:pt x="260246" y="916989"/>
                        <a:pt x="110799" y="725770"/>
                        <a:pt x="54013" y="498154"/>
                      </a:cubicBezTo>
                      <a:close/>
                      <a:moveTo>
                        <a:pt x="476858" y="799485"/>
                      </a:moveTo>
                      <a:cubicBezTo>
                        <a:pt x="466972" y="800243"/>
                        <a:pt x="457095" y="801096"/>
                        <a:pt x="447209" y="802082"/>
                      </a:cubicBezTo>
                      <a:cubicBezTo>
                        <a:pt x="443380" y="791854"/>
                        <a:pt x="417551" y="785447"/>
                        <a:pt x="407580" y="778490"/>
                      </a:cubicBezTo>
                      <a:cubicBezTo>
                        <a:pt x="340756" y="747732"/>
                        <a:pt x="434726" y="739732"/>
                        <a:pt x="476858" y="799485"/>
                      </a:cubicBezTo>
                      <a:close/>
                      <a:moveTo>
                        <a:pt x="406290" y="685638"/>
                      </a:moveTo>
                      <a:cubicBezTo>
                        <a:pt x="426717" y="689819"/>
                        <a:pt x="438953" y="707733"/>
                        <a:pt x="450290" y="723704"/>
                      </a:cubicBezTo>
                      <a:cubicBezTo>
                        <a:pt x="415921" y="702738"/>
                        <a:pt x="372983" y="702349"/>
                        <a:pt x="333865" y="699174"/>
                      </a:cubicBezTo>
                      <a:cubicBezTo>
                        <a:pt x="323430" y="695411"/>
                        <a:pt x="295421" y="698596"/>
                        <a:pt x="304994" y="680217"/>
                      </a:cubicBezTo>
                      <a:cubicBezTo>
                        <a:pt x="305525" y="679857"/>
                        <a:pt x="305942" y="679288"/>
                        <a:pt x="306122" y="678700"/>
                      </a:cubicBezTo>
                      <a:cubicBezTo>
                        <a:pt x="306378" y="679288"/>
                        <a:pt x="306634" y="679885"/>
                        <a:pt x="306890" y="680473"/>
                      </a:cubicBezTo>
                      <a:cubicBezTo>
                        <a:pt x="339628" y="685070"/>
                        <a:pt x="373637" y="680615"/>
                        <a:pt x="406290" y="685638"/>
                      </a:cubicBezTo>
                      <a:close/>
                      <a:moveTo>
                        <a:pt x="329932" y="620455"/>
                      </a:moveTo>
                      <a:cubicBezTo>
                        <a:pt x="358623" y="636123"/>
                        <a:pt x="393570" y="647014"/>
                        <a:pt x="412423" y="674909"/>
                      </a:cubicBezTo>
                      <a:cubicBezTo>
                        <a:pt x="400727" y="671468"/>
                        <a:pt x="388348" y="670947"/>
                        <a:pt x="375902" y="670814"/>
                      </a:cubicBezTo>
                      <a:cubicBezTo>
                        <a:pt x="364509" y="656198"/>
                        <a:pt x="324377" y="645601"/>
                        <a:pt x="329932" y="620455"/>
                      </a:cubicBezTo>
                      <a:close/>
                      <a:moveTo>
                        <a:pt x="788027" y="800726"/>
                      </a:moveTo>
                      <a:cubicBezTo>
                        <a:pt x="804567" y="796821"/>
                        <a:pt x="821192" y="790878"/>
                        <a:pt x="835732" y="781940"/>
                      </a:cubicBezTo>
                      <a:cubicBezTo>
                        <a:pt x="836680" y="781267"/>
                        <a:pt x="837325" y="780404"/>
                        <a:pt x="837723" y="779485"/>
                      </a:cubicBezTo>
                      <a:cubicBezTo>
                        <a:pt x="868528" y="777021"/>
                        <a:pt x="881542" y="802698"/>
                        <a:pt x="902584" y="801105"/>
                      </a:cubicBezTo>
                      <a:cubicBezTo>
                        <a:pt x="929247" y="813911"/>
                        <a:pt x="949607" y="841683"/>
                        <a:pt x="954953" y="870611"/>
                      </a:cubicBezTo>
                      <a:cubicBezTo>
                        <a:pt x="923275" y="875616"/>
                        <a:pt x="890821" y="884118"/>
                        <a:pt x="859997" y="893255"/>
                      </a:cubicBezTo>
                      <a:cubicBezTo>
                        <a:pt x="844329" y="856972"/>
                        <a:pt x="819420" y="824773"/>
                        <a:pt x="788027" y="800726"/>
                      </a:cubicBezTo>
                      <a:close/>
                      <a:moveTo>
                        <a:pt x="148874" y="1237561"/>
                      </a:moveTo>
                      <a:cubicBezTo>
                        <a:pt x="210778" y="1107052"/>
                        <a:pt x="228711" y="971984"/>
                        <a:pt x="182608" y="833228"/>
                      </a:cubicBezTo>
                      <a:cubicBezTo>
                        <a:pt x="240853" y="914108"/>
                        <a:pt x="309600" y="989595"/>
                        <a:pt x="391893" y="1046551"/>
                      </a:cubicBezTo>
                      <a:cubicBezTo>
                        <a:pt x="402452" y="1052039"/>
                        <a:pt x="439190" y="1084958"/>
                        <a:pt x="447029" y="1069261"/>
                      </a:cubicBezTo>
                      <a:cubicBezTo>
                        <a:pt x="477218" y="1066342"/>
                        <a:pt x="507208" y="1059498"/>
                        <a:pt x="536819" y="1053366"/>
                      </a:cubicBezTo>
                      <a:cubicBezTo>
                        <a:pt x="394509" y="1237647"/>
                        <a:pt x="454308" y="1224377"/>
                        <a:pt x="549975" y="1050475"/>
                      </a:cubicBezTo>
                      <a:cubicBezTo>
                        <a:pt x="568979" y="1046191"/>
                        <a:pt x="587898" y="1041499"/>
                        <a:pt x="606732" y="1036570"/>
                      </a:cubicBezTo>
                      <a:cubicBezTo>
                        <a:pt x="606618" y="1038627"/>
                        <a:pt x="607604" y="1040722"/>
                        <a:pt x="609955" y="1041195"/>
                      </a:cubicBezTo>
                      <a:cubicBezTo>
                        <a:pt x="638409" y="1046902"/>
                        <a:pt x="667138" y="1051319"/>
                        <a:pt x="695981" y="1054863"/>
                      </a:cubicBezTo>
                      <a:cubicBezTo>
                        <a:pt x="703867" y="1118180"/>
                        <a:pt x="719014" y="1180283"/>
                        <a:pt x="734786" y="1242045"/>
                      </a:cubicBezTo>
                      <a:cubicBezTo>
                        <a:pt x="730094" y="1259286"/>
                        <a:pt x="728834" y="1277940"/>
                        <a:pt x="725924" y="1295352"/>
                      </a:cubicBezTo>
                      <a:cubicBezTo>
                        <a:pt x="712389" y="1383359"/>
                        <a:pt x="685508" y="1468599"/>
                        <a:pt x="651906" y="1550854"/>
                      </a:cubicBezTo>
                      <a:cubicBezTo>
                        <a:pt x="542610" y="1612578"/>
                        <a:pt x="145793" y="1548683"/>
                        <a:pt x="28573" y="1495888"/>
                      </a:cubicBezTo>
                      <a:cubicBezTo>
                        <a:pt x="77444" y="1414354"/>
                        <a:pt x="111737" y="1324849"/>
                        <a:pt x="148874" y="1237561"/>
                      </a:cubicBezTo>
                      <a:close/>
                      <a:moveTo>
                        <a:pt x="281118" y="3384220"/>
                      </a:moveTo>
                      <a:cubicBezTo>
                        <a:pt x="310634" y="3386514"/>
                        <a:pt x="293449" y="3345027"/>
                        <a:pt x="290786" y="3328553"/>
                      </a:cubicBezTo>
                      <a:cubicBezTo>
                        <a:pt x="280113" y="3286014"/>
                        <a:pt x="267137" y="3244062"/>
                        <a:pt x="254853" y="3201958"/>
                      </a:cubicBezTo>
                      <a:cubicBezTo>
                        <a:pt x="174977" y="2962987"/>
                        <a:pt x="145746" y="2750034"/>
                        <a:pt x="211375" y="2503337"/>
                      </a:cubicBezTo>
                      <a:cubicBezTo>
                        <a:pt x="301913" y="2521906"/>
                        <a:pt x="394907" y="2527100"/>
                        <a:pt x="487057" y="2519792"/>
                      </a:cubicBezTo>
                      <a:cubicBezTo>
                        <a:pt x="421276" y="2654718"/>
                        <a:pt x="422574" y="2810222"/>
                        <a:pt x="407305" y="2956779"/>
                      </a:cubicBezTo>
                      <a:cubicBezTo>
                        <a:pt x="389542" y="3169286"/>
                        <a:pt x="392386" y="3384495"/>
                        <a:pt x="467559" y="3586671"/>
                      </a:cubicBezTo>
                      <a:cubicBezTo>
                        <a:pt x="481370" y="3627675"/>
                        <a:pt x="488156" y="3671826"/>
                        <a:pt x="506999" y="3710820"/>
                      </a:cubicBezTo>
                      <a:cubicBezTo>
                        <a:pt x="466469" y="3720564"/>
                        <a:pt x="418603" y="3725171"/>
                        <a:pt x="379874" y="3707124"/>
                      </a:cubicBezTo>
                      <a:cubicBezTo>
                        <a:pt x="351429" y="3690887"/>
                        <a:pt x="338301" y="3659002"/>
                        <a:pt x="325382" y="3630519"/>
                      </a:cubicBezTo>
                      <a:cubicBezTo>
                        <a:pt x="293269" y="3554416"/>
                        <a:pt x="236844" y="3466588"/>
                        <a:pt x="281118" y="3384220"/>
                      </a:cubicBezTo>
                      <a:close/>
                      <a:moveTo>
                        <a:pt x="431541" y="3062729"/>
                      </a:moveTo>
                      <a:cubicBezTo>
                        <a:pt x="440546" y="3133533"/>
                        <a:pt x="440877" y="3205371"/>
                        <a:pt x="432527" y="3276251"/>
                      </a:cubicBezTo>
                      <a:cubicBezTo>
                        <a:pt x="432479" y="3276640"/>
                        <a:pt x="432432" y="3277019"/>
                        <a:pt x="432385" y="3277407"/>
                      </a:cubicBezTo>
                      <a:cubicBezTo>
                        <a:pt x="428717" y="3205883"/>
                        <a:pt x="428963" y="3134377"/>
                        <a:pt x="431541" y="3062729"/>
                      </a:cubicBezTo>
                      <a:close/>
                      <a:moveTo>
                        <a:pt x="453863" y="3820970"/>
                      </a:moveTo>
                      <a:cubicBezTo>
                        <a:pt x="412688" y="3811463"/>
                        <a:pt x="349192" y="3801520"/>
                        <a:pt x="326207" y="3762630"/>
                      </a:cubicBezTo>
                      <a:cubicBezTo>
                        <a:pt x="314984" y="3734754"/>
                        <a:pt x="310444" y="3704480"/>
                        <a:pt x="296283" y="3677655"/>
                      </a:cubicBezTo>
                      <a:cubicBezTo>
                        <a:pt x="291203" y="3667494"/>
                        <a:pt x="273156" y="3672679"/>
                        <a:pt x="275260" y="3684262"/>
                      </a:cubicBezTo>
                      <a:cubicBezTo>
                        <a:pt x="268672" y="3695911"/>
                        <a:pt x="271431" y="3710754"/>
                        <a:pt x="272777" y="3723427"/>
                      </a:cubicBezTo>
                      <a:cubicBezTo>
                        <a:pt x="268890" y="3722706"/>
                        <a:pt x="264663" y="3722346"/>
                        <a:pt x="260777" y="3722413"/>
                      </a:cubicBezTo>
                      <a:cubicBezTo>
                        <a:pt x="268274" y="3672859"/>
                        <a:pt x="264464" y="3621704"/>
                        <a:pt x="253241" y="3572984"/>
                      </a:cubicBezTo>
                      <a:cubicBezTo>
                        <a:pt x="235526" y="3504995"/>
                        <a:pt x="202399" y="3473536"/>
                        <a:pt x="256132" y="3409604"/>
                      </a:cubicBezTo>
                      <a:cubicBezTo>
                        <a:pt x="232493" y="3496484"/>
                        <a:pt x="296956" y="3600159"/>
                        <a:pt x="333135" y="3678186"/>
                      </a:cubicBezTo>
                      <a:cubicBezTo>
                        <a:pt x="350348" y="3709750"/>
                        <a:pt x="382888" y="3730232"/>
                        <a:pt x="418954" y="3730962"/>
                      </a:cubicBezTo>
                      <a:cubicBezTo>
                        <a:pt x="450365" y="3732413"/>
                        <a:pt x="482848" y="3731578"/>
                        <a:pt x="513284" y="3722915"/>
                      </a:cubicBezTo>
                      <a:cubicBezTo>
                        <a:pt x="517047" y="3729578"/>
                        <a:pt x="526023" y="3730488"/>
                        <a:pt x="532430" y="3727294"/>
                      </a:cubicBezTo>
                      <a:cubicBezTo>
                        <a:pt x="559093" y="3753455"/>
                        <a:pt x="579026" y="3785179"/>
                        <a:pt x="590173" y="3820828"/>
                      </a:cubicBezTo>
                      <a:cubicBezTo>
                        <a:pt x="545169" y="3828212"/>
                        <a:pt x="498848" y="3828600"/>
                        <a:pt x="453863" y="3820970"/>
                      </a:cubicBezTo>
                      <a:close/>
                      <a:moveTo>
                        <a:pt x="698237" y="3663523"/>
                      </a:moveTo>
                      <a:cubicBezTo>
                        <a:pt x="708853" y="3685077"/>
                        <a:pt x="741943" y="3741303"/>
                        <a:pt x="736635" y="3762924"/>
                      </a:cubicBezTo>
                      <a:cubicBezTo>
                        <a:pt x="700275" y="3769350"/>
                        <a:pt x="659129" y="3766109"/>
                        <a:pt x="622826" y="3757455"/>
                      </a:cubicBezTo>
                      <a:cubicBezTo>
                        <a:pt x="610068" y="3755104"/>
                        <a:pt x="599225" y="3744602"/>
                        <a:pt x="585889" y="3748327"/>
                      </a:cubicBezTo>
                      <a:cubicBezTo>
                        <a:pt x="572306" y="3728488"/>
                        <a:pt x="556828" y="3708963"/>
                        <a:pt x="537653" y="3694366"/>
                      </a:cubicBezTo>
                      <a:cubicBezTo>
                        <a:pt x="533681" y="3668745"/>
                        <a:pt x="522800" y="3644708"/>
                        <a:pt x="516061" y="3619723"/>
                      </a:cubicBezTo>
                      <a:cubicBezTo>
                        <a:pt x="563794" y="3642016"/>
                        <a:pt x="627556" y="3651921"/>
                        <a:pt x="670712" y="3614661"/>
                      </a:cubicBezTo>
                      <a:cubicBezTo>
                        <a:pt x="679508" y="3630822"/>
                        <a:pt x="689583" y="3647125"/>
                        <a:pt x="698237" y="3663523"/>
                      </a:cubicBezTo>
                      <a:close/>
                      <a:moveTo>
                        <a:pt x="665243" y="2517091"/>
                      </a:moveTo>
                      <a:cubicBezTo>
                        <a:pt x="660503" y="2533422"/>
                        <a:pt x="657309" y="2550161"/>
                        <a:pt x="654949" y="2566995"/>
                      </a:cubicBezTo>
                      <a:cubicBezTo>
                        <a:pt x="645793" y="2681846"/>
                        <a:pt x="647651" y="2797616"/>
                        <a:pt x="634864" y="2912362"/>
                      </a:cubicBezTo>
                      <a:cubicBezTo>
                        <a:pt x="619405" y="3138614"/>
                        <a:pt x="547728" y="3387746"/>
                        <a:pt x="659110" y="3599799"/>
                      </a:cubicBezTo>
                      <a:cubicBezTo>
                        <a:pt x="657366" y="3611562"/>
                        <a:pt x="635414" y="3616822"/>
                        <a:pt x="625566" y="3620595"/>
                      </a:cubicBezTo>
                      <a:cubicBezTo>
                        <a:pt x="586439" y="3631419"/>
                        <a:pt x="545747" y="3618510"/>
                        <a:pt x="510431" y="3601439"/>
                      </a:cubicBezTo>
                      <a:cubicBezTo>
                        <a:pt x="485625" y="3516900"/>
                        <a:pt x="455000" y="3433556"/>
                        <a:pt x="439560" y="3346610"/>
                      </a:cubicBezTo>
                      <a:cubicBezTo>
                        <a:pt x="448631" y="3303179"/>
                        <a:pt x="452441" y="3258479"/>
                        <a:pt x="454043" y="3214157"/>
                      </a:cubicBezTo>
                      <a:cubicBezTo>
                        <a:pt x="456204" y="3140538"/>
                        <a:pt x="450318" y="3066502"/>
                        <a:pt x="434878" y="2994455"/>
                      </a:cubicBezTo>
                      <a:cubicBezTo>
                        <a:pt x="447967" y="2834089"/>
                        <a:pt x="455474" y="2669723"/>
                        <a:pt x="511340" y="2517584"/>
                      </a:cubicBezTo>
                      <a:cubicBezTo>
                        <a:pt x="567870" y="2511678"/>
                        <a:pt x="623869" y="2500873"/>
                        <a:pt x="678332" y="2485025"/>
                      </a:cubicBezTo>
                      <a:cubicBezTo>
                        <a:pt x="673034" y="2495309"/>
                        <a:pt x="668484" y="2505925"/>
                        <a:pt x="665243" y="2517091"/>
                      </a:cubicBezTo>
                      <a:close/>
                      <a:moveTo>
                        <a:pt x="839580" y="2096625"/>
                      </a:moveTo>
                      <a:cubicBezTo>
                        <a:pt x="834841" y="2196054"/>
                        <a:pt x="802851" y="2300147"/>
                        <a:pt x="834642" y="2397510"/>
                      </a:cubicBezTo>
                      <a:cubicBezTo>
                        <a:pt x="640570" y="2484958"/>
                        <a:pt x="421901" y="2521887"/>
                        <a:pt x="211517" y="2480238"/>
                      </a:cubicBezTo>
                      <a:cubicBezTo>
                        <a:pt x="208370" y="2476210"/>
                        <a:pt x="202560" y="2474845"/>
                        <a:pt x="198314" y="2477622"/>
                      </a:cubicBezTo>
                      <a:cubicBezTo>
                        <a:pt x="148466" y="2467272"/>
                        <a:pt x="99946" y="2452305"/>
                        <a:pt x="51274" y="2437377"/>
                      </a:cubicBezTo>
                      <a:cubicBezTo>
                        <a:pt x="65984" y="2382695"/>
                        <a:pt x="65473" y="2325132"/>
                        <a:pt x="71368" y="2269058"/>
                      </a:cubicBezTo>
                      <a:cubicBezTo>
                        <a:pt x="94420" y="2058114"/>
                        <a:pt x="40980" y="1849132"/>
                        <a:pt x="49947" y="1638406"/>
                      </a:cubicBezTo>
                      <a:cubicBezTo>
                        <a:pt x="51606" y="1608871"/>
                        <a:pt x="57738" y="1566891"/>
                        <a:pt x="60620" y="1534636"/>
                      </a:cubicBezTo>
                      <a:cubicBezTo>
                        <a:pt x="221280" y="1591137"/>
                        <a:pt x="677669" y="1664491"/>
                        <a:pt x="669868" y="1551432"/>
                      </a:cubicBezTo>
                      <a:cubicBezTo>
                        <a:pt x="710389" y="1469396"/>
                        <a:pt x="734199" y="1379805"/>
                        <a:pt x="747649" y="1289532"/>
                      </a:cubicBezTo>
                      <a:cubicBezTo>
                        <a:pt x="779430" y="1391264"/>
                        <a:pt x="810538" y="1496447"/>
                        <a:pt x="866187" y="1588000"/>
                      </a:cubicBezTo>
                      <a:cubicBezTo>
                        <a:pt x="857296" y="1757333"/>
                        <a:pt x="856973" y="1927604"/>
                        <a:pt x="839580" y="2096625"/>
                      </a:cubicBezTo>
                      <a:close/>
                      <a:moveTo>
                        <a:pt x="915389" y="1592872"/>
                      </a:moveTo>
                      <a:cubicBezTo>
                        <a:pt x="871750" y="1557991"/>
                        <a:pt x="856111" y="1499376"/>
                        <a:pt x="834472" y="1449917"/>
                      </a:cubicBezTo>
                      <a:cubicBezTo>
                        <a:pt x="782292" y="1323076"/>
                        <a:pt x="744615" y="1190861"/>
                        <a:pt x="715109" y="1057081"/>
                      </a:cubicBezTo>
                      <a:cubicBezTo>
                        <a:pt x="738388" y="1059641"/>
                        <a:pt x="761724" y="1061697"/>
                        <a:pt x="785041" y="1063451"/>
                      </a:cubicBezTo>
                      <a:cubicBezTo>
                        <a:pt x="843448" y="1241931"/>
                        <a:pt x="877362" y="1252964"/>
                        <a:pt x="796055" y="1064257"/>
                      </a:cubicBezTo>
                      <a:cubicBezTo>
                        <a:pt x="808832" y="1065186"/>
                        <a:pt x="821609" y="1066001"/>
                        <a:pt x="834415" y="1066740"/>
                      </a:cubicBezTo>
                      <a:cubicBezTo>
                        <a:pt x="836566" y="1102919"/>
                        <a:pt x="841988" y="1138568"/>
                        <a:pt x="847078" y="1174425"/>
                      </a:cubicBezTo>
                      <a:cubicBezTo>
                        <a:pt x="869239" y="1313910"/>
                        <a:pt x="885125" y="1454903"/>
                        <a:pt x="915389" y="1592872"/>
                      </a:cubicBezTo>
                      <a:close/>
                      <a:moveTo>
                        <a:pt x="1101262" y="1037546"/>
                      </a:moveTo>
                      <a:cubicBezTo>
                        <a:pt x="1077130" y="1040816"/>
                        <a:pt x="1052818" y="1044940"/>
                        <a:pt x="1028420" y="1046447"/>
                      </a:cubicBezTo>
                      <a:cubicBezTo>
                        <a:pt x="892205" y="1055821"/>
                        <a:pt x="755383" y="1047120"/>
                        <a:pt x="619784" y="1033101"/>
                      </a:cubicBezTo>
                      <a:cubicBezTo>
                        <a:pt x="702929" y="1008571"/>
                        <a:pt x="789013" y="984031"/>
                        <a:pt x="862888" y="937634"/>
                      </a:cubicBezTo>
                      <a:cubicBezTo>
                        <a:pt x="878073" y="934837"/>
                        <a:pt x="867125" y="912819"/>
                        <a:pt x="864139" y="903397"/>
                      </a:cubicBezTo>
                      <a:cubicBezTo>
                        <a:pt x="889153" y="900298"/>
                        <a:pt x="913949" y="894639"/>
                        <a:pt x="938792" y="890222"/>
                      </a:cubicBezTo>
                      <a:cubicBezTo>
                        <a:pt x="947057" y="888488"/>
                        <a:pt x="959550" y="888781"/>
                        <a:pt x="963625" y="880118"/>
                      </a:cubicBezTo>
                      <a:cubicBezTo>
                        <a:pt x="967161" y="879654"/>
                        <a:pt x="968658" y="875625"/>
                        <a:pt x="969331" y="872564"/>
                      </a:cubicBezTo>
                      <a:cubicBezTo>
                        <a:pt x="1007103" y="872668"/>
                        <a:pt x="1046230" y="884658"/>
                        <a:pt x="1069405" y="916203"/>
                      </a:cubicBezTo>
                      <a:cubicBezTo>
                        <a:pt x="1071661" y="918904"/>
                        <a:pt x="1076761" y="916004"/>
                        <a:pt x="1075453" y="912686"/>
                      </a:cubicBezTo>
                      <a:cubicBezTo>
                        <a:pt x="1059225" y="872962"/>
                        <a:pt x="1011359" y="858573"/>
                        <a:pt x="971587" y="861995"/>
                      </a:cubicBezTo>
                      <a:cubicBezTo>
                        <a:pt x="971360" y="862014"/>
                        <a:pt x="969957" y="862071"/>
                        <a:pt x="968829" y="862355"/>
                      </a:cubicBezTo>
                      <a:cubicBezTo>
                        <a:pt x="959673" y="829399"/>
                        <a:pt x="936299" y="798584"/>
                        <a:pt x="902802" y="789371"/>
                      </a:cubicBezTo>
                      <a:cubicBezTo>
                        <a:pt x="892006" y="783968"/>
                        <a:pt x="881599" y="777495"/>
                        <a:pt x="870556" y="772556"/>
                      </a:cubicBezTo>
                      <a:cubicBezTo>
                        <a:pt x="967038" y="641194"/>
                        <a:pt x="878091" y="479832"/>
                        <a:pt x="870016" y="337143"/>
                      </a:cubicBezTo>
                      <a:cubicBezTo>
                        <a:pt x="870585" y="327864"/>
                        <a:pt x="856869" y="328290"/>
                        <a:pt x="855827" y="337143"/>
                      </a:cubicBezTo>
                      <a:cubicBezTo>
                        <a:pt x="850414" y="395730"/>
                        <a:pt x="875665" y="451302"/>
                        <a:pt x="883703" y="508637"/>
                      </a:cubicBezTo>
                      <a:cubicBezTo>
                        <a:pt x="902830" y="619972"/>
                        <a:pt x="907209" y="665705"/>
                        <a:pt x="855466" y="768443"/>
                      </a:cubicBezTo>
                      <a:cubicBezTo>
                        <a:pt x="847362" y="767912"/>
                        <a:pt x="836595" y="766869"/>
                        <a:pt x="829514" y="772007"/>
                      </a:cubicBezTo>
                      <a:cubicBezTo>
                        <a:pt x="817913" y="772642"/>
                        <a:pt x="783155" y="783039"/>
                        <a:pt x="781108" y="795636"/>
                      </a:cubicBezTo>
                      <a:cubicBezTo>
                        <a:pt x="776615" y="792537"/>
                        <a:pt x="771733" y="788869"/>
                        <a:pt x="766160" y="786660"/>
                      </a:cubicBezTo>
                      <a:cubicBezTo>
                        <a:pt x="800472" y="716140"/>
                        <a:pt x="794283" y="632986"/>
                        <a:pt x="772274" y="559755"/>
                      </a:cubicBezTo>
                      <a:cubicBezTo>
                        <a:pt x="781961" y="539689"/>
                        <a:pt x="774160" y="508410"/>
                        <a:pt x="774653" y="485984"/>
                      </a:cubicBezTo>
                      <a:cubicBezTo>
                        <a:pt x="769752" y="409113"/>
                        <a:pt x="748843" y="331181"/>
                        <a:pt x="702825" y="268415"/>
                      </a:cubicBezTo>
                      <a:cubicBezTo>
                        <a:pt x="703488" y="267723"/>
                        <a:pt x="704142" y="267021"/>
                        <a:pt x="704806" y="266329"/>
                      </a:cubicBezTo>
                      <a:cubicBezTo>
                        <a:pt x="721441" y="272102"/>
                        <a:pt x="736056" y="282917"/>
                        <a:pt x="752729" y="288556"/>
                      </a:cubicBezTo>
                      <a:cubicBezTo>
                        <a:pt x="754663" y="292158"/>
                        <a:pt x="760814" y="293770"/>
                        <a:pt x="763089" y="289495"/>
                      </a:cubicBezTo>
                      <a:cubicBezTo>
                        <a:pt x="768577" y="277959"/>
                        <a:pt x="750037" y="261116"/>
                        <a:pt x="744928" y="250510"/>
                      </a:cubicBezTo>
                      <a:cubicBezTo>
                        <a:pt x="768890" y="260472"/>
                        <a:pt x="793477" y="268879"/>
                        <a:pt x="817913" y="277694"/>
                      </a:cubicBezTo>
                      <a:cubicBezTo>
                        <a:pt x="855353" y="291362"/>
                        <a:pt x="875305" y="288973"/>
                        <a:pt x="887219" y="332423"/>
                      </a:cubicBezTo>
                      <a:cubicBezTo>
                        <a:pt x="973161" y="560978"/>
                        <a:pt x="1114058" y="785665"/>
                        <a:pt x="1101262" y="1037546"/>
                      </a:cubicBezTo>
                      <a:close/>
                    </a:path>
                  </a:pathLst>
                </a:custGeom>
                <a:solidFill>
                  <a:srgbClr val="000000"/>
                </a:solidFill>
                <a:ln w="9452" cap="flat">
                  <a:noFill/>
                  <a:prstDash val="solid"/>
                  <a:miter/>
                </a:ln>
              </p:spPr>
              <p:txBody>
                <a:bodyPr rtlCol="0" anchor="ctr"/>
                <a:lstStyle/>
                <a:p>
                  <a:endParaRPr lang="en-US"/>
                </a:p>
              </p:txBody>
            </p:sp>
          </p:grpSp>
          <p:pic>
            <p:nvPicPr>
              <p:cNvPr id="85" name="Графіка 84" descr="Woman with long straight hair">
                <a:extLst>
                  <a:ext uri="{FF2B5EF4-FFF2-40B4-BE49-F238E27FC236}">
                    <a16:creationId xmlns:a16="http://schemas.microsoft.com/office/drawing/2014/main" id="{CA87F5F8-F27E-9B42-3502-EA17BF65EC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0289" y="3265911"/>
                <a:ext cx="723900" cy="762000"/>
              </a:xfrm>
              <a:prstGeom prst="rect">
                <a:avLst/>
              </a:prstGeom>
            </p:spPr>
          </p:pic>
        </p:grpSp>
        <p:pic>
          <p:nvPicPr>
            <p:cNvPr id="88" name="Графіка 87" descr="A smiling woman">
              <a:extLst>
                <a:ext uri="{FF2B5EF4-FFF2-40B4-BE49-F238E27FC236}">
                  <a16:creationId xmlns:a16="http://schemas.microsoft.com/office/drawing/2014/main" id="{5C35D7CB-9790-331B-160E-5076BFDD492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946" y="4400411"/>
              <a:ext cx="346969" cy="379497"/>
            </a:xfrm>
            <a:prstGeom prst="rect">
              <a:avLst/>
            </a:prstGeom>
          </p:spPr>
        </p:pic>
      </p:grpSp>
      <p:sp>
        <p:nvSpPr>
          <p:cNvPr id="90" name="Бульбашка прямої мови: овальна 89">
            <a:extLst>
              <a:ext uri="{FF2B5EF4-FFF2-40B4-BE49-F238E27FC236}">
                <a16:creationId xmlns:a16="http://schemas.microsoft.com/office/drawing/2014/main" id="{1BCA499D-FC89-70FE-7FAB-85E6E8043B48}"/>
              </a:ext>
            </a:extLst>
          </p:cNvPr>
          <p:cNvSpPr/>
          <p:nvPr/>
        </p:nvSpPr>
        <p:spPr>
          <a:xfrm>
            <a:off x="6096000" y="2028550"/>
            <a:ext cx="927227" cy="704187"/>
          </a:xfrm>
          <a:prstGeom prst="wedgeEllipseCallout">
            <a:avLst>
              <a:gd name="adj1" fmla="val -71840"/>
              <a:gd name="adj2" fmla="val 24319"/>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Бульбашка прямої мови: овальна 90">
            <a:extLst>
              <a:ext uri="{FF2B5EF4-FFF2-40B4-BE49-F238E27FC236}">
                <a16:creationId xmlns:a16="http://schemas.microsoft.com/office/drawing/2014/main" id="{A3A4025D-FFD9-53CA-F18E-2221A737163D}"/>
              </a:ext>
            </a:extLst>
          </p:cNvPr>
          <p:cNvSpPr/>
          <p:nvPr/>
        </p:nvSpPr>
        <p:spPr>
          <a:xfrm flipH="1">
            <a:off x="6096000" y="2028550"/>
            <a:ext cx="927227" cy="704187"/>
          </a:xfrm>
          <a:prstGeom prst="wedgeEllipseCallout">
            <a:avLst>
              <a:gd name="adj1" fmla="val -71840"/>
              <a:gd name="adj2" fmla="val 24319"/>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7959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2.5E-6 -2.59259E-6 L 1.02305 -0.00717 " pathEditMode="relative" rAng="0" ptsTypes="AA">
                                      <p:cBhvr>
                                        <p:cTn id="6" dur="1000" fill="hold"/>
                                        <p:tgtEl>
                                          <p:spTgt spid="2"/>
                                        </p:tgtEl>
                                        <p:attrNameLst>
                                          <p:attrName>ppt_x</p:attrName>
                                          <p:attrName>ppt_y</p:attrName>
                                        </p:attrNameLst>
                                      </p:cBhvr>
                                      <p:rCtr x="51159" y="-370"/>
                                    </p:animMotion>
                                  </p:childTnLst>
                                </p:cTn>
                              </p:par>
                            </p:childTnLst>
                          </p:cTn>
                        </p:par>
                        <p:par>
                          <p:cTn id="7" fill="hold">
                            <p:stCondLst>
                              <p:cond delay="1000"/>
                            </p:stCondLst>
                            <p:childTnLst>
                              <p:par>
                                <p:cTn id="8" presetID="42" presetClass="entr" presetSubtype="0" fill="hold"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1000"/>
                                        <p:tgtEl>
                                          <p:spTgt spid="24"/>
                                        </p:tgtEl>
                                      </p:cBhvr>
                                    </p:animEffect>
                                    <p:anim calcmode="lin" valueType="num">
                                      <p:cBhvr>
                                        <p:cTn id="11" dur="1000" fill="hold"/>
                                        <p:tgtEl>
                                          <p:spTgt spid="24"/>
                                        </p:tgtEl>
                                        <p:attrNameLst>
                                          <p:attrName>ppt_x</p:attrName>
                                        </p:attrNameLst>
                                      </p:cBhvr>
                                      <p:tavLst>
                                        <p:tav tm="0">
                                          <p:val>
                                            <p:strVal val="#ppt_x"/>
                                          </p:val>
                                        </p:tav>
                                        <p:tav tm="100000">
                                          <p:val>
                                            <p:strVal val="#ppt_x"/>
                                          </p:val>
                                        </p:tav>
                                      </p:tavLst>
                                    </p:anim>
                                    <p:anim calcmode="lin" valueType="num">
                                      <p:cBhvr>
                                        <p:cTn id="12" dur="1000" fill="hold"/>
                                        <p:tgtEl>
                                          <p:spTgt spid="24"/>
                                        </p:tgtEl>
                                        <p:attrNameLst>
                                          <p:attrName>ppt_y</p:attrName>
                                        </p:attrNameLst>
                                      </p:cBhvr>
                                      <p:tavLst>
                                        <p:tav tm="0">
                                          <p:val>
                                            <p:strVal val="#ppt_y+.1"/>
                                          </p:val>
                                        </p:tav>
                                        <p:tav tm="100000">
                                          <p:val>
                                            <p:strVal val="#ppt_y"/>
                                          </p:val>
                                        </p:tav>
                                      </p:tavLst>
                                    </p:anim>
                                  </p:childTnLst>
                                </p:cTn>
                              </p:par>
                              <p:par>
                                <p:cTn id="13" presetID="42" presetClass="path" presetSubtype="0" accel="50000" decel="50000" fill="hold" nodeType="withEffect">
                                  <p:stCondLst>
                                    <p:cond delay="0"/>
                                  </p:stCondLst>
                                  <p:childTnLst>
                                    <p:animMotion origin="layout" path="M -4.375E-6 2.96296E-6 L -0.10872 -0.34792 " pathEditMode="relative" rAng="0" ptsTypes="AA">
                                      <p:cBhvr>
                                        <p:cTn id="14" dur="2000" fill="hold"/>
                                        <p:tgtEl>
                                          <p:spTgt spid="24"/>
                                        </p:tgtEl>
                                        <p:attrNameLst>
                                          <p:attrName>ppt_x</p:attrName>
                                          <p:attrName>ppt_y</p:attrName>
                                        </p:attrNameLst>
                                      </p:cBhvr>
                                      <p:rCtr x="-5443" y="-17407"/>
                                    </p:animMotion>
                                  </p:childTnLst>
                                </p:cTn>
                              </p:par>
                              <p:par>
                                <p:cTn id="15" presetID="42" presetClass="entr" presetSubtype="0" fill="hold" nodeType="with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fade">
                                      <p:cBhvr>
                                        <p:cTn id="17" dur="1000"/>
                                        <p:tgtEl>
                                          <p:spTgt spid="89"/>
                                        </p:tgtEl>
                                      </p:cBhvr>
                                    </p:animEffect>
                                    <p:anim calcmode="lin" valueType="num">
                                      <p:cBhvr>
                                        <p:cTn id="18" dur="1000" fill="hold"/>
                                        <p:tgtEl>
                                          <p:spTgt spid="89"/>
                                        </p:tgtEl>
                                        <p:attrNameLst>
                                          <p:attrName>ppt_x</p:attrName>
                                        </p:attrNameLst>
                                      </p:cBhvr>
                                      <p:tavLst>
                                        <p:tav tm="0">
                                          <p:val>
                                            <p:strVal val="#ppt_x"/>
                                          </p:val>
                                        </p:tav>
                                        <p:tav tm="100000">
                                          <p:val>
                                            <p:strVal val="#ppt_x"/>
                                          </p:val>
                                        </p:tav>
                                      </p:tavLst>
                                    </p:anim>
                                    <p:anim calcmode="lin" valueType="num">
                                      <p:cBhvr>
                                        <p:cTn id="19" dur="1000" fill="hold"/>
                                        <p:tgtEl>
                                          <p:spTgt spid="89"/>
                                        </p:tgtEl>
                                        <p:attrNameLst>
                                          <p:attrName>ppt_y</p:attrName>
                                        </p:attrNameLst>
                                      </p:cBhvr>
                                      <p:tavLst>
                                        <p:tav tm="0">
                                          <p:val>
                                            <p:strVal val="#ppt_y+.1"/>
                                          </p:val>
                                        </p:tav>
                                        <p:tav tm="100000">
                                          <p:val>
                                            <p:strVal val="#ppt_y"/>
                                          </p:val>
                                        </p:tav>
                                      </p:tavLst>
                                    </p:anim>
                                  </p:childTnLst>
                                </p:cTn>
                              </p:par>
                              <p:par>
                                <p:cTn id="20" presetID="42" presetClass="path" presetSubtype="0" accel="50000" decel="50000" fill="hold" nodeType="withEffect">
                                  <p:stCondLst>
                                    <p:cond delay="0"/>
                                  </p:stCondLst>
                                  <p:childTnLst>
                                    <p:animMotion origin="layout" path="M -3.75E-6 -2.22222E-6 L 0.37852 -0.32708 " pathEditMode="relative" rAng="0" ptsTypes="AA">
                                      <p:cBhvr>
                                        <p:cTn id="21" dur="2000" fill="hold"/>
                                        <p:tgtEl>
                                          <p:spTgt spid="89"/>
                                        </p:tgtEl>
                                        <p:attrNameLst>
                                          <p:attrName>ppt_x</p:attrName>
                                          <p:attrName>ppt_y</p:attrName>
                                        </p:attrNameLst>
                                      </p:cBhvr>
                                      <p:rCtr x="18919" y="-16366"/>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0"/>
                                        </p:tgtEl>
                                        <p:attrNameLst>
                                          <p:attrName>style.visibility</p:attrName>
                                        </p:attrNameLst>
                                      </p:cBhvr>
                                      <p:to>
                                        <p:strVal val="visible"/>
                                      </p:to>
                                    </p:set>
                                    <p:animEffect transition="in" filter="fade">
                                      <p:cBhvr>
                                        <p:cTn id="26" dur="500"/>
                                        <p:tgtEl>
                                          <p:spTgt spid="9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0"/>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32" dur="1" fill="hold">
                                          <p:stCondLst>
                                            <p:cond delay="0"/>
                                          </p:stCondLst>
                                        </p:cTn>
                                        <p:tgtEl>
                                          <p:spTgt spid="91"/>
                                        </p:tgtEl>
                                        <p:attrNameLst>
                                          <p:attrName>style.visibility</p:attrName>
                                        </p:attrNameLst>
                                      </p:cBhvr>
                                      <p:to>
                                        <p:strVal val="visible"/>
                                      </p:to>
                                    </p:set>
                                    <p:animEffect transition="in" filter="fade">
                                      <p:cBhvr>
                                        <p:cTn id="33"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0" grpId="0" animBg="1"/>
      <p:bldP spid="90" grpId="1" animBg="1"/>
      <p:bldP spid="9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phere">
          <a:fgClr>
            <a:schemeClr val="accent6"/>
          </a:fgClr>
          <a:bgClr>
            <a:srgbClr val="00B0F0"/>
          </a:bgClr>
        </a:pattFill>
        <a:effectLst/>
      </p:bgPr>
    </p:bg>
    <p:spTree>
      <p:nvGrpSpPr>
        <p:cNvPr id="1" name=""/>
        <p:cNvGrpSpPr/>
        <p:nvPr/>
      </p:nvGrpSpPr>
      <p:grpSpPr>
        <a:xfrm>
          <a:off x="0" y="0"/>
          <a:ext cx="0" cy="0"/>
          <a:chOff x="0" y="0"/>
          <a:chExt cx="0" cy="0"/>
        </a:xfrm>
      </p:grpSpPr>
      <p:grpSp>
        <p:nvGrpSpPr>
          <p:cNvPr id="3" name="Графіка 6" descr="Girl wearing necklace">
            <a:extLst>
              <a:ext uri="{FF2B5EF4-FFF2-40B4-BE49-F238E27FC236}">
                <a16:creationId xmlns:a16="http://schemas.microsoft.com/office/drawing/2014/main" id="{1C3D31C1-CE0E-BE8D-E8C0-14BBBEB9477D}"/>
              </a:ext>
            </a:extLst>
          </p:cNvPr>
          <p:cNvGrpSpPr/>
          <p:nvPr/>
        </p:nvGrpSpPr>
        <p:grpSpPr>
          <a:xfrm flipH="1">
            <a:off x="6691974" y="1436079"/>
            <a:ext cx="2870880" cy="10062730"/>
            <a:chOff x="9484880" y="2078244"/>
            <a:chExt cx="1217959" cy="4269072"/>
          </a:xfrm>
        </p:grpSpPr>
        <p:grpSp>
          <p:nvGrpSpPr>
            <p:cNvPr id="4" name="Графіка 6" descr="Girl wearing necklace">
              <a:extLst>
                <a:ext uri="{FF2B5EF4-FFF2-40B4-BE49-F238E27FC236}">
                  <a16:creationId xmlns:a16="http://schemas.microsoft.com/office/drawing/2014/main" id="{F56B0C44-89D0-144B-C554-C94F5003905E}"/>
                </a:ext>
              </a:extLst>
            </p:cNvPr>
            <p:cNvGrpSpPr/>
            <p:nvPr/>
          </p:nvGrpSpPr>
          <p:grpSpPr>
            <a:xfrm>
              <a:off x="9484880" y="2589075"/>
              <a:ext cx="1217959" cy="3758241"/>
              <a:chOff x="9484880" y="2589075"/>
              <a:chExt cx="1217959" cy="3758241"/>
            </a:xfrm>
          </p:grpSpPr>
          <p:sp>
            <p:nvSpPr>
              <p:cNvPr id="23" name="Полілінія: фігура 22">
                <a:extLst>
                  <a:ext uri="{FF2B5EF4-FFF2-40B4-BE49-F238E27FC236}">
                    <a16:creationId xmlns:a16="http://schemas.microsoft.com/office/drawing/2014/main" id="{8446B0FA-5714-C9DF-C87C-DE0315577797}"/>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24" name="Полілінія: фігура 23">
                <a:extLst>
                  <a:ext uri="{FF2B5EF4-FFF2-40B4-BE49-F238E27FC236}">
                    <a16:creationId xmlns:a16="http://schemas.microsoft.com/office/drawing/2014/main" id="{7DEC01EC-5EDC-D0A9-FD1E-4422058A4FA4}"/>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25" name="Графіка 6" descr="Girl wearing necklace">
                <a:extLst>
                  <a:ext uri="{FF2B5EF4-FFF2-40B4-BE49-F238E27FC236}">
                    <a16:creationId xmlns:a16="http://schemas.microsoft.com/office/drawing/2014/main" id="{F47B6F8C-35B1-A659-1B36-4AC35510D8FF}"/>
                  </a:ext>
                </a:extLst>
              </p:cNvPr>
              <p:cNvGrpSpPr/>
              <p:nvPr/>
            </p:nvGrpSpPr>
            <p:grpSpPr>
              <a:xfrm>
                <a:off x="9885356" y="5496683"/>
                <a:ext cx="335397" cy="468844"/>
                <a:chOff x="9885356" y="5496683"/>
                <a:chExt cx="335397" cy="468844"/>
              </a:xfrm>
              <a:solidFill>
                <a:srgbClr val="FFFFFF"/>
              </a:solidFill>
            </p:grpSpPr>
            <p:sp>
              <p:nvSpPr>
                <p:cNvPr id="32" name="Полілінія: фігура 31">
                  <a:extLst>
                    <a:ext uri="{FF2B5EF4-FFF2-40B4-BE49-F238E27FC236}">
                      <a16:creationId xmlns:a16="http://schemas.microsoft.com/office/drawing/2014/main" id="{CB31BBB9-5640-24EA-BA2E-21126DD574F9}"/>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33" name="Полілінія: фігура 32">
                  <a:extLst>
                    <a:ext uri="{FF2B5EF4-FFF2-40B4-BE49-F238E27FC236}">
                      <a16:creationId xmlns:a16="http://schemas.microsoft.com/office/drawing/2014/main" id="{015DEABE-2EF8-869F-17C1-72800993A0FB}"/>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26" name="Графіка 6" descr="Girl wearing necklace">
                <a:extLst>
                  <a:ext uri="{FF2B5EF4-FFF2-40B4-BE49-F238E27FC236}">
                    <a16:creationId xmlns:a16="http://schemas.microsoft.com/office/drawing/2014/main" id="{A4374D12-F800-DE9E-B2BD-EBD38AEBBAC5}"/>
                  </a:ext>
                </a:extLst>
              </p:cNvPr>
              <p:cNvGrpSpPr/>
              <p:nvPr/>
            </p:nvGrpSpPr>
            <p:grpSpPr>
              <a:xfrm>
                <a:off x="9859305" y="6028064"/>
                <a:ext cx="429747" cy="300381"/>
                <a:chOff x="9859305" y="6028064"/>
                <a:chExt cx="429747" cy="300381"/>
              </a:xfrm>
              <a:solidFill>
                <a:srgbClr val="FFFFFF"/>
              </a:solidFill>
            </p:grpSpPr>
            <p:sp>
              <p:nvSpPr>
                <p:cNvPr id="30" name="Полілінія: фігура 29">
                  <a:extLst>
                    <a:ext uri="{FF2B5EF4-FFF2-40B4-BE49-F238E27FC236}">
                      <a16:creationId xmlns:a16="http://schemas.microsoft.com/office/drawing/2014/main" id="{665C091E-71EE-E323-1ED2-B907590B09D1}"/>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31" name="Полілінія: фігура 30">
                  <a:extLst>
                    <a:ext uri="{FF2B5EF4-FFF2-40B4-BE49-F238E27FC236}">
                      <a16:creationId xmlns:a16="http://schemas.microsoft.com/office/drawing/2014/main" id="{5BD68C2D-926C-EFD9-F84A-9E0B740561E0}"/>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27" name="Графіка 6" descr="Girl wearing necklace">
                <a:extLst>
                  <a:ext uri="{FF2B5EF4-FFF2-40B4-BE49-F238E27FC236}">
                    <a16:creationId xmlns:a16="http://schemas.microsoft.com/office/drawing/2014/main" id="{9655E198-B882-6F5D-75B1-EB86D6A551C8}"/>
                  </a:ext>
                </a:extLst>
              </p:cNvPr>
              <p:cNvGrpSpPr/>
              <p:nvPr/>
            </p:nvGrpSpPr>
            <p:grpSpPr>
              <a:xfrm>
                <a:off x="9484880" y="2589075"/>
                <a:ext cx="1217959" cy="3758241"/>
                <a:chOff x="9484880" y="2589075"/>
                <a:chExt cx="1217959" cy="3758241"/>
              </a:xfrm>
              <a:solidFill>
                <a:srgbClr val="000000"/>
              </a:solidFill>
            </p:grpSpPr>
            <p:sp>
              <p:nvSpPr>
                <p:cNvPr id="28" name="Полілінія: фігура 27">
                  <a:extLst>
                    <a:ext uri="{FF2B5EF4-FFF2-40B4-BE49-F238E27FC236}">
                      <a16:creationId xmlns:a16="http://schemas.microsoft.com/office/drawing/2014/main" id="{D7FECE2C-9DA6-2820-AF60-5CDEA20C0E9B}"/>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29" name="Полілінія: фігура 28">
                  <a:extLst>
                    <a:ext uri="{FF2B5EF4-FFF2-40B4-BE49-F238E27FC236}">
                      <a16:creationId xmlns:a16="http://schemas.microsoft.com/office/drawing/2014/main" id="{D4343693-B962-7E3F-DD46-EA33A425C6D7}"/>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5" name="Графіка 6" descr="Girl wearing necklace">
              <a:extLst>
                <a:ext uri="{FF2B5EF4-FFF2-40B4-BE49-F238E27FC236}">
                  <a16:creationId xmlns:a16="http://schemas.microsoft.com/office/drawing/2014/main" id="{CFB5F495-381B-14CD-F9DE-E36C8E17F8DC}"/>
                </a:ext>
              </a:extLst>
            </p:cNvPr>
            <p:cNvGrpSpPr/>
            <p:nvPr/>
          </p:nvGrpSpPr>
          <p:grpSpPr>
            <a:xfrm>
              <a:off x="9884872" y="2761214"/>
              <a:ext cx="361204" cy="817610"/>
              <a:chOff x="9884872" y="2761214"/>
              <a:chExt cx="361204" cy="817610"/>
            </a:xfrm>
          </p:grpSpPr>
          <p:sp>
            <p:nvSpPr>
              <p:cNvPr id="18" name="Полілінія: фігура 17">
                <a:extLst>
                  <a:ext uri="{FF2B5EF4-FFF2-40B4-BE49-F238E27FC236}">
                    <a16:creationId xmlns:a16="http://schemas.microsoft.com/office/drawing/2014/main" id="{937484BB-68D4-5092-E6EE-D5E0FE886B73}"/>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19" name="Полілінія: фігура 18">
                <a:extLst>
                  <a:ext uri="{FF2B5EF4-FFF2-40B4-BE49-F238E27FC236}">
                    <a16:creationId xmlns:a16="http://schemas.microsoft.com/office/drawing/2014/main" id="{AB39519B-B1D6-AF07-5D27-F179058CBBF4}"/>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20" name="Графіка 6" descr="Girl wearing necklace">
                <a:extLst>
                  <a:ext uri="{FF2B5EF4-FFF2-40B4-BE49-F238E27FC236}">
                    <a16:creationId xmlns:a16="http://schemas.microsoft.com/office/drawing/2014/main" id="{1C0C965E-6B82-F916-FDC1-9A5EE16908D0}"/>
                  </a:ext>
                </a:extLst>
              </p:cNvPr>
              <p:cNvGrpSpPr/>
              <p:nvPr/>
            </p:nvGrpSpPr>
            <p:grpSpPr>
              <a:xfrm>
                <a:off x="9884872" y="2761214"/>
                <a:ext cx="361204" cy="817610"/>
                <a:chOff x="9884872" y="2761214"/>
                <a:chExt cx="361204" cy="817610"/>
              </a:xfrm>
              <a:solidFill>
                <a:srgbClr val="000000"/>
              </a:solidFill>
            </p:grpSpPr>
            <p:sp>
              <p:nvSpPr>
                <p:cNvPr id="21" name="Полілінія: фігура 20">
                  <a:extLst>
                    <a:ext uri="{FF2B5EF4-FFF2-40B4-BE49-F238E27FC236}">
                      <a16:creationId xmlns:a16="http://schemas.microsoft.com/office/drawing/2014/main" id="{B64DF481-C69C-91C8-56EC-AC216834FA00}"/>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22" name="Полілінія: фігура 21">
                  <a:extLst>
                    <a:ext uri="{FF2B5EF4-FFF2-40B4-BE49-F238E27FC236}">
                      <a16:creationId xmlns:a16="http://schemas.microsoft.com/office/drawing/2014/main" id="{9AA069D2-8380-C383-BD4D-AB99E5407B04}"/>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6" name="Графіка 6" descr="Girl wearing necklace">
              <a:extLst>
                <a:ext uri="{FF2B5EF4-FFF2-40B4-BE49-F238E27FC236}">
                  <a16:creationId xmlns:a16="http://schemas.microsoft.com/office/drawing/2014/main" id="{60D293E4-4504-10D8-1D2A-066031A664B4}"/>
                </a:ext>
              </a:extLst>
            </p:cNvPr>
            <p:cNvGrpSpPr/>
            <p:nvPr/>
          </p:nvGrpSpPr>
          <p:grpSpPr>
            <a:xfrm>
              <a:off x="9596926" y="2078244"/>
              <a:ext cx="795119" cy="914275"/>
              <a:chOff x="9596926" y="2078244"/>
              <a:chExt cx="795119" cy="914275"/>
            </a:xfrm>
          </p:grpSpPr>
          <p:sp>
            <p:nvSpPr>
              <p:cNvPr id="14" name="Полілінія: фігура 13">
                <a:extLst>
                  <a:ext uri="{FF2B5EF4-FFF2-40B4-BE49-F238E27FC236}">
                    <a16:creationId xmlns:a16="http://schemas.microsoft.com/office/drawing/2014/main" id="{7E7283A4-4CD7-3938-A75D-8A26B5E67E7B}"/>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a:p>
            </p:txBody>
          </p:sp>
          <p:grpSp>
            <p:nvGrpSpPr>
              <p:cNvPr id="15" name="Графіка 6" descr="Girl wearing necklace">
                <a:extLst>
                  <a:ext uri="{FF2B5EF4-FFF2-40B4-BE49-F238E27FC236}">
                    <a16:creationId xmlns:a16="http://schemas.microsoft.com/office/drawing/2014/main" id="{B8A116B2-8A62-4024-F10F-4B175024A7B9}"/>
                  </a:ext>
                </a:extLst>
              </p:cNvPr>
              <p:cNvGrpSpPr/>
              <p:nvPr/>
            </p:nvGrpSpPr>
            <p:grpSpPr>
              <a:xfrm>
                <a:off x="9596926" y="2078244"/>
                <a:ext cx="795119" cy="914275"/>
                <a:chOff x="9596926" y="2078244"/>
                <a:chExt cx="795119" cy="914275"/>
              </a:xfrm>
              <a:solidFill>
                <a:srgbClr val="000000"/>
              </a:solidFill>
            </p:grpSpPr>
            <p:sp>
              <p:nvSpPr>
                <p:cNvPr id="16" name="Полілінія: фігура 15">
                  <a:extLst>
                    <a:ext uri="{FF2B5EF4-FFF2-40B4-BE49-F238E27FC236}">
                      <a16:creationId xmlns:a16="http://schemas.microsoft.com/office/drawing/2014/main" id="{03EB012D-FFB8-E469-7ADA-454FCAEDCC28}"/>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17" name="Полілінія: фігура 16">
                  <a:extLst>
                    <a:ext uri="{FF2B5EF4-FFF2-40B4-BE49-F238E27FC236}">
                      <a16:creationId xmlns:a16="http://schemas.microsoft.com/office/drawing/2014/main" id="{E25DF341-5226-48C0-40D8-DF35AA60D4E1}"/>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grpSp>
        <p:nvGrpSpPr>
          <p:cNvPr id="40" name="Групувати 39">
            <a:extLst>
              <a:ext uri="{FF2B5EF4-FFF2-40B4-BE49-F238E27FC236}">
                <a16:creationId xmlns:a16="http://schemas.microsoft.com/office/drawing/2014/main" id="{E3DAA4C9-044F-4246-8551-7BBF0B03F459}"/>
              </a:ext>
            </a:extLst>
          </p:cNvPr>
          <p:cNvGrpSpPr/>
          <p:nvPr/>
        </p:nvGrpSpPr>
        <p:grpSpPr>
          <a:xfrm>
            <a:off x="1856591" y="814504"/>
            <a:ext cx="2725656" cy="10684305"/>
            <a:chOff x="225711" y="4151851"/>
            <a:chExt cx="1131086" cy="4433746"/>
          </a:xfrm>
        </p:grpSpPr>
        <p:grpSp>
          <p:nvGrpSpPr>
            <p:cNvPr id="41" name="Групувати 40">
              <a:extLst>
                <a:ext uri="{FF2B5EF4-FFF2-40B4-BE49-F238E27FC236}">
                  <a16:creationId xmlns:a16="http://schemas.microsoft.com/office/drawing/2014/main" id="{F3D1D941-92F0-445E-B125-CCB5B916DE0E}"/>
                </a:ext>
              </a:extLst>
            </p:cNvPr>
            <p:cNvGrpSpPr/>
            <p:nvPr/>
          </p:nvGrpSpPr>
          <p:grpSpPr>
            <a:xfrm>
              <a:off x="225711" y="4151851"/>
              <a:ext cx="1131086" cy="4433746"/>
              <a:chOff x="119031" y="3265911"/>
              <a:chExt cx="1131086" cy="4433746"/>
            </a:xfrm>
          </p:grpSpPr>
          <p:grpSp>
            <p:nvGrpSpPr>
              <p:cNvPr id="43" name="Графіка 73" descr="Woman crossing arms">
                <a:extLst>
                  <a:ext uri="{FF2B5EF4-FFF2-40B4-BE49-F238E27FC236}">
                    <a16:creationId xmlns:a16="http://schemas.microsoft.com/office/drawing/2014/main" id="{D87244A3-3D39-4073-A9FD-D79A31EB9D4E}"/>
                  </a:ext>
                </a:extLst>
              </p:cNvPr>
              <p:cNvGrpSpPr/>
              <p:nvPr/>
            </p:nvGrpSpPr>
            <p:grpSpPr>
              <a:xfrm>
                <a:off x="119031" y="3845147"/>
                <a:ext cx="1131086" cy="3854510"/>
                <a:chOff x="911334" y="4756110"/>
                <a:chExt cx="1131086" cy="3854510"/>
              </a:xfrm>
            </p:grpSpPr>
            <p:sp>
              <p:nvSpPr>
                <p:cNvPr id="45" name="Полілінія: фігура 44">
                  <a:extLst>
                    <a:ext uri="{FF2B5EF4-FFF2-40B4-BE49-F238E27FC236}">
                      <a16:creationId xmlns:a16="http://schemas.microsoft.com/office/drawing/2014/main" id="{71C80F1A-EFF9-4352-8709-244FB34DC214}"/>
                    </a:ext>
                  </a:extLst>
                </p:cNvPr>
                <p:cNvSpPr/>
                <p:nvPr/>
              </p:nvSpPr>
              <p:spPr>
                <a:xfrm>
                  <a:off x="924760" y="4763083"/>
                  <a:ext cx="1104515" cy="3834600"/>
                </a:xfrm>
                <a:custGeom>
                  <a:avLst/>
                  <a:gdLst>
                    <a:gd name="connsiteX0" fmla="*/ 829766 w 1104515"/>
                    <a:gd name="connsiteY0" fmla="*/ 1052373 h 3834600"/>
                    <a:gd name="connsiteX1" fmla="*/ 1060358 w 1104515"/>
                    <a:gd name="connsiteY1" fmla="*/ 1045387 h 3834600"/>
                    <a:gd name="connsiteX2" fmla="*/ 1104405 w 1104515"/>
                    <a:gd name="connsiteY2" fmla="*/ 1018421 h 3834600"/>
                    <a:gd name="connsiteX3" fmla="*/ 1090803 w 1104515"/>
                    <a:gd name="connsiteY3" fmla="*/ 873381 h 3834600"/>
                    <a:gd name="connsiteX4" fmla="*/ 1059154 w 1104515"/>
                    <a:gd name="connsiteY4" fmla="*/ 743981 h 3834600"/>
                    <a:gd name="connsiteX5" fmla="*/ 944768 w 1104515"/>
                    <a:gd name="connsiteY5" fmla="*/ 462792 h 3834600"/>
                    <a:gd name="connsiteX6" fmla="*/ 871651 w 1104515"/>
                    <a:gd name="connsiteY6" fmla="*/ 296312 h 3834600"/>
                    <a:gd name="connsiteX7" fmla="*/ 842059 w 1104515"/>
                    <a:gd name="connsiteY7" fmla="*/ 272294 h 3834600"/>
                    <a:gd name="connsiteX8" fmla="*/ 710792 w 1104515"/>
                    <a:gd name="connsiteY8" fmla="*/ 224712 h 3834600"/>
                    <a:gd name="connsiteX9" fmla="*/ 607467 w 1104515"/>
                    <a:gd name="connsiteY9" fmla="*/ 122458 h 3834600"/>
                    <a:gd name="connsiteX10" fmla="*/ 606519 w 1104515"/>
                    <a:gd name="connsiteY10" fmla="*/ 122192 h 3834600"/>
                    <a:gd name="connsiteX11" fmla="*/ 563363 w 1104515"/>
                    <a:gd name="connsiteY11" fmla="*/ 125074 h 3834600"/>
                    <a:gd name="connsiteX12" fmla="*/ 295757 w 1104515"/>
                    <a:gd name="connsiteY12" fmla="*/ 5 h 3834600"/>
                    <a:gd name="connsiteX13" fmla="*/ 294203 w 1104515"/>
                    <a:gd name="connsiteY13" fmla="*/ 1579 h 3834600"/>
                    <a:gd name="connsiteX14" fmla="*/ 302790 w 1104515"/>
                    <a:gd name="connsiteY14" fmla="*/ 43644 h 3834600"/>
                    <a:gd name="connsiteX15" fmla="*/ 301454 w 1104515"/>
                    <a:gd name="connsiteY15" fmla="*/ 87539 h 3834600"/>
                    <a:gd name="connsiteX16" fmla="*/ 248052 w 1104515"/>
                    <a:gd name="connsiteY16" fmla="*/ 168447 h 3834600"/>
                    <a:gd name="connsiteX17" fmla="*/ 149646 w 1104515"/>
                    <a:gd name="connsiteY17" fmla="*/ 203385 h 3834600"/>
                    <a:gd name="connsiteX18" fmla="*/ 43667 w 1104515"/>
                    <a:gd name="connsiteY18" fmla="*/ 226968 h 3834600"/>
                    <a:gd name="connsiteX19" fmla="*/ 5820 w 1104515"/>
                    <a:gd name="connsiteY19" fmla="*/ 347790 h 3834600"/>
                    <a:gd name="connsiteX20" fmla="*/ 152082 w 1104515"/>
                    <a:gd name="connsiteY20" fmla="*/ 781298 h 3834600"/>
                    <a:gd name="connsiteX21" fmla="*/ 184868 w 1104515"/>
                    <a:gd name="connsiteY21" fmla="*/ 956280 h 3834600"/>
                    <a:gd name="connsiteX22" fmla="*/ 101135 w 1104515"/>
                    <a:gd name="connsiteY22" fmla="*/ 1278644 h 3834600"/>
                    <a:gd name="connsiteX23" fmla="*/ 0 w 1104515"/>
                    <a:gd name="connsiteY23" fmla="*/ 1491426 h 3834600"/>
                    <a:gd name="connsiteX24" fmla="*/ 44634 w 1104515"/>
                    <a:gd name="connsiteY24" fmla="*/ 1514193 h 3834600"/>
                    <a:gd name="connsiteX25" fmla="*/ 29042 w 1104515"/>
                    <a:gd name="connsiteY25" fmla="*/ 1605490 h 3834600"/>
                    <a:gd name="connsiteX26" fmla="*/ 30511 w 1104515"/>
                    <a:gd name="connsiteY26" fmla="*/ 1814623 h 3834600"/>
                    <a:gd name="connsiteX27" fmla="*/ 49487 w 1104515"/>
                    <a:gd name="connsiteY27" fmla="*/ 2065566 h 3834600"/>
                    <a:gd name="connsiteX28" fmla="*/ 49487 w 1104515"/>
                    <a:gd name="connsiteY28" fmla="*/ 2256264 h 3834600"/>
                    <a:gd name="connsiteX29" fmla="*/ 29108 w 1104515"/>
                    <a:gd name="connsiteY29" fmla="*/ 2435322 h 3834600"/>
                    <a:gd name="connsiteX30" fmla="*/ 192290 w 1104515"/>
                    <a:gd name="connsiteY30" fmla="*/ 2484952 h 3834600"/>
                    <a:gd name="connsiteX31" fmla="*/ 213522 w 1104515"/>
                    <a:gd name="connsiteY31" fmla="*/ 3163099 h 3834600"/>
                    <a:gd name="connsiteX32" fmla="*/ 267075 w 1104515"/>
                    <a:gd name="connsiteY32" fmla="*/ 3336555 h 3834600"/>
                    <a:gd name="connsiteX33" fmla="*/ 254829 w 1104515"/>
                    <a:gd name="connsiteY33" fmla="*/ 3377635 h 3834600"/>
                    <a:gd name="connsiteX34" fmla="*/ 209626 w 1104515"/>
                    <a:gd name="connsiteY34" fmla="*/ 3522760 h 3834600"/>
                    <a:gd name="connsiteX35" fmla="*/ 235882 w 1104515"/>
                    <a:gd name="connsiteY35" fmla="*/ 3720519 h 3834600"/>
                    <a:gd name="connsiteX36" fmla="*/ 238014 w 1104515"/>
                    <a:gd name="connsiteY36" fmla="*/ 3723382 h 3834600"/>
                    <a:gd name="connsiteX37" fmla="*/ 268393 w 1104515"/>
                    <a:gd name="connsiteY37" fmla="*/ 3731780 h 3834600"/>
                    <a:gd name="connsiteX38" fmla="*/ 271274 w 1104515"/>
                    <a:gd name="connsiteY38" fmla="*/ 3712434 h 3834600"/>
                    <a:gd name="connsiteX39" fmla="*/ 593344 w 1104515"/>
                    <a:gd name="connsiteY39" fmla="*/ 3820025 h 3834600"/>
                    <a:gd name="connsiteX40" fmla="*/ 580652 w 1104515"/>
                    <a:gd name="connsiteY40" fmla="*/ 3769163 h 3834600"/>
                    <a:gd name="connsiteX41" fmla="*/ 604822 w 1104515"/>
                    <a:gd name="connsiteY41" fmla="*/ 3765429 h 3834600"/>
                    <a:gd name="connsiteX42" fmla="*/ 704450 w 1104515"/>
                    <a:gd name="connsiteY42" fmla="*/ 3771760 h 3834600"/>
                    <a:gd name="connsiteX43" fmla="*/ 737019 w 1104515"/>
                    <a:gd name="connsiteY43" fmla="*/ 3739021 h 3834600"/>
                    <a:gd name="connsiteX44" fmla="*/ 657845 w 1104515"/>
                    <a:gd name="connsiteY44" fmla="*/ 3591887 h 3834600"/>
                    <a:gd name="connsiteX45" fmla="*/ 613846 w 1104515"/>
                    <a:gd name="connsiteY45" fmla="*/ 3433701 h 3834600"/>
                    <a:gd name="connsiteX46" fmla="*/ 606386 w 1104515"/>
                    <a:gd name="connsiteY46" fmla="*/ 3178388 h 3834600"/>
                    <a:gd name="connsiteX47" fmla="*/ 636300 w 1104515"/>
                    <a:gd name="connsiteY47" fmla="*/ 2913569 h 3834600"/>
                    <a:gd name="connsiteX48" fmla="*/ 661456 w 1104515"/>
                    <a:gd name="connsiteY48" fmla="*/ 2540050 h 3834600"/>
                    <a:gd name="connsiteX49" fmla="*/ 683892 w 1104515"/>
                    <a:gd name="connsiteY49" fmla="*/ 2455255 h 3834600"/>
                    <a:gd name="connsiteX50" fmla="*/ 830903 w 1104515"/>
                    <a:gd name="connsiteY50" fmla="*/ 2397484 h 3834600"/>
                    <a:gd name="connsiteX51" fmla="*/ 821263 w 1104515"/>
                    <a:gd name="connsiteY51" fmla="*/ 2321552 h 3834600"/>
                    <a:gd name="connsiteX52" fmla="*/ 852741 w 1104515"/>
                    <a:gd name="connsiteY52" fmla="*/ 1940725 h 3834600"/>
                    <a:gd name="connsiteX53" fmla="*/ 857898 w 1104515"/>
                    <a:gd name="connsiteY53" fmla="*/ 1696958 h 3834600"/>
                    <a:gd name="connsiteX54" fmla="*/ 864675 w 1104515"/>
                    <a:gd name="connsiteY54" fmla="*/ 1574988 h 3834600"/>
                    <a:gd name="connsiteX55" fmla="*/ 898769 w 1104515"/>
                    <a:gd name="connsiteY55" fmla="*/ 1602173 h 3834600"/>
                    <a:gd name="connsiteX56" fmla="*/ 915271 w 1104515"/>
                    <a:gd name="connsiteY56" fmla="*/ 1590429 h 3834600"/>
                    <a:gd name="connsiteX57" fmla="*/ 829766 w 1104515"/>
                    <a:gd name="connsiteY57" fmla="*/ 1052373 h 3834600"/>
                    <a:gd name="connsiteX58" fmla="*/ 413423 w 1104515"/>
                    <a:gd name="connsiteY58" fmla="*/ 3297703 h 3834600"/>
                    <a:gd name="connsiteX59" fmla="*/ 410513 w 1104515"/>
                    <a:gd name="connsiteY59" fmla="*/ 3017036 h 3834600"/>
                    <a:gd name="connsiteX60" fmla="*/ 413423 w 1104515"/>
                    <a:gd name="connsiteY60" fmla="*/ 3297703 h 38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04515" h="3834600">
                      <a:moveTo>
                        <a:pt x="829766" y="1052373"/>
                      </a:moveTo>
                      <a:cubicBezTo>
                        <a:pt x="871224" y="1055928"/>
                        <a:pt x="1003326" y="1050496"/>
                        <a:pt x="1060358" y="1045387"/>
                      </a:cubicBezTo>
                      <a:cubicBezTo>
                        <a:pt x="1099372" y="1041890"/>
                        <a:pt x="1105476" y="1029890"/>
                        <a:pt x="1104405" y="1018421"/>
                      </a:cubicBezTo>
                      <a:lnTo>
                        <a:pt x="1090803" y="873381"/>
                      </a:lnTo>
                      <a:cubicBezTo>
                        <a:pt x="1086632" y="828937"/>
                        <a:pt x="1075969" y="785336"/>
                        <a:pt x="1059154" y="743981"/>
                      </a:cubicBezTo>
                      <a:lnTo>
                        <a:pt x="944768" y="462792"/>
                      </a:lnTo>
                      <a:lnTo>
                        <a:pt x="871651" y="296312"/>
                      </a:lnTo>
                      <a:cubicBezTo>
                        <a:pt x="867187" y="286881"/>
                        <a:pt x="851746" y="276170"/>
                        <a:pt x="842059" y="272294"/>
                      </a:cubicBezTo>
                      <a:lnTo>
                        <a:pt x="710792" y="224712"/>
                      </a:lnTo>
                      <a:cubicBezTo>
                        <a:pt x="655219" y="157604"/>
                        <a:pt x="612149" y="125832"/>
                        <a:pt x="607467" y="122458"/>
                      </a:cubicBezTo>
                      <a:cubicBezTo>
                        <a:pt x="607192" y="122259"/>
                        <a:pt x="606860" y="122164"/>
                        <a:pt x="606519" y="122192"/>
                      </a:cubicBezTo>
                      <a:lnTo>
                        <a:pt x="563363" y="125074"/>
                      </a:lnTo>
                      <a:cubicBezTo>
                        <a:pt x="530170" y="21341"/>
                        <a:pt x="316961" y="1702"/>
                        <a:pt x="295757" y="5"/>
                      </a:cubicBezTo>
                      <a:cubicBezTo>
                        <a:pt x="294857" y="-71"/>
                        <a:pt x="294127" y="688"/>
                        <a:pt x="294203" y="1579"/>
                      </a:cubicBezTo>
                      <a:cubicBezTo>
                        <a:pt x="294203" y="1579"/>
                        <a:pt x="301624" y="24621"/>
                        <a:pt x="302790" y="43644"/>
                      </a:cubicBezTo>
                      <a:cubicBezTo>
                        <a:pt x="303956" y="62668"/>
                        <a:pt x="301454" y="87539"/>
                        <a:pt x="301454" y="87539"/>
                      </a:cubicBezTo>
                      <a:cubicBezTo>
                        <a:pt x="281246" y="88089"/>
                        <a:pt x="248052" y="168447"/>
                        <a:pt x="248052" y="168447"/>
                      </a:cubicBezTo>
                      <a:cubicBezTo>
                        <a:pt x="248052" y="168447"/>
                        <a:pt x="195067" y="189992"/>
                        <a:pt x="149646" y="203385"/>
                      </a:cubicBezTo>
                      <a:cubicBezTo>
                        <a:pt x="104225" y="216778"/>
                        <a:pt x="43667" y="226968"/>
                        <a:pt x="43667" y="226968"/>
                      </a:cubicBezTo>
                      <a:cubicBezTo>
                        <a:pt x="-4370" y="245896"/>
                        <a:pt x="5820" y="347790"/>
                        <a:pt x="5820" y="347790"/>
                      </a:cubicBezTo>
                      <a:cubicBezTo>
                        <a:pt x="4360" y="522478"/>
                        <a:pt x="152082" y="781298"/>
                        <a:pt x="152082" y="781298"/>
                      </a:cubicBezTo>
                      <a:cubicBezTo>
                        <a:pt x="152082" y="781298"/>
                        <a:pt x="176916" y="867258"/>
                        <a:pt x="184868" y="956280"/>
                      </a:cubicBezTo>
                      <a:cubicBezTo>
                        <a:pt x="195645" y="1076818"/>
                        <a:pt x="101135" y="1278644"/>
                        <a:pt x="101135" y="1278644"/>
                      </a:cubicBezTo>
                      <a:lnTo>
                        <a:pt x="0" y="1491426"/>
                      </a:lnTo>
                      <a:lnTo>
                        <a:pt x="44634" y="1514193"/>
                      </a:lnTo>
                      <a:lnTo>
                        <a:pt x="29042" y="1605490"/>
                      </a:lnTo>
                      <a:cubicBezTo>
                        <a:pt x="22436" y="1668882"/>
                        <a:pt x="25706" y="1751070"/>
                        <a:pt x="30511" y="1814623"/>
                      </a:cubicBezTo>
                      <a:lnTo>
                        <a:pt x="49487" y="2065566"/>
                      </a:lnTo>
                      <a:lnTo>
                        <a:pt x="49487" y="2256264"/>
                      </a:lnTo>
                      <a:lnTo>
                        <a:pt x="29108" y="2435322"/>
                      </a:lnTo>
                      <a:lnTo>
                        <a:pt x="192290" y="2484952"/>
                      </a:lnTo>
                      <a:cubicBezTo>
                        <a:pt x="85752" y="2790718"/>
                        <a:pt x="213522" y="3163099"/>
                        <a:pt x="213522" y="3163099"/>
                      </a:cubicBezTo>
                      <a:lnTo>
                        <a:pt x="267075" y="3336555"/>
                      </a:lnTo>
                      <a:cubicBezTo>
                        <a:pt x="271682" y="3351465"/>
                        <a:pt x="266734" y="3367560"/>
                        <a:pt x="254829" y="3377635"/>
                      </a:cubicBezTo>
                      <a:cubicBezTo>
                        <a:pt x="209645" y="3415871"/>
                        <a:pt x="182859" y="3474335"/>
                        <a:pt x="209626" y="3522760"/>
                      </a:cubicBezTo>
                      <a:cubicBezTo>
                        <a:pt x="237948" y="3574010"/>
                        <a:pt x="236280" y="3701960"/>
                        <a:pt x="235882" y="3720519"/>
                      </a:cubicBezTo>
                      <a:cubicBezTo>
                        <a:pt x="235853" y="3721847"/>
                        <a:pt x="236735" y="3723031"/>
                        <a:pt x="238014" y="3723382"/>
                      </a:cubicBezTo>
                      <a:lnTo>
                        <a:pt x="268393" y="3731780"/>
                      </a:lnTo>
                      <a:lnTo>
                        <a:pt x="271274" y="3712434"/>
                      </a:lnTo>
                      <a:cubicBezTo>
                        <a:pt x="331899" y="3878829"/>
                        <a:pt x="588112" y="3830498"/>
                        <a:pt x="593344" y="3820025"/>
                      </a:cubicBezTo>
                      <a:cubicBezTo>
                        <a:pt x="600472" y="3805778"/>
                        <a:pt x="580652" y="3769163"/>
                        <a:pt x="580652" y="3769163"/>
                      </a:cubicBezTo>
                      <a:cubicBezTo>
                        <a:pt x="578633" y="3759865"/>
                        <a:pt x="595419" y="3763969"/>
                        <a:pt x="604822" y="3765429"/>
                      </a:cubicBezTo>
                      <a:lnTo>
                        <a:pt x="704450" y="3771760"/>
                      </a:lnTo>
                      <a:cubicBezTo>
                        <a:pt x="722971" y="3772935"/>
                        <a:pt x="738601" y="3757514"/>
                        <a:pt x="737019" y="3739021"/>
                      </a:cubicBezTo>
                      <a:cubicBezTo>
                        <a:pt x="731796" y="3678037"/>
                        <a:pt x="657845" y="3591887"/>
                        <a:pt x="657845" y="3591887"/>
                      </a:cubicBezTo>
                      <a:lnTo>
                        <a:pt x="613846" y="3433701"/>
                      </a:lnTo>
                      <a:cubicBezTo>
                        <a:pt x="604519" y="3400156"/>
                        <a:pt x="591988" y="3289192"/>
                        <a:pt x="606386" y="3178388"/>
                      </a:cubicBezTo>
                      <a:lnTo>
                        <a:pt x="636300" y="2913569"/>
                      </a:lnTo>
                      <a:lnTo>
                        <a:pt x="661456" y="2540050"/>
                      </a:lnTo>
                      <a:lnTo>
                        <a:pt x="683892" y="2455255"/>
                      </a:lnTo>
                      <a:lnTo>
                        <a:pt x="830903" y="2397484"/>
                      </a:lnTo>
                      <a:lnTo>
                        <a:pt x="821263" y="2321552"/>
                      </a:lnTo>
                      <a:cubicBezTo>
                        <a:pt x="818183" y="2295562"/>
                        <a:pt x="821330" y="2202218"/>
                        <a:pt x="852741" y="1940725"/>
                      </a:cubicBezTo>
                      <a:lnTo>
                        <a:pt x="857898" y="1696958"/>
                      </a:lnTo>
                      <a:lnTo>
                        <a:pt x="864675" y="1574988"/>
                      </a:lnTo>
                      <a:lnTo>
                        <a:pt x="898769" y="1602173"/>
                      </a:lnTo>
                      <a:cubicBezTo>
                        <a:pt x="907006" y="1606533"/>
                        <a:pt x="916693" y="1599642"/>
                        <a:pt x="915271" y="1590429"/>
                      </a:cubicBezTo>
                      <a:lnTo>
                        <a:pt x="829766" y="1052373"/>
                      </a:lnTo>
                      <a:close/>
                      <a:moveTo>
                        <a:pt x="413423" y="3297703"/>
                      </a:moveTo>
                      <a:cubicBezTo>
                        <a:pt x="407537" y="3296935"/>
                        <a:pt x="410513" y="3017036"/>
                        <a:pt x="410513" y="3017036"/>
                      </a:cubicBezTo>
                      <a:cubicBezTo>
                        <a:pt x="454768" y="3114285"/>
                        <a:pt x="426816" y="3299447"/>
                        <a:pt x="413423" y="3297703"/>
                      </a:cubicBezTo>
                      <a:close/>
                    </a:path>
                  </a:pathLst>
                </a:custGeom>
                <a:solidFill>
                  <a:srgbClr val="FFFFFF"/>
                </a:solidFill>
                <a:ln w="9452" cap="flat">
                  <a:noFill/>
                  <a:prstDash val="solid"/>
                  <a:miter/>
                </a:ln>
              </p:spPr>
              <p:txBody>
                <a:bodyPr rtlCol="0" anchor="ctr"/>
                <a:lstStyle/>
                <a:p>
                  <a:endParaRPr lang="en-US"/>
                </a:p>
              </p:txBody>
            </p:sp>
            <p:grpSp>
              <p:nvGrpSpPr>
                <p:cNvPr id="46" name="Графіка 73" descr="Woman crossing arms">
                  <a:extLst>
                    <a:ext uri="{FF2B5EF4-FFF2-40B4-BE49-F238E27FC236}">
                      <a16:creationId xmlns:a16="http://schemas.microsoft.com/office/drawing/2014/main" id="{34DAEC62-3B17-4166-BEBD-BCD51E4A3E07}"/>
                    </a:ext>
                  </a:extLst>
                </p:cNvPr>
                <p:cNvGrpSpPr/>
                <p:nvPr/>
              </p:nvGrpSpPr>
              <p:grpSpPr>
                <a:xfrm>
                  <a:off x="1132443" y="8159892"/>
                  <a:ext cx="522095" cy="428003"/>
                  <a:chOff x="1132443" y="8159892"/>
                  <a:chExt cx="522095" cy="428003"/>
                </a:xfrm>
                <a:solidFill>
                  <a:srgbClr val="FFFFFF"/>
                </a:solidFill>
              </p:grpSpPr>
              <p:sp>
                <p:nvSpPr>
                  <p:cNvPr id="58" name="Полілінія: фігура 57">
                    <a:extLst>
                      <a:ext uri="{FF2B5EF4-FFF2-40B4-BE49-F238E27FC236}">
                        <a16:creationId xmlns:a16="http://schemas.microsoft.com/office/drawing/2014/main" id="{24FD5746-0F9B-4A92-B546-22FB790EB2CE}"/>
                      </a:ext>
                    </a:extLst>
                  </p:cNvPr>
                  <p:cNvSpPr/>
                  <p:nvPr/>
                </p:nvSpPr>
                <p:spPr>
                  <a:xfrm>
                    <a:off x="1132443" y="8159892"/>
                    <a:ext cx="374915" cy="428003"/>
                  </a:xfrm>
                  <a:custGeom>
                    <a:avLst/>
                    <a:gdLst>
                      <a:gd name="connsiteX0" fmla="*/ 374637 w 374915"/>
                      <a:gd name="connsiteY0" fmla="*/ 415320 h 428003"/>
                      <a:gd name="connsiteX1" fmla="*/ 315406 w 374915"/>
                      <a:gd name="connsiteY1" fmla="*/ 319369 h 428003"/>
                      <a:gd name="connsiteX2" fmla="*/ 297255 w 374915"/>
                      <a:gd name="connsiteY2" fmla="*/ 316279 h 428003"/>
                      <a:gd name="connsiteX3" fmla="*/ 290592 w 374915"/>
                      <a:gd name="connsiteY3" fmla="*/ 313540 h 428003"/>
                      <a:gd name="connsiteX4" fmla="*/ 197977 w 374915"/>
                      <a:gd name="connsiteY4" fmla="*/ 321369 h 428003"/>
                      <a:gd name="connsiteX5" fmla="*/ 97780 w 374915"/>
                      <a:gd name="connsiteY5" fmla="*/ 231712 h 428003"/>
                      <a:gd name="connsiteX6" fmla="*/ 40654 w 374915"/>
                      <a:gd name="connsiteY6" fmla="*/ 7347 h 428003"/>
                      <a:gd name="connsiteX7" fmla="*/ 30578 w 374915"/>
                      <a:gd name="connsiteY7" fmla="*/ 2077 h 428003"/>
                      <a:gd name="connsiteX8" fmla="*/ 26483 w 374915"/>
                      <a:gd name="connsiteY8" fmla="*/ 170585 h 428003"/>
                      <a:gd name="connsiteX9" fmla="*/ 35289 w 374915"/>
                      <a:gd name="connsiteY9" fmla="*/ 322459 h 428003"/>
                      <a:gd name="connsiteX10" fmla="*/ 50606 w 374915"/>
                      <a:gd name="connsiteY10" fmla="*/ 325369 h 428003"/>
                      <a:gd name="connsiteX11" fmla="*/ 56957 w 374915"/>
                      <a:gd name="connsiteY11" fmla="*/ 314488 h 428003"/>
                      <a:gd name="connsiteX12" fmla="*/ 59895 w 374915"/>
                      <a:gd name="connsiteY12" fmla="*/ 279436 h 428003"/>
                      <a:gd name="connsiteX13" fmla="*/ 63449 w 374915"/>
                      <a:gd name="connsiteY13" fmla="*/ 274650 h 428003"/>
                      <a:gd name="connsiteX14" fmla="*/ 100084 w 374915"/>
                      <a:gd name="connsiteY14" fmla="*/ 361785 h 428003"/>
                      <a:gd name="connsiteX15" fmla="*/ 370021 w 374915"/>
                      <a:gd name="connsiteY15" fmla="*/ 422789 h 428003"/>
                      <a:gd name="connsiteX16" fmla="*/ 374637 w 374915"/>
                      <a:gd name="connsiteY16" fmla="*/ 415320 h 4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4915" h="428003">
                        <a:moveTo>
                          <a:pt x="374637" y="415320"/>
                        </a:moveTo>
                        <a:cubicBezTo>
                          <a:pt x="363311" y="379112"/>
                          <a:pt x="343387" y="346828"/>
                          <a:pt x="315406" y="319369"/>
                        </a:cubicBezTo>
                        <a:cubicBezTo>
                          <a:pt x="310487" y="314649"/>
                          <a:pt x="301255" y="323805"/>
                          <a:pt x="297255" y="316279"/>
                        </a:cubicBezTo>
                        <a:cubicBezTo>
                          <a:pt x="295928" y="313938"/>
                          <a:pt x="293179" y="312810"/>
                          <a:pt x="290592" y="313540"/>
                        </a:cubicBezTo>
                        <a:cubicBezTo>
                          <a:pt x="265313" y="320743"/>
                          <a:pt x="236640" y="323151"/>
                          <a:pt x="197977" y="321369"/>
                        </a:cubicBezTo>
                        <a:cubicBezTo>
                          <a:pt x="144187" y="321483"/>
                          <a:pt x="116387" y="277029"/>
                          <a:pt x="97780" y="231712"/>
                        </a:cubicBezTo>
                        <a:cubicBezTo>
                          <a:pt x="62009" y="159628"/>
                          <a:pt x="21460" y="77914"/>
                          <a:pt x="40654" y="7347"/>
                        </a:cubicBezTo>
                        <a:cubicBezTo>
                          <a:pt x="42464" y="1660"/>
                          <a:pt x="34312" y="-2776"/>
                          <a:pt x="30578" y="2077"/>
                        </a:cubicBezTo>
                        <a:cubicBezTo>
                          <a:pt x="-26587" y="69744"/>
                          <a:pt x="11062" y="108217"/>
                          <a:pt x="26483" y="170585"/>
                        </a:cubicBezTo>
                        <a:cubicBezTo>
                          <a:pt x="40758" y="224110"/>
                          <a:pt x="37194" y="275085"/>
                          <a:pt x="35289" y="322459"/>
                        </a:cubicBezTo>
                        <a:cubicBezTo>
                          <a:pt x="39194" y="326175"/>
                          <a:pt x="45772" y="323701"/>
                          <a:pt x="50606" y="325369"/>
                        </a:cubicBezTo>
                        <a:cubicBezTo>
                          <a:pt x="57184" y="326402"/>
                          <a:pt x="58265" y="319378"/>
                          <a:pt x="56957" y="314488"/>
                        </a:cubicBezTo>
                        <a:cubicBezTo>
                          <a:pt x="54359" y="301341"/>
                          <a:pt x="56378" y="290318"/>
                          <a:pt x="59895" y="279436"/>
                        </a:cubicBezTo>
                        <a:cubicBezTo>
                          <a:pt x="59336" y="276375"/>
                          <a:pt x="62198" y="275076"/>
                          <a:pt x="63449" y="274650"/>
                        </a:cubicBezTo>
                        <a:cubicBezTo>
                          <a:pt x="77989" y="269901"/>
                          <a:pt x="91733" y="348724"/>
                          <a:pt x="100084" y="361785"/>
                        </a:cubicBezTo>
                        <a:cubicBezTo>
                          <a:pt x="149049" y="429045"/>
                          <a:pt x="293028" y="435310"/>
                          <a:pt x="370021" y="422789"/>
                        </a:cubicBezTo>
                        <a:cubicBezTo>
                          <a:pt x="373405" y="422315"/>
                          <a:pt x="375746" y="418580"/>
                          <a:pt x="374637" y="415320"/>
                        </a:cubicBezTo>
                        <a:close/>
                      </a:path>
                    </a:pathLst>
                  </a:custGeom>
                  <a:solidFill>
                    <a:srgbClr val="FFFFFF"/>
                  </a:solidFill>
                  <a:ln w="9452" cap="flat">
                    <a:noFill/>
                    <a:prstDash val="solid"/>
                    <a:miter/>
                  </a:ln>
                </p:spPr>
                <p:txBody>
                  <a:bodyPr rtlCol="0" anchor="ctr"/>
                  <a:lstStyle/>
                  <a:p>
                    <a:endParaRPr lang="en-US"/>
                  </a:p>
                </p:txBody>
              </p:sp>
              <p:sp>
                <p:nvSpPr>
                  <p:cNvPr id="60" name="Полілінія: фігура 59">
                    <a:extLst>
                      <a:ext uri="{FF2B5EF4-FFF2-40B4-BE49-F238E27FC236}">
                        <a16:creationId xmlns:a16="http://schemas.microsoft.com/office/drawing/2014/main" id="{5B3B209B-87B9-49B2-A25A-597B2FCBB115}"/>
                      </a:ext>
                    </a:extLst>
                  </p:cNvPr>
                  <p:cNvSpPr/>
                  <p:nvPr/>
                </p:nvSpPr>
                <p:spPr>
                  <a:xfrm>
                    <a:off x="1422008" y="8365141"/>
                    <a:ext cx="232530" cy="163086"/>
                  </a:xfrm>
                  <a:custGeom>
                    <a:avLst/>
                    <a:gdLst>
                      <a:gd name="connsiteX0" fmla="*/ 199952 w 232530"/>
                      <a:gd name="connsiteY0" fmla="*/ 65742 h 163086"/>
                      <a:gd name="connsiteX1" fmla="*/ 177497 w 232530"/>
                      <a:gd name="connsiteY1" fmla="*/ 24624 h 163086"/>
                      <a:gd name="connsiteX2" fmla="*/ 156246 w 232530"/>
                      <a:gd name="connsiteY2" fmla="*/ 1222 h 163086"/>
                      <a:gd name="connsiteX3" fmla="*/ 1652 w 232530"/>
                      <a:gd name="connsiteY3" fmla="*/ 6236 h 163086"/>
                      <a:gd name="connsiteX4" fmla="*/ 8610 w 232530"/>
                      <a:gd name="connsiteY4" fmla="*/ 40358 h 163086"/>
                      <a:gd name="connsiteX5" fmla="*/ 21235 w 232530"/>
                      <a:gd name="connsiteY5" fmla="*/ 86244 h 163086"/>
                      <a:gd name="connsiteX6" fmla="*/ 70428 w 232530"/>
                      <a:gd name="connsiteY6" fmla="*/ 142593 h 163086"/>
                      <a:gd name="connsiteX7" fmla="*/ 96200 w 232530"/>
                      <a:gd name="connsiteY7" fmla="*/ 148925 h 163086"/>
                      <a:gd name="connsiteX8" fmla="*/ 226994 w 232530"/>
                      <a:gd name="connsiteY8" fmla="*/ 159636 h 163086"/>
                      <a:gd name="connsiteX9" fmla="*/ 199952 w 232530"/>
                      <a:gd name="connsiteY9" fmla="*/ 65742 h 16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530" h="163086">
                        <a:moveTo>
                          <a:pt x="199952" y="65742"/>
                        </a:moveTo>
                        <a:cubicBezTo>
                          <a:pt x="192208" y="50595"/>
                          <a:pt x="185753" y="38709"/>
                          <a:pt x="177497" y="24624"/>
                        </a:cubicBezTo>
                        <a:cubicBezTo>
                          <a:pt x="171791" y="18634"/>
                          <a:pt x="166663" y="-5679"/>
                          <a:pt x="156246" y="1222"/>
                        </a:cubicBezTo>
                        <a:cubicBezTo>
                          <a:pt x="99461" y="50102"/>
                          <a:pt x="29718" y="8710"/>
                          <a:pt x="1652" y="6236"/>
                        </a:cubicBezTo>
                        <a:cubicBezTo>
                          <a:pt x="-4196" y="13449"/>
                          <a:pt x="7254" y="31629"/>
                          <a:pt x="8610" y="40358"/>
                        </a:cubicBezTo>
                        <a:cubicBezTo>
                          <a:pt x="13633" y="55278"/>
                          <a:pt x="18827" y="70708"/>
                          <a:pt x="21235" y="86244"/>
                        </a:cubicBezTo>
                        <a:cubicBezTo>
                          <a:pt x="38979" y="104329"/>
                          <a:pt x="59803" y="124319"/>
                          <a:pt x="70428" y="142593"/>
                        </a:cubicBezTo>
                        <a:cubicBezTo>
                          <a:pt x="74618" y="148043"/>
                          <a:pt x="83840" y="140992"/>
                          <a:pt x="96200" y="148925"/>
                        </a:cubicBezTo>
                        <a:cubicBezTo>
                          <a:pt x="137830" y="164176"/>
                          <a:pt x="184824" y="166005"/>
                          <a:pt x="226994" y="159636"/>
                        </a:cubicBezTo>
                        <a:cubicBezTo>
                          <a:pt x="244159" y="144337"/>
                          <a:pt x="217525" y="102679"/>
                          <a:pt x="199952" y="65742"/>
                        </a:cubicBezTo>
                        <a:close/>
                      </a:path>
                    </a:pathLst>
                  </a:custGeom>
                  <a:solidFill>
                    <a:srgbClr val="FFFFFF"/>
                  </a:solidFill>
                  <a:ln w="9452" cap="flat">
                    <a:noFill/>
                    <a:prstDash val="solid"/>
                    <a:miter/>
                  </a:ln>
                </p:spPr>
                <p:txBody>
                  <a:bodyPr rtlCol="0" anchor="ctr"/>
                  <a:lstStyle/>
                  <a:p>
                    <a:endParaRPr lang="en-US"/>
                  </a:p>
                </p:txBody>
              </p:sp>
            </p:grpSp>
            <p:sp>
              <p:nvSpPr>
                <p:cNvPr id="52" name="Полілінія: фігура 51">
                  <a:extLst>
                    <a:ext uri="{FF2B5EF4-FFF2-40B4-BE49-F238E27FC236}">
                      <a16:creationId xmlns:a16="http://schemas.microsoft.com/office/drawing/2014/main" id="{5DADCDBB-7774-4A59-8F8A-22AE581F0052}"/>
                    </a:ext>
                  </a:extLst>
                </p:cNvPr>
                <p:cNvSpPr/>
                <p:nvPr/>
              </p:nvSpPr>
              <p:spPr>
                <a:xfrm>
                  <a:off x="1151314" y="4858182"/>
                  <a:ext cx="540970" cy="692028"/>
                </a:xfrm>
                <a:custGeom>
                  <a:avLst/>
                  <a:gdLst>
                    <a:gd name="connsiteX0" fmla="*/ 531062 w 540970"/>
                    <a:gd name="connsiteY0" fmla="*/ 491966 h 692028"/>
                    <a:gd name="connsiteX1" fmla="*/ 411643 w 540970"/>
                    <a:gd name="connsiteY1" fmla="*/ 218341 h 692028"/>
                    <a:gd name="connsiteX2" fmla="*/ 462172 w 540970"/>
                    <a:gd name="connsiteY2" fmla="*/ 162133 h 692028"/>
                    <a:gd name="connsiteX3" fmla="*/ 462485 w 540970"/>
                    <a:gd name="connsiteY3" fmla="*/ 161925 h 692028"/>
                    <a:gd name="connsiteX4" fmla="*/ 500143 w 540970"/>
                    <a:gd name="connsiteY4" fmla="*/ 177574 h 692028"/>
                    <a:gd name="connsiteX5" fmla="*/ 518389 w 540970"/>
                    <a:gd name="connsiteY5" fmla="*/ 183782 h 692028"/>
                    <a:gd name="connsiteX6" fmla="*/ 516607 w 540970"/>
                    <a:gd name="connsiteY6" fmla="*/ 175640 h 692028"/>
                    <a:gd name="connsiteX7" fmla="*/ 507214 w 540970"/>
                    <a:gd name="connsiteY7" fmla="*/ 161224 h 692028"/>
                    <a:gd name="connsiteX8" fmla="*/ 482674 w 540970"/>
                    <a:gd name="connsiteY8" fmla="*/ 127025 h 692028"/>
                    <a:gd name="connsiteX9" fmla="*/ 381454 w 540970"/>
                    <a:gd name="connsiteY9" fmla="*/ 29577 h 692028"/>
                    <a:gd name="connsiteX10" fmla="*/ 342743 w 540970"/>
                    <a:gd name="connsiteY10" fmla="*/ 27131 h 692028"/>
                    <a:gd name="connsiteX11" fmla="*/ 335341 w 540970"/>
                    <a:gd name="connsiteY11" fmla="*/ 33899 h 692028"/>
                    <a:gd name="connsiteX12" fmla="*/ 373056 w 540970"/>
                    <a:gd name="connsiteY12" fmla="*/ 149338 h 692028"/>
                    <a:gd name="connsiteX13" fmla="*/ 373245 w 540970"/>
                    <a:gd name="connsiteY13" fmla="*/ 149783 h 692028"/>
                    <a:gd name="connsiteX14" fmla="*/ 376307 w 540970"/>
                    <a:gd name="connsiteY14" fmla="*/ 156987 h 692028"/>
                    <a:gd name="connsiteX15" fmla="*/ 372771 w 540970"/>
                    <a:gd name="connsiteY15" fmla="*/ 230635 h 692028"/>
                    <a:gd name="connsiteX16" fmla="*/ 364013 w 540970"/>
                    <a:gd name="connsiteY16" fmla="*/ 252009 h 692028"/>
                    <a:gd name="connsiteX17" fmla="*/ 354961 w 540970"/>
                    <a:gd name="connsiteY17" fmla="*/ 262577 h 692028"/>
                    <a:gd name="connsiteX18" fmla="*/ 228566 w 540970"/>
                    <a:gd name="connsiteY18" fmla="*/ 194123 h 692028"/>
                    <a:gd name="connsiteX19" fmla="*/ 54455 w 540970"/>
                    <a:gd name="connsiteY19" fmla="*/ 13473 h 692028"/>
                    <a:gd name="connsiteX20" fmla="*/ 11 w 540970"/>
                    <a:gd name="connsiteY20" fmla="*/ 167385 h 692028"/>
                    <a:gd name="connsiteX21" fmla="*/ 6257 w 540970"/>
                    <a:gd name="connsiteY21" fmla="*/ 173441 h 692028"/>
                    <a:gd name="connsiteX22" fmla="*/ 178064 w 540970"/>
                    <a:gd name="connsiteY22" fmla="*/ 186806 h 692028"/>
                    <a:gd name="connsiteX23" fmla="*/ 186936 w 540970"/>
                    <a:gd name="connsiteY23" fmla="*/ 192190 h 692028"/>
                    <a:gd name="connsiteX24" fmla="*/ 453793 w 540970"/>
                    <a:gd name="connsiteY24" fmla="*/ 687071 h 692028"/>
                    <a:gd name="connsiteX25" fmla="*/ 459651 w 540970"/>
                    <a:gd name="connsiteY25" fmla="*/ 692028 h 692028"/>
                    <a:gd name="connsiteX26" fmla="*/ 507034 w 540970"/>
                    <a:gd name="connsiteY26" fmla="*/ 691545 h 692028"/>
                    <a:gd name="connsiteX27" fmla="*/ 531062 w 540970"/>
                    <a:gd name="connsiteY27" fmla="*/ 491966 h 69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970" h="692028">
                      <a:moveTo>
                        <a:pt x="531062" y="491966"/>
                      </a:moveTo>
                      <a:cubicBezTo>
                        <a:pt x="508712" y="400299"/>
                        <a:pt x="450305" y="304320"/>
                        <a:pt x="411643" y="218341"/>
                      </a:cubicBezTo>
                      <a:cubicBezTo>
                        <a:pt x="410031" y="214426"/>
                        <a:pt x="461101" y="162806"/>
                        <a:pt x="462172" y="162133"/>
                      </a:cubicBezTo>
                      <a:cubicBezTo>
                        <a:pt x="462277" y="162067"/>
                        <a:pt x="462381" y="162001"/>
                        <a:pt x="462485" y="161925"/>
                      </a:cubicBezTo>
                      <a:cubicBezTo>
                        <a:pt x="468400" y="157707"/>
                        <a:pt x="491082" y="171593"/>
                        <a:pt x="500143" y="177574"/>
                      </a:cubicBezTo>
                      <a:cubicBezTo>
                        <a:pt x="504257" y="180285"/>
                        <a:pt x="516598" y="185858"/>
                        <a:pt x="518389" y="183782"/>
                      </a:cubicBezTo>
                      <a:cubicBezTo>
                        <a:pt x="520181" y="181707"/>
                        <a:pt x="518247" y="177830"/>
                        <a:pt x="516607" y="175640"/>
                      </a:cubicBezTo>
                      <a:cubicBezTo>
                        <a:pt x="513290" y="171233"/>
                        <a:pt x="510333" y="166370"/>
                        <a:pt x="507214" y="161224"/>
                      </a:cubicBezTo>
                      <a:cubicBezTo>
                        <a:pt x="501138" y="151224"/>
                        <a:pt x="483708" y="128371"/>
                        <a:pt x="482674" y="127025"/>
                      </a:cubicBezTo>
                      <a:cubicBezTo>
                        <a:pt x="452372" y="87538"/>
                        <a:pt x="395994" y="40307"/>
                        <a:pt x="381454" y="29577"/>
                      </a:cubicBezTo>
                      <a:cubicBezTo>
                        <a:pt x="375027" y="24828"/>
                        <a:pt x="351919" y="23975"/>
                        <a:pt x="342743" y="27131"/>
                      </a:cubicBezTo>
                      <a:cubicBezTo>
                        <a:pt x="338696" y="28525"/>
                        <a:pt x="336203" y="30800"/>
                        <a:pt x="335341" y="33899"/>
                      </a:cubicBezTo>
                      <a:cubicBezTo>
                        <a:pt x="322412" y="80249"/>
                        <a:pt x="349976" y="120040"/>
                        <a:pt x="373056" y="149338"/>
                      </a:cubicBezTo>
                      <a:cubicBezTo>
                        <a:pt x="373236" y="149593"/>
                        <a:pt x="373293" y="149764"/>
                        <a:pt x="373245" y="149783"/>
                      </a:cubicBezTo>
                      <a:cubicBezTo>
                        <a:pt x="371624" y="151935"/>
                        <a:pt x="374591" y="154911"/>
                        <a:pt x="376307" y="156987"/>
                      </a:cubicBezTo>
                      <a:cubicBezTo>
                        <a:pt x="397036" y="182048"/>
                        <a:pt x="384231" y="204569"/>
                        <a:pt x="372771" y="230635"/>
                      </a:cubicBezTo>
                      <a:cubicBezTo>
                        <a:pt x="369719" y="237573"/>
                        <a:pt x="366601" y="244682"/>
                        <a:pt x="364013" y="252009"/>
                      </a:cubicBezTo>
                      <a:cubicBezTo>
                        <a:pt x="359397" y="254795"/>
                        <a:pt x="358866" y="258994"/>
                        <a:pt x="354961" y="262577"/>
                      </a:cubicBezTo>
                      <a:cubicBezTo>
                        <a:pt x="330895" y="235402"/>
                        <a:pt x="281361" y="202967"/>
                        <a:pt x="228566" y="194123"/>
                      </a:cubicBezTo>
                      <a:cubicBezTo>
                        <a:pt x="44607" y="70685"/>
                        <a:pt x="81791" y="-39076"/>
                        <a:pt x="54455" y="13473"/>
                      </a:cubicBezTo>
                      <a:cubicBezTo>
                        <a:pt x="22939" y="59169"/>
                        <a:pt x="1764" y="116371"/>
                        <a:pt x="11" y="167385"/>
                      </a:cubicBezTo>
                      <a:cubicBezTo>
                        <a:pt x="-207" y="170759"/>
                        <a:pt x="2873" y="173764"/>
                        <a:pt x="6257" y="173441"/>
                      </a:cubicBezTo>
                      <a:cubicBezTo>
                        <a:pt x="49631" y="170171"/>
                        <a:pt x="131876" y="173925"/>
                        <a:pt x="178064" y="186806"/>
                      </a:cubicBezTo>
                      <a:cubicBezTo>
                        <a:pt x="183524" y="188332"/>
                        <a:pt x="188870" y="192000"/>
                        <a:pt x="186936" y="192190"/>
                      </a:cubicBezTo>
                      <a:cubicBezTo>
                        <a:pt x="319606" y="324595"/>
                        <a:pt x="429690" y="498013"/>
                        <a:pt x="453793" y="687071"/>
                      </a:cubicBezTo>
                      <a:cubicBezTo>
                        <a:pt x="454229" y="689953"/>
                        <a:pt x="456741" y="692076"/>
                        <a:pt x="459651" y="692028"/>
                      </a:cubicBezTo>
                      <a:cubicBezTo>
                        <a:pt x="475556" y="691791"/>
                        <a:pt x="491385" y="691668"/>
                        <a:pt x="507034" y="691545"/>
                      </a:cubicBezTo>
                      <a:cubicBezTo>
                        <a:pt x="546521" y="638589"/>
                        <a:pt x="547204" y="564505"/>
                        <a:pt x="531062" y="491966"/>
                      </a:cubicBezTo>
                      <a:close/>
                    </a:path>
                  </a:pathLst>
                </a:custGeom>
                <a:solidFill>
                  <a:srgbClr val="FFFFFF"/>
                </a:solidFill>
                <a:ln w="9452" cap="flat">
                  <a:noFill/>
                  <a:prstDash val="solid"/>
                  <a:miter/>
                </a:ln>
              </p:spPr>
              <p:txBody>
                <a:bodyPr rtlCol="0" anchor="ctr"/>
                <a:lstStyle/>
                <a:p>
                  <a:endParaRPr lang="en-US"/>
                </a:p>
              </p:txBody>
            </p:sp>
            <p:sp>
              <p:nvSpPr>
                <p:cNvPr id="54" name="Полілінія: фігура 53">
                  <a:extLst>
                    <a:ext uri="{FF2B5EF4-FFF2-40B4-BE49-F238E27FC236}">
                      <a16:creationId xmlns:a16="http://schemas.microsoft.com/office/drawing/2014/main" id="{9FEF11EE-CDB5-433D-A52B-6F243C0545BB}"/>
                    </a:ext>
                  </a:extLst>
                </p:cNvPr>
                <p:cNvSpPr/>
                <p:nvPr/>
              </p:nvSpPr>
              <p:spPr>
                <a:xfrm>
                  <a:off x="955273" y="6036210"/>
                  <a:ext cx="831859" cy="1224251"/>
                </a:xfrm>
                <a:custGeom>
                  <a:avLst/>
                  <a:gdLst>
                    <a:gd name="connsiteX0" fmla="*/ 831859 w 831859"/>
                    <a:gd name="connsiteY0" fmla="*/ 303312 h 1224251"/>
                    <a:gd name="connsiteX1" fmla="*/ 710743 w 831859"/>
                    <a:gd name="connsiteY1" fmla="*/ 2266 h 1224251"/>
                    <a:gd name="connsiteX2" fmla="*/ 697957 w 831859"/>
                    <a:gd name="connsiteY2" fmla="*/ 8569 h 1224251"/>
                    <a:gd name="connsiteX3" fmla="*/ 620129 w 831859"/>
                    <a:gd name="connsiteY3" fmla="*/ 271729 h 1224251"/>
                    <a:gd name="connsiteX4" fmla="*/ 16653 w 831859"/>
                    <a:gd name="connsiteY4" fmla="*/ 241588 h 1224251"/>
                    <a:gd name="connsiteX5" fmla="*/ 10880 w 831859"/>
                    <a:gd name="connsiteY5" fmla="*/ 254014 h 1224251"/>
                    <a:gd name="connsiteX6" fmla="*/ 17506 w 831859"/>
                    <a:gd name="connsiteY6" fmla="*/ 1038785 h 1224251"/>
                    <a:gd name="connsiteX7" fmla="*/ 1733 w 831859"/>
                    <a:gd name="connsiteY7" fmla="*/ 1155769 h 1224251"/>
                    <a:gd name="connsiteX8" fmla="*/ 8577 w 831859"/>
                    <a:gd name="connsiteY8" fmla="*/ 1163740 h 1224251"/>
                    <a:gd name="connsiteX9" fmla="*/ 166460 w 831859"/>
                    <a:gd name="connsiteY9" fmla="*/ 1205844 h 1224251"/>
                    <a:gd name="connsiteX10" fmla="*/ 800429 w 831859"/>
                    <a:gd name="connsiteY10" fmla="*/ 1123769 h 1224251"/>
                    <a:gd name="connsiteX11" fmla="*/ 801462 w 831859"/>
                    <a:gd name="connsiteY11" fmla="*/ 816970 h 1224251"/>
                    <a:gd name="connsiteX12" fmla="*/ 831859 w 831859"/>
                    <a:gd name="connsiteY12" fmla="*/ 303312 h 122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1859" h="1224251">
                      <a:moveTo>
                        <a:pt x="831859" y="303312"/>
                      </a:moveTo>
                      <a:cubicBezTo>
                        <a:pt x="776552" y="212271"/>
                        <a:pt x="742363" y="103420"/>
                        <a:pt x="710743" y="2266"/>
                      </a:cubicBezTo>
                      <a:cubicBezTo>
                        <a:pt x="709113" y="-3346"/>
                        <a:pt x="698658" y="2502"/>
                        <a:pt x="697957" y="8569"/>
                      </a:cubicBezTo>
                      <a:cubicBezTo>
                        <a:pt x="683559" y="110197"/>
                        <a:pt x="655976" y="194660"/>
                        <a:pt x="620129" y="271729"/>
                      </a:cubicBezTo>
                      <a:cubicBezTo>
                        <a:pt x="588594" y="386154"/>
                        <a:pt x="160489" y="286838"/>
                        <a:pt x="16653" y="241588"/>
                      </a:cubicBezTo>
                      <a:cubicBezTo>
                        <a:pt x="13240" y="240289"/>
                        <a:pt x="11089" y="250317"/>
                        <a:pt x="10880" y="254014"/>
                      </a:cubicBezTo>
                      <a:cubicBezTo>
                        <a:pt x="-28408" y="516928"/>
                        <a:pt x="54150" y="775350"/>
                        <a:pt x="17506" y="1038785"/>
                      </a:cubicBezTo>
                      <a:cubicBezTo>
                        <a:pt x="14766" y="1077666"/>
                        <a:pt x="11923" y="1117864"/>
                        <a:pt x="1733" y="1155769"/>
                      </a:cubicBezTo>
                      <a:cubicBezTo>
                        <a:pt x="615" y="1160081"/>
                        <a:pt x="4501" y="1163247"/>
                        <a:pt x="8577" y="1163740"/>
                      </a:cubicBezTo>
                      <a:cubicBezTo>
                        <a:pt x="59192" y="1180157"/>
                        <a:pt x="115731" y="1195266"/>
                        <a:pt x="166460" y="1205844"/>
                      </a:cubicBezTo>
                      <a:cubicBezTo>
                        <a:pt x="375025" y="1243815"/>
                        <a:pt x="614631" y="1226127"/>
                        <a:pt x="800429" y="1123769"/>
                      </a:cubicBezTo>
                      <a:cubicBezTo>
                        <a:pt x="769131" y="1026928"/>
                        <a:pt x="796846" y="915935"/>
                        <a:pt x="801462" y="816970"/>
                      </a:cubicBezTo>
                      <a:cubicBezTo>
                        <a:pt x="818021" y="645276"/>
                        <a:pt x="825727" y="474190"/>
                        <a:pt x="831859" y="303312"/>
                      </a:cubicBezTo>
                      <a:close/>
                    </a:path>
                  </a:pathLst>
                </a:custGeom>
                <a:solidFill>
                  <a:schemeClr val="tx2"/>
                </a:solidFill>
                <a:ln w="9452" cap="flat">
                  <a:noFill/>
                  <a:prstDash val="solid"/>
                  <a:miter/>
                </a:ln>
              </p:spPr>
              <p:txBody>
                <a:bodyPr rtlCol="0" anchor="ctr"/>
                <a:lstStyle/>
                <a:p>
                  <a:endParaRPr lang="en-US"/>
                </a:p>
              </p:txBody>
            </p:sp>
            <p:sp>
              <p:nvSpPr>
                <p:cNvPr id="55" name="Полілінія: фігура 54">
                  <a:extLst>
                    <a:ext uri="{FF2B5EF4-FFF2-40B4-BE49-F238E27FC236}">
                      <a16:creationId xmlns:a16="http://schemas.microsoft.com/office/drawing/2014/main" id="{79EA125D-29CB-4589-803B-DD1E0C64DE28}"/>
                    </a:ext>
                  </a:extLst>
                </p:cNvPr>
                <p:cNvSpPr/>
                <p:nvPr/>
              </p:nvSpPr>
              <p:spPr>
                <a:xfrm>
                  <a:off x="922429" y="4938874"/>
                  <a:ext cx="1102546" cy="1429159"/>
                </a:xfrm>
                <a:custGeom>
                  <a:avLst/>
                  <a:gdLst>
                    <a:gd name="connsiteX0" fmla="*/ 963118 w 1102546"/>
                    <a:gd name="connsiteY0" fmla="*/ 326309 h 1429159"/>
                    <a:gd name="connsiteX1" fmla="*/ 886257 w 1102546"/>
                    <a:gd name="connsiteY1" fmla="*/ 144635 h 1429159"/>
                    <a:gd name="connsiteX2" fmla="*/ 794297 w 1102546"/>
                    <a:gd name="connsiteY2" fmla="*/ 84257 h 1429159"/>
                    <a:gd name="connsiteX3" fmla="*/ 736052 w 1102546"/>
                    <a:gd name="connsiteY3" fmla="*/ 62352 h 1429159"/>
                    <a:gd name="connsiteX4" fmla="*/ 728573 w 1102546"/>
                    <a:gd name="connsiteY4" fmla="*/ 70257 h 1429159"/>
                    <a:gd name="connsiteX5" fmla="*/ 744962 w 1102546"/>
                    <a:gd name="connsiteY5" fmla="*/ 104655 h 1429159"/>
                    <a:gd name="connsiteX6" fmla="*/ 695607 w 1102546"/>
                    <a:gd name="connsiteY6" fmla="*/ 78049 h 1429159"/>
                    <a:gd name="connsiteX7" fmla="*/ 680157 w 1102546"/>
                    <a:gd name="connsiteY7" fmla="*/ 89489 h 1429159"/>
                    <a:gd name="connsiteX8" fmla="*/ 641352 w 1102546"/>
                    <a:gd name="connsiteY8" fmla="*/ 134616 h 1429159"/>
                    <a:gd name="connsiteX9" fmla="*/ 741644 w 1102546"/>
                    <a:gd name="connsiteY9" fmla="*/ 339257 h 1429159"/>
                    <a:gd name="connsiteX10" fmla="*/ 755928 w 1102546"/>
                    <a:gd name="connsiteY10" fmla="*/ 374432 h 1429159"/>
                    <a:gd name="connsiteX11" fmla="*/ 749814 w 1102546"/>
                    <a:gd name="connsiteY11" fmla="*/ 601337 h 1429159"/>
                    <a:gd name="connsiteX12" fmla="*/ 766686 w 1102546"/>
                    <a:gd name="connsiteY12" fmla="*/ 617640 h 1429159"/>
                    <a:gd name="connsiteX13" fmla="*/ 775748 w 1102546"/>
                    <a:gd name="connsiteY13" fmla="*/ 613782 h 1429159"/>
                    <a:gd name="connsiteX14" fmla="*/ 843974 w 1102546"/>
                    <a:gd name="connsiteY14" fmla="*/ 591460 h 1429159"/>
                    <a:gd name="connsiteX15" fmla="*/ 889101 w 1102546"/>
                    <a:gd name="connsiteY15" fmla="*/ 611792 h 1429159"/>
                    <a:gd name="connsiteX16" fmla="*/ 955204 w 1102546"/>
                    <a:gd name="connsiteY16" fmla="*/ 684814 h 1429159"/>
                    <a:gd name="connsiteX17" fmla="*/ 932380 w 1102546"/>
                    <a:gd name="connsiteY17" fmla="*/ 700776 h 1429159"/>
                    <a:gd name="connsiteX18" fmla="*/ 902314 w 1102546"/>
                    <a:gd name="connsiteY18" fmla="*/ 706311 h 1429159"/>
                    <a:gd name="connsiteX19" fmla="*/ 852324 w 1102546"/>
                    <a:gd name="connsiteY19" fmla="*/ 714842 h 1429159"/>
                    <a:gd name="connsiteX20" fmla="*/ 848135 w 1102546"/>
                    <a:gd name="connsiteY20" fmla="*/ 717477 h 1429159"/>
                    <a:gd name="connsiteX21" fmla="*/ 751919 w 1102546"/>
                    <a:gd name="connsiteY21" fmla="*/ 609839 h 1429159"/>
                    <a:gd name="connsiteX22" fmla="*/ 425641 w 1102546"/>
                    <a:gd name="connsiteY22" fmla="*/ 625469 h 1429159"/>
                    <a:gd name="connsiteX23" fmla="*/ 370211 w 1102546"/>
                    <a:gd name="connsiteY23" fmla="*/ 571916 h 1429159"/>
                    <a:gd name="connsiteX24" fmla="*/ 362884 w 1102546"/>
                    <a:gd name="connsiteY24" fmla="*/ 563963 h 1429159"/>
                    <a:gd name="connsiteX25" fmla="*/ 311397 w 1102546"/>
                    <a:gd name="connsiteY25" fmla="*/ 548580 h 1429159"/>
                    <a:gd name="connsiteX26" fmla="*/ 311387 w 1102546"/>
                    <a:gd name="connsiteY26" fmla="*/ 523348 h 1429159"/>
                    <a:gd name="connsiteX27" fmla="*/ 306781 w 1102546"/>
                    <a:gd name="connsiteY27" fmla="*/ 519993 h 1429159"/>
                    <a:gd name="connsiteX28" fmla="*/ 291795 w 1102546"/>
                    <a:gd name="connsiteY28" fmla="*/ 495311 h 1429159"/>
                    <a:gd name="connsiteX29" fmla="*/ 345396 w 1102546"/>
                    <a:gd name="connsiteY29" fmla="*/ 489529 h 1429159"/>
                    <a:gd name="connsiteX30" fmla="*/ 343169 w 1102546"/>
                    <a:gd name="connsiteY30" fmla="*/ 483159 h 1429159"/>
                    <a:gd name="connsiteX31" fmla="*/ 315027 w 1102546"/>
                    <a:gd name="connsiteY31" fmla="*/ 433947 h 1429159"/>
                    <a:gd name="connsiteX32" fmla="*/ 360950 w 1102546"/>
                    <a:gd name="connsiteY32" fmla="*/ 453112 h 1429159"/>
                    <a:gd name="connsiteX33" fmla="*/ 402058 w 1102546"/>
                    <a:gd name="connsiteY33" fmla="*/ 483917 h 1429159"/>
                    <a:gd name="connsiteX34" fmla="*/ 414267 w 1102546"/>
                    <a:gd name="connsiteY34" fmla="*/ 499965 h 1429159"/>
                    <a:gd name="connsiteX35" fmla="*/ 416295 w 1102546"/>
                    <a:gd name="connsiteY35" fmla="*/ 506533 h 1429159"/>
                    <a:gd name="connsiteX36" fmla="*/ 441024 w 1102546"/>
                    <a:gd name="connsiteY36" fmla="*/ 533613 h 1429159"/>
                    <a:gd name="connsiteX37" fmla="*/ 456522 w 1102546"/>
                    <a:gd name="connsiteY37" fmla="*/ 560911 h 1429159"/>
                    <a:gd name="connsiteX38" fmla="*/ 461564 w 1102546"/>
                    <a:gd name="connsiteY38" fmla="*/ 572892 h 1429159"/>
                    <a:gd name="connsiteX39" fmla="*/ 483971 w 1102546"/>
                    <a:gd name="connsiteY39" fmla="*/ 608351 h 1429159"/>
                    <a:gd name="connsiteX40" fmla="*/ 483725 w 1102546"/>
                    <a:gd name="connsiteY40" fmla="*/ 608740 h 1429159"/>
                    <a:gd name="connsiteX41" fmla="*/ 505440 w 1102546"/>
                    <a:gd name="connsiteY41" fmla="*/ 620929 h 1429159"/>
                    <a:gd name="connsiteX42" fmla="*/ 672868 w 1102546"/>
                    <a:gd name="connsiteY42" fmla="*/ 611744 h 1429159"/>
                    <a:gd name="connsiteX43" fmla="*/ 678451 w 1102546"/>
                    <a:gd name="connsiteY43" fmla="*/ 604986 h 1429159"/>
                    <a:gd name="connsiteX44" fmla="*/ 618841 w 1102546"/>
                    <a:gd name="connsiteY44" fmla="*/ 397114 h 1429159"/>
                    <a:gd name="connsiteX45" fmla="*/ 405006 w 1102546"/>
                    <a:gd name="connsiteY45" fmla="*/ 106532 h 1429159"/>
                    <a:gd name="connsiteX46" fmla="*/ 292004 w 1102546"/>
                    <a:gd name="connsiteY46" fmla="*/ 94826 h 1429159"/>
                    <a:gd name="connsiteX47" fmla="*/ 225597 w 1102546"/>
                    <a:gd name="connsiteY47" fmla="*/ 91859 h 1429159"/>
                    <a:gd name="connsiteX48" fmla="*/ 241066 w 1102546"/>
                    <a:gd name="connsiteY48" fmla="*/ 7861 h 1429159"/>
                    <a:gd name="connsiteX49" fmla="*/ 232754 w 1102546"/>
                    <a:gd name="connsiteY49" fmla="*/ 799 h 1429159"/>
                    <a:gd name="connsiteX50" fmla="*/ 95126 w 1102546"/>
                    <a:gd name="connsiteY50" fmla="*/ 48021 h 1429159"/>
                    <a:gd name="connsiteX51" fmla="*/ 36644 w 1102546"/>
                    <a:gd name="connsiteY51" fmla="*/ 66912 h 1429159"/>
                    <a:gd name="connsiteX52" fmla="*/ 7810 w 1102546"/>
                    <a:gd name="connsiteY52" fmla="*/ 137545 h 1429159"/>
                    <a:gd name="connsiteX53" fmla="*/ 150234 w 1102546"/>
                    <a:gd name="connsiteY53" fmla="*/ 589489 h 1429159"/>
                    <a:gd name="connsiteX54" fmla="*/ 123448 w 1102546"/>
                    <a:gd name="connsiteY54" fmla="*/ 1050665 h 1429159"/>
                    <a:gd name="connsiteX55" fmla="*/ 0 w 1102546"/>
                    <a:gd name="connsiteY55" fmla="*/ 1315029 h 1429159"/>
                    <a:gd name="connsiteX56" fmla="*/ 640528 w 1102546"/>
                    <a:gd name="connsiteY56" fmla="*/ 1388402 h 1429159"/>
                    <a:gd name="connsiteX57" fmla="*/ 729038 w 1102546"/>
                    <a:gd name="connsiteY57" fmla="*/ 1098417 h 1429159"/>
                    <a:gd name="connsiteX58" fmla="*/ 739521 w 1102546"/>
                    <a:gd name="connsiteY58" fmla="*/ 1061148 h 1429159"/>
                    <a:gd name="connsiteX59" fmla="*/ 809396 w 1102546"/>
                    <a:gd name="connsiteY59" fmla="*/ 1274272 h 1429159"/>
                    <a:gd name="connsiteX60" fmla="*/ 914209 w 1102546"/>
                    <a:gd name="connsiteY60" fmla="*/ 1429160 h 1429159"/>
                    <a:gd name="connsiteX61" fmla="*/ 831519 w 1102546"/>
                    <a:gd name="connsiteY61" fmla="*/ 874810 h 1429159"/>
                    <a:gd name="connsiteX62" fmla="*/ 1069097 w 1102546"/>
                    <a:gd name="connsiteY62" fmla="*/ 868991 h 1429159"/>
                    <a:gd name="connsiteX63" fmla="*/ 1101703 w 1102546"/>
                    <a:gd name="connsiteY63" fmla="*/ 855019 h 1429159"/>
                    <a:gd name="connsiteX64" fmla="*/ 963118 w 1102546"/>
                    <a:gd name="connsiteY64" fmla="*/ 326309 h 142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02546" h="1429159">
                      <a:moveTo>
                        <a:pt x="963118" y="326309"/>
                      </a:moveTo>
                      <a:cubicBezTo>
                        <a:pt x="938086" y="269325"/>
                        <a:pt x="908086" y="202634"/>
                        <a:pt x="886257" y="144635"/>
                      </a:cubicBezTo>
                      <a:cubicBezTo>
                        <a:pt x="872646" y="91660"/>
                        <a:pt x="832002" y="100835"/>
                        <a:pt x="794297" y="84257"/>
                      </a:cubicBezTo>
                      <a:cubicBezTo>
                        <a:pt x="775056" y="77395"/>
                        <a:pt x="755151" y="70286"/>
                        <a:pt x="736052" y="62352"/>
                      </a:cubicBezTo>
                      <a:cubicBezTo>
                        <a:pt x="731341" y="60201"/>
                        <a:pt x="726147" y="65651"/>
                        <a:pt x="728573" y="70257"/>
                      </a:cubicBezTo>
                      <a:cubicBezTo>
                        <a:pt x="732640" y="79423"/>
                        <a:pt x="746108" y="95499"/>
                        <a:pt x="744962" y="104655"/>
                      </a:cubicBezTo>
                      <a:cubicBezTo>
                        <a:pt x="729199" y="95489"/>
                        <a:pt x="713104" y="85565"/>
                        <a:pt x="695607" y="78049"/>
                      </a:cubicBezTo>
                      <a:cubicBezTo>
                        <a:pt x="690489" y="76219"/>
                        <a:pt x="681731" y="87707"/>
                        <a:pt x="680157" y="89489"/>
                      </a:cubicBezTo>
                      <a:cubicBezTo>
                        <a:pt x="667001" y="103745"/>
                        <a:pt x="653949" y="118929"/>
                        <a:pt x="641352" y="134616"/>
                      </a:cubicBezTo>
                      <a:cubicBezTo>
                        <a:pt x="664679" y="196198"/>
                        <a:pt x="713872" y="263647"/>
                        <a:pt x="741644" y="339257"/>
                      </a:cubicBezTo>
                      <a:cubicBezTo>
                        <a:pt x="742687" y="341949"/>
                        <a:pt x="749426" y="356299"/>
                        <a:pt x="755928" y="374432"/>
                      </a:cubicBezTo>
                      <a:cubicBezTo>
                        <a:pt x="770279" y="436563"/>
                        <a:pt x="789150" y="522495"/>
                        <a:pt x="749814" y="601337"/>
                      </a:cubicBezTo>
                      <a:cubicBezTo>
                        <a:pt x="746213" y="610218"/>
                        <a:pt x="761852" y="612019"/>
                        <a:pt x="766686" y="617640"/>
                      </a:cubicBezTo>
                      <a:cubicBezTo>
                        <a:pt x="770032" y="620067"/>
                        <a:pt x="775198" y="617915"/>
                        <a:pt x="775748" y="613782"/>
                      </a:cubicBezTo>
                      <a:cubicBezTo>
                        <a:pt x="779131" y="602768"/>
                        <a:pt x="829093" y="588797"/>
                        <a:pt x="843974" y="591460"/>
                      </a:cubicBezTo>
                      <a:cubicBezTo>
                        <a:pt x="860722" y="594200"/>
                        <a:pt x="874163" y="604664"/>
                        <a:pt x="889101" y="611792"/>
                      </a:cubicBezTo>
                      <a:cubicBezTo>
                        <a:pt x="927574" y="621081"/>
                        <a:pt x="942815" y="657696"/>
                        <a:pt x="955204" y="684814"/>
                      </a:cubicBezTo>
                      <a:cubicBezTo>
                        <a:pt x="952863" y="685667"/>
                        <a:pt x="939972" y="699686"/>
                        <a:pt x="932380" y="700776"/>
                      </a:cubicBezTo>
                      <a:cubicBezTo>
                        <a:pt x="922323" y="702321"/>
                        <a:pt x="912190" y="704435"/>
                        <a:pt x="902314" y="706311"/>
                      </a:cubicBezTo>
                      <a:cubicBezTo>
                        <a:pt x="885935" y="709496"/>
                        <a:pt x="868988" y="712776"/>
                        <a:pt x="852324" y="714842"/>
                      </a:cubicBezTo>
                      <a:cubicBezTo>
                        <a:pt x="850609" y="715050"/>
                        <a:pt x="849073" y="716017"/>
                        <a:pt x="848135" y="717477"/>
                      </a:cubicBezTo>
                      <a:cubicBezTo>
                        <a:pt x="846893" y="720690"/>
                        <a:pt x="797311" y="634891"/>
                        <a:pt x="751919" y="609839"/>
                      </a:cubicBezTo>
                      <a:cubicBezTo>
                        <a:pt x="654755" y="617052"/>
                        <a:pt x="513203" y="619735"/>
                        <a:pt x="425641" y="625469"/>
                      </a:cubicBezTo>
                      <a:cubicBezTo>
                        <a:pt x="441659" y="607308"/>
                        <a:pt x="353614" y="600598"/>
                        <a:pt x="370211" y="571916"/>
                      </a:cubicBezTo>
                      <a:cubicBezTo>
                        <a:pt x="372561" y="567385"/>
                        <a:pt x="367595" y="561982"/>
                        <a:pt x="362884" y="563963"/>
                      </a:cubicBezTo>
                      <a:cubicBezTo>
                        <a:pt x="350012" y="568864"/>
                        <a:pt x="322193" y="562162"/>
                        <a:pt x="311397" y="548580"/>
                      </a:cubicBezTo>
                      <a:cubicBezTo>
                        <a:pt x="301966" y="537461"/>
                        <a:pt x="312600" y="532874"/>
                        <a:pt x="311387" y="523348"/>
                      </a:cubicBezTo>
                      <a:cubicBezTo>
                        <a:pt x="310534" y="521509"/>
                        <a:pt x="308790" y="520239"/>
                        <a:pt x="306781" y="519993"/>
                      </a:cubicBezTo>
                      <a:cubicBezTo>
                        <a:pt x="289245" y="518381"/>
                        <a:pt x="281227" y="507974"/>
                        <a:pt x="291795" y="495311"/>
                      </a:cubicBezTo>
                      <a:cubicBezTo>
                        <a:pt x="304203" y="488429"/>
                        <a:pt x="341017" y="499898"/>
                        <a:pt x="345396" y="489529"/>
                      </a:cubicBezTo>
                      <a:cubicBezTo>
                        <a:pt x="346088" y="487150"/>
                        <a:pt x="345187" y="484591"/>
                        <a:pt x="343169" y="483159"/>
                      </a:cubicBezTo>
                      <a:cubicBezTo>
                        <a:pt x="324477" y="469804"/>
                        <a:pt x="302658" y="452525"/>
                        <a:pt x="315027" y="433947"/>
                      </a:cubicBezTo>
                      <a:cubicBezTo>
                        <a:pt x="331633" y="436402"/>
                        <a:pt x="344988" y="445558"/>
                        <a:pt x="360950" y="453112"/>
                      </a:cubicBezTo>
                      <a:cubicBezTo>
                        <a:pt x="372201" y="459169"/>
                        <a:pt x="403139" y="472335"/>
                        <a:pt x="402058" y="483917"/>
                      </a:cubicBezTo>
                      <a:cubicBezTo>
                        <a:pt x="404248" y="488733"/>
                        <a:pt x="415034" y="495747"/>
                        <a:pt x="414267" y="499965"/>
                      </a:cubicBezTo>
                      <a:cubicBezTo>
                        <a:pt x="413433" y="502363"/>
                        <a:pt x="414257" y="505017"/>
                        <a:pt x="416295" y="506533"/>
                      </a:cubicBezTo>
                      <a:cubicBezTo>
                        <a:pt x="420693" y="509813"/>
                        <a:pt x="431679" y="521471"/>
                        <a:pt x="441024" y="533613"/>
                      </a:cubicBezTo>
                      <a:cubicBezTo>
                        <a:pt x="454673" y="551348"/>
                        <a:pt x="456816" y="559414"/>
                        <a:pt x="456522" y="560911"/>
                      </a:cubicBezTo>
                      <a:cubicBezTo>
                        <a:pt x="454730" y="565565"/>
                        <a:pt x="459536" y="569148"/>
                        <a:pt x="461564" y="572892"/>
                      </a:cubicBezTo>
                      <a:cubicBezTo>
                        <a:pt x="469394" y="584352"/>
                        <a:pt x="477479" y="596190"/>
                        <a:pt x="483971" y="608351"/>
                      </a:cubicBezTo>
                      <a:cubicBezTo>
                        <a:pt x="483934" y="608474"/>
                        <a:pt x="483820" y="608645"/>
                        <a:pt x="483725" y="608740"/>
                      </a:cubicBezTo>
                      <a:cubicBezTo>
                        <a:pt x="486227" y="616559"/>
                        <a:pt x="498113" y="621640"/>
                        <a:pt x="505440" y="620929"/>
                      </a:cubicBezTo>
                      <a:cubicBezTo>
                        <a:pt x="564946" y="616569"/>
                        <a:pt x="606102" y="613650"/>
                        <a:pt x="672868" y="611744"/>
                      </a:cubicBezTo>
                      <a:cubicBezTo>
                        <a:pt x="676271" y="611706"/>
                        <a:pt x="679086" y="608361"/>
                        <a:pt x="678451" y="604986"/>
                      </a:cubicBezTo>
                      <a:cubicBezTo>
                        <a:pt x="665276" y="524163"/>
                        <a:pt x="645779" y="456165"/>
                        <a:pt x="618841" y="397114"/>
                      </a:cubicBezTo>
                      <a:cubicBezTo>
                        <a:pt x="570671" y="288462"/>
                        <a:pt x="499251" y="191611"/>
                        <a:pt x="405006" y="106532"/>
                      </a:cubicBezTo>
                      <a:cubicBezTo>
                        <a:pt x="364988" y="97906"/>
                        <a:pt x="325690" y="96826"/>
                        <a:pt x="292004" y="94826"/>
                      </a:cubicBezTo>
                      <a:cubicBezTo>
                        <a:pt x="272431" y="93764"/>
                        <a:pt x="247038" y="95157"/>
                        <a:pt x="225597" y="91859"/>
                      </a:cubicBezTo>
                      <a:cubicBezTo>
                        <a:pt x="224820" y="63262"/>
                        <a:pt x="230953" y="33102"/>
                        <a:pt x="241066" y="7861"/>
                      </a:cubicBezTo>
                      <a:cubicBezTo>
                        <a:pt x="243057" y="3188"/>
                        <a:pt x="237180" y="-2025"/>
                        <a:pt x="232754" y="799"/>
                      </a:cubicBezTo>
                      <a:cubicBezTo>
                        <a:pt x="191039" y="24012"/>
                        <a:pt x="144736" y="39898"/>
                        <a:pt x="95126" y="48021"/>
                      </a:cubicBezTo>
                      <a:cubicBezTo>
                        <a:pt x="63610" y="52305"/>
                        <a:pt x="47212" y="57604"/>
                        <a:pt x="36644" y="66912"/>
                      </a:cubicBezTo>
                      <a:cubicBezTo>
                        <a:pt x="20151" y="81707"/>
                        <a:pt x="15782" y="113223"/>
                        <a:pt x="7810" y="137545"/>
                      </a:cubicBezTo>
                      <a:cubicBezTo>
                        <a:pt x="23402" y="309997"/>
                        <a:pt x="58207" y="444951"/>
                        <a:pt x="150234" y="589489"/>
                      </a:cubicBezTo>
                      <a:cubicBezTo>
                        <a:pt x="189020" y="749249"/>
                        <a:pt x="205920" y="886033"/>
                        <a:pt x="123448" y="1050665"/>
                      </a:cubicBezTo>
                      <a:cubicBezTo>
                        <a:pt x="87685" y="1139563"/>
                        <a:pt x="44672" y="1230633"/>
                        <a:pt x="0" y="1315029"/>
                      </a:cubicBezTo>
                      <a:cubicBezTo>
                        <a:pt x="121438" y="1370601"/>
                        <a:pt x="484512" y="1453064"/>
                        <a:pt x="640528" y="1388402"/>
                      </a:cubicBezTo>
                      <a:cubicBezTo>
                        <a:pt x="684470" y="1290603"/>
                        <a:pt x="715815" y="1188207"/>
                        <a:pt x="729038" y="1098417"/>
                      </a:cubicBezTo>
                      <a:cubicBezTo>
                        <a:pt x="730573" y="1086778"/>
                        <a:pt x="736488" y="1072247"/>
                        <a:pt x="739521" y="1061148"/>
                      </a:cubicBezTo>
                      <a:cubicBezTo>
                        <a:pt x="739786" y="1060172"/>
                        <a:pt x="761757" y="1158492"/>
                        <a:pt x="809396" y="1274272"/>
                      </a:cubicBezTo>
                      <a:cubicBezTo>
                        <a:pt x="830846" y="1318963"/>
                        <a:pt x="866296" y="1411150"/>
                        <a:pt x="914209" y="1429160"/>
                      </a:cubicBezTo>
                      <a:cubicBezTo>
                        <a:pt x="890096" y="1259798"/>
                        <a:pt x="848770" y="1043044"/>
                        <a:pt x="831519" y="874810"/>
                      </a:cubicBezTo>
                      <a:cubicBezTo>
                        <a:pt x="912257" y="876668"/>
                        <a:pt x="988179" y="881094"/>
                        <a:pt x="1069097" y="868991"/>
                      </a:cubicBezTo>
                      <a:cubicBezTo>
                        <a:pt x="1076045" y="866545"/>
                        <a:pt x="1099770" y="864100"/>
                        <a:pt x="1101703" y="855019"/>
                      </a:cubicBezTo>
                      <a:cubicBezTo>
                        <a:pt x="1111296" y="665961"/>
                        <a:pt x="1037449" y="495548"/>
                        <a:pt x="963118" y="326309"/>
                      </a:cubicBezTo>
                      <a:close/>
                    </a:path>
                  </a:pathLst>
                </a:custGeom>
                <a:solidFill>
                  <a:schemeClr val="accent1">
                    <a:lumMod val="50000"/>
                  </a:schemeClr>
                </a:solidFill>
                <a:ln w="9452" cap="flat">
                  <a:noFill/>
                  <a:prstDash val="solid"/>
                  <a:miter/>
                </a:ln>
              </p:spPr>
              <p:txBody>
                <a:bodyPr rtlCol="0" anchor="ctr"/>
                <a:lstStyle/>
                <a:p>
                  <a:endParaRPr lang="en-US"/>
                </a:p>
              </p:txBody>
            </p:sp>
            <p:sp>
              <p:nvSpPr>
                <p:cNvPr id="56" name="Полілінія: фігура 55">
                  <a:extLst>
                    <a:ext uri="{FF2B5EF4-FFF2-40B4-BE49-F238E27FC236}">
                      <a16:creationId xmlns:a16="http://schemas.microsoft.com/office/drawing/2014/main" id="{FF18C138-A701-43B2-8174-0C7EEBF8BFAC}"/>
                    </a:ext>
                  </a:extLst>
                </p:cNvPr>
                <p:cNvSpPr/>
                <p:nvPr/>
              </p:nvSpPr>
              <p:spPr>
                <a:xfrm>
                  <a:off x="911334" y="4756110"/>
                  <a:ext cx="1131086" cy="3854510"/>
                </a:xfrm>
                <a:custGeom>
                  <a:avLst/>
                  <a:gdLst>
                    <a:gd name="connsiteX0" fmla="*/ 1130532 w 1131086"/>
                    <a:gd name="connsiteY0" fmla="*/ 969150 h 3854510"/>
                    <a:gd name="connsiteX1" fmla="*/ 901759 w 1131086"/>
                    <a:gd name="connsiteY1" fmla="*/ 310565 h 3854510"/>
                    <a:gd name="connsiteX2" fmla="*/ 842585 w 1131086"/>
                    <a:gd name="connsiteY2" fmla="*/ 263713 h 3854510"/>
                    <a:gd name="connsiteX3" fmla="*/ 726834 w 1131086"/>
                    <a:gd name="connsiteY3" fmla="*/ 225686 h 3854510"/>
                    <a:gd name="connsiteX4" fmla="*/ 706465 w 1131086"/>
                    <a:gd name="connsiteY4" fmla="*/ 200871 h 3854510"/>
                    <a:gd name="connsiteX5" fmla="*/ 616410 w 1131086"/>
                    <a:gd name="connsiteY5" fmla="*/ 131867 h 3854510"/>
                    <a:gd name="connsiteX6" fmla="*/ 718019 w 1131086"/>
                    <a:gd name="connsiteY6" fmla="*/ 232643 h 3854510"/>
                    <a:gd name="connsiteX7" fmla="*/ 721839 w 1131086"/>
                    <a:gd name="connsiteY7" fmla="*/ 240273 h 3854510"/>
                    <a:gd name="connsiteX8" fmla="*/ 751923 w 1131086"/>
                    <a:gd name="connsiteY8" fmla="*/ 281220 h 3854510"/>
                    <a:gd name="connsiteX9" fmla="*/ 699071 w 1131086"/>
                    <a:gd name="connsiteY9" fmla="*/ 259249 h 3854510"/>
                    <a:gd name="connsiteX10" fmla="*/ 695706 w 1131086"/>
                    <a:gd name="connsiteY10" fmla="*/ 261400 h 3854510"/>
                    <a:gd name="connsiteX11" fmla="*/ 690105 w 1131086"/>
                    <a:gd name="connsiteY11" fmla="*/ 265391 h 3854510"/>
                    <a:gd name="connsiteX12" fmla="*/ 606836 w 1131086"/>
                    <a:gd name="connsiteY12" fmla="*/ 364308 h 3854510"/>
                    <a:gd name="connsiteX13" fmla="*/ 617869 w 1131086"/>
                    <a:gd name="connsiteY13" fmla="*/ 255363 h 3854510"/>
                    <a:gd name="connsiteX14" fmla="*/ 617680 w 1131086"/>
                    <a:gd name="connsiteY14" fmla="*/ 247922 h 3854510"/>
                    <a:gd name="connsiteX15" fmla="*/ 579358 w 1131086"/>
                    <a:gd name="connsiteY15" fmla="*/ 133081 h 3854510"/>
                    <a:gd name="connsiteX16" fmla="*/ 562107 w 1131086"/>
                    <a:gd name="connsiteY16" fmla="*/ 159166 h 3854510"/>
                    <a:gd name="connsiteX17" fmla="*/ 610580 w 1131086"/>
                    <a:gd name="connsiteY17" fmla="*/ 258585 h 3854510"/>
                    <a:gd name="connsiteX18" fmla="*/ 594808 w 1131086"/>
                    <a:gd name="connsiteY18" fmla="*/ 355939 h 3854510"/>
                    <a:gd name="connsiteX19" fmla="*/ 478090 w 1131086"/>
                    <a:gd name="connsiteY19" fmla="*/ 284462 h 3854510"/>
                    <a:gd name="connsiteX20" fmla="*/ 316662 w 1131086"/>
                    <a:gd name="connsiteY20" fmla="*/ 114209 h 3854510"/>
                    <a:gd name="connsiteX21" fmla="*/ 312870 w 1131086"/>
                    <a:gd name="connsiteY21" fmla="*/ 10704 h 3854510"/>
                    <a:gd name="connsiteX22" fmla="*/ 301534 w 1131086"/>
                    <a:gd name="connsiteY22" fmla="*/ 12960 h 3854510"/>
                    <a:gd name="connsiteX23" fmla="*/ 307837 w 1131086"/>
                    <a:gd name="connsiteY23" fmla="*/ 91328 h 3854510"/>
                    <a:gd name="connsiteX24" fmla="*/ 255090 w 1131086"/>
                    <a:gd name="connsiteY24" fmla="*/ 169213 h 3854510"/>
                    <a:gd name="connsiteX25" fmla="*/ 123860 w 1131086"/>
                    <a:gd name="connsiteY25" fmla="*/ 207591 h 3854510"/>
                    <a:gd name="connsiteX26" fmla="*/ 17729 w 1131086"/>
                    <a:gd name="connsiteY26" fmla="*/ 256225 h 3854510"/>
                    <a:gd name="connsiteX27" fmla="*/ 8573 w 1131086"/>
                    <a:gd name="connsiteY27" fmla="*/ 316669 h 3854510"/>
                    <a:gd name="connsiteX28" fmla="*/ 157291 w 1131086"/>
                    <a:gd name="connsiteY28" fmla="*/ 795646 h 3854510"/>
                    <a:gd name="connsiteX29" fmla="*/ 172703 w 1131086"/>
                    <a:gd name="connsiteY29" fmla="*/ 1082598 h 3854510"/>
                    <a:gd name="connsiteX30" fmla="*/ 4469 w 1131086"/>
                    <a:gd name="connsiteY30" fmla="*/ 1481016 h 3854510"/>
                    <a:gd name="connsiteX31" fmla="*/ 289 w 1131086"/>
                    <a:gd name="connsiteY31" fmla="*/ 1496210 h 3854510"/>
                    <a:gd name="connsiteX32" fmla="*/ 10611 w 1131086"/>
                    <a:gd name="connsiteY32" fmla="*/ 1510845 h 3854510"/>
                    <a:gd name="connsiteX33" fmla="*/ 46696 w 1131086"/>
                    <a:gd name="connsiteY33" fmla="*/ 1529480 h 3854510"/>
                    <a:gd name="connsiteX34" fmla="*/ 45227 w 1131086"/>
                    <a:gd name="connsiteY34" fmla="*/ 2243162 h 3854510"/>
                    <a:gd name="connsiteX35" fmla="*/ 37047 w 1131086"/>
                    <a:gd name="connsiteY35" fmla="*/ 2342364 h 3854510"/>
                    <a:gd name="connsiteX36" fmla="*/ 34165 w 1131086"/>
                    <a:gd name="connsiteY36" fmla="*/ 2443595 h 3854510"/>
                    <a:gd name="connsiteX37" fmla="*/ 41795 w 1131086"/>
                    <a:gd name="connsiteY37" fmla="*/ 2449168 h 3854510"/>
                    <a:gd name="connsiteX38" fmla="*/ 75188 w 1131086"/>
                    <a:gd name="connsiteY38" fmla="*/ 2464665 h 3854510"/>
                    <a:gd name="connsiteX39" fmla="*/ 189081 w 1131086"/>
                    <a:gd name="connsiteY39" fmla="*/ 2498494 h 3854510"/>
                    <a:gd name="connsiteX40" fmla="*/ 269165 w 1131086"/>
                    <a:gd name="connsiteY40" fmla="*/ 3367386 h 3854510"/>
                    <a:gd name="connsiteX41" fmla="*/ 240976 w 1131086"/>
                    <a:gd name="connsiteY41" fmla="*/ 3388192 h 3854510"/>
                    <a:gd name="connsiteX42" fmla="*/ 215906 w 1131086"/>
                    <a:gd name="connsiteY42" fmla="*/ 3414333 h 3854510"/>
                    <a:gd name="connsiteX43" fmla="*/ 214190 w 1131086"/>
                    <a:gd name="connsiteY43" fmla="*/ 3558549 h 3854510"/>
                    <a:gd name="connsiteX44" fmla="*/ 229232 w 1131086"/>
                    <a:gd name="connsiteY44" fmla="*/ 3637315 h 3854510"/>
                    <a:gd name="connsiteX45" fmla="*/ 230275 w 1131086"/>
                    <a:gd name="connsiteY45" fmla="*/ 3681693 h 3854510"/>
                    <a:gd name="connsiteX46" fmla="*/ 244076 w 1131086"/>
                    <a:gd name="connsiteY46" fmla="*/ 3743635 h 3854510"/>
                    <a:gd name="connsiteX47" fmla="*/ 287952 w 1131086"/>
                    <a:gd name="connsiteY47" fmla="*/ 3744649 h 3854510"/>
                    <a:gd name="connsiteX48" fmla="*/ 318937 w 1131086"/>
                    <a:gd name="connsiteY48" fmla="*/ 3802108 h 3854510"/>
                    <a:gd name="connsiteX49" fmla="*/ 517378 w 1131086"/>
                    <a:gd name="connsiteY49" fmla="*/ 3854458 h 3854510"/>
                    <a:gd name="connsiteX50" fmla="*/ 611433 w 1131086"/>
                    <a:gd name="connsiteY50" fmla="*/ 3845339 h 3854510"/>
                    <a:gd name="connsiteX51" fmla="*/ 609187 w 1131086"/>
                    <a:gd name="connsiteY51" fmla="*/ 3792079 h 3854510"/>
                    <a:gd name="connsiteX52" fmla="*/ 730635 w 1131086"/>
                    <a:gd name="connsiteY52" fmla="*/ 3795226 h 3854510"/>
                    <a:gd name="connsiteX53" fmla="*/ 765174 w 1131086"/>
                    <a:gd name="connsiteY53" fmla="*/ 3739853 h 3854510"/>
                    <a:gd name="connsiteX54" fmla="*/ 683214 w 1131086"/>
                    <a:gd name="connsiteY54" fmla="*/ 3593657 h 3854510"/>
                    <a:gd name="connsiteX55" fmla="*/ 660191 w 1131086"/>
                    <a:gd name="connsiteY55" fmla="*/ 2943831 h 3854510"/>
                    <a:gd name="connsiteX56" fmla="*/ 682939 w 1131086"/>
                    <a:gd name="connsiteY56" fmla="*/ 2590255 h 3854510"/>
                    <a:gd name="connsiteX57" fmla="*/ 704740 w 1131086"/>
                    <a:gd name="connsiteY57" fmla="*/ 2477110 h 3854510"/>
                    <a:gd name="connsiteX58" fmla="*/ 851940 w 1131086"/>
                    <a:gd name="connsiteY58" fmla="*/ 2408420 h 3854510"/>
                    <a:gd name="connsiteX59" fmla="*/ 854158 w 1131086"/>
                    <a:gd name="connsiteY59" fmla="*/ 2400761 h 3854510"/>
                    <a:gd name="connsiteX60" fmla="*/ 848272 w 1131086"/>
                    <a:gd name="connsiteY60" fmla="*/ 2330308 h 3854510"/>
                    <a:gd name="connsiteX61" fmla="*/ 862774 w 1131086"/>
                    <a:gd name="connsiteY61" fmla="*/ 2115316 h 3854510"/>
                    <a:gd name="connsiteX62" fmla="*/ 882527 w 1131086"/>
                    <a:gd name="connsiteY62" fmla="*/ 1606417 h 3854510"/>
                    <a:gd name="connsiteX63" fmla="*/ 935076 w 1131086"/>
                    <a:gd name="connsiteY63" fmla="*/ 1623411 h 3854510"/>
                    <a:gd name="connsiteX64" fmla="*/ 940422 w 1131086"/>
                    <a:gd name="connsiteY64" fmla="*/ 1606113 h 3854510"/>
                    <a:gd name="connsiteX65" fmla="*/ 910309 w 1131086"/>
                    <a:gd name="connsiteY65" fmla="*/ 1397558 h 3854510"/>
                    <a:gd name="connsiteX66" fmla="*/ 852092 w 1131086"/>
                    <a:gd name="connsiteY66" fmla="*/ 1067669 h 3854510"/>
                    <a:gd name="connsiteX67" fmla="*/ 1105575 w 1131086"/>
                    <a:gd name="connsiteY67" fmla="*/ 1052579 h 3854510"/>
                    <a:gd name="connsiteX68" fmla="*/ 1130532 w 1131086"/>
                    <a:gd name="connsiteY68" fmla="*/ 969150 h 3854510"/>
                    <a:gd name="connsiteX69" fmla="*/ 695517 w 1131086"/>
                    <a:gd name="connsiteY69" fmla="*/ 276196 h 3854510"/>
                    <a:gd name="connsiteX70" fmla="*/ 758103 w 1131086"/>
                    <a:gd name="connsiteY70" fmla="*/ 519774 h 3854510"/>
                    <a:gd name="connsiteX71" fmla="*/ 656977 w 1131086"/>
                    <a:gd name="connsiteY71" fmla="*/ 321030 h 3854510"/>
                    <a:gd name="connsiteX72" fmla="*/ 695517 w 1131086"/>
                    <a:gd name="connsiteY72" fmla="*/ 276196 h 3854510"/>
                    <a:gd name="connsiteX73" fmla="*/ 595064 w 1131086"/>
                    <a:gd name="connsiteY73" fmla="*/ 372375 h 3854510"/>
                    <a:gd name="connsiteX74" fmla="*/ 596410 w 1131086"/>
                    <a:gd name="connsiteY74" fmla="*/ 375815 h 3854510"/>
                    <a:gd name="connsiteX75" fmla="*/ 588789 w 1131086"/>
                    <a:gd name="connsiteY75" fmla="*/ 383341 h 3854510"/>
                    <a:gd name="connsiteX76" fmla="*/ 594486 w 1131086"/>
                    <a:gd name="connsiteY76" fmla="*/ 389038 h 3854510"/>
                    <a:gd name="connsiteX77" fmla="*/ 649546 w 1131086"/>
                    <a:gd name="connsiteY77" fmla="*/ 330394 h 3854510"/>
                    <a:gd name="connsiteX78" fmla="*/ 746985 w 1131086"/>
                    <a:gd name="connsiteY78" fmla="*/ 787807 h 3854510"/>
                    <a:gd name="connsiteX79" fmla="*/ 699555 w 1131086"/>
                    <a:gd name="connsiteY79" fmla="*/ 788281 h 3854510"/>
                    <a:gd name="connsiteX80" fmla="*/ 432176 w 1131086"/>
                    <a:gd name="connsiteY80" fmla="*/ 296784 h 3854510"/>
                    <a:gd name="connsiteX81" fmla="*/ 595064 w 1131086"/>
                    <a:gd name="connsiteY81" fmla="*/ 372375 h 3854510"/>
                    <a:gd name="connsiteX82" fmla="*/ 617026 w 1131086"/>
                    <a:gd name="connsiteY82" fmla="*/ 565698 h 3854510"/>
                    <a:gd name="connsiteX83" fmla="*/ 302899 w 1131086"/>
                    <a:gd name="connsiteY83" fmla="*/ 283447 h 3854510"/>
                    <a:gd name="connsiteX84" fmla="*/ 412186 w 1131086"/>
                    <a:gd name="connsiteY84" fmla="*/ 293646 h 3854510"/>
                    <a:gd name="connsiteX85" fmla="*/ 617026 w 1131086"/>
                    <a:gd name="connsiteY85" fmla="*/ 565698 h 3854510"/>
                    <a:gd name="connsiteX86" fmla="*/ 285165 w 1131086"/>
                    <a:gd name="connsiteY86" fmla="*/ 141336 h 3854510"/>
                    <a:gd name="connsiteX87" fmla="*/ 306273 w 1131086"/>
                    <a:gd name="connsiteY87" fmla="*/ 108010 h 3854510"/>
                    <a:gd name="connsiteX88" fmla="*/ 441446 w 1131086"/>
                    <a:gd name="connsiteY88" fmla="*/ 282111 h 3854510"/>
                    <a:gd name="connsiteX89" fmla="*/ 245810 w 1131086"/>
                    <a:gd name="connsiteY89" fmla="*/ 269713 h 3854510"/>
                    <a:gd name="connsiteX90" fmla="*/ 285165 w 1131086"/>
                    <a:gd name="connsiteY90" fmla="*/ 141336 h 3854510"/>
                    <a:gd name="connsiteX91" fmla="*/ 54013 w 1131086"/>
                    <a:gd name="connsiteY91" fmla="*/ 498154 h 3854510"/>
                    <a:gd name="connsiteX92" fmla="*/ 24706 w 1131086"/>
                    <a:gd name="connsiteY92" fmla="*/ 319797 h 3854510"/>
                    <a:gd name="connsiteX93" fmla="*/ 107083 w 1131086"/>
                    <a:gd name="connsiteY93" fmla="*/ 236567 h 3854510"/>
                    <a:gd name="connsiteX94" fmla="*/ 246673 w 1131086"/>
                    <a:gd name="connsiteY94" fmla="*/ 188672 h 3854510"/>
                    <a:gd name="connsiteX95" fmla="*/ 231545 w 1131086"/>
                    <a:gd name="connsiteY95" fmla="*/ 271903 h 3854510"/>
                    <a:gd name="connsiteX96" fmla="*/ 289885 w 1131086"/>
                    <a:gd name="connsiteY96" fmla="*/ 283125 h 3854510"/>
                    <a:gd name="connsiteX97" fmla="*/ 624627 w 1131086"/>
                    <a:gd name="connsiteY97" fmla="*/ 582304 h 3854510"/>
                    <a:gd name="connsiteX98" fmla="*/ 683792 w 1131086"/>
                    <a:gd name="connsiteY98" fmla="*/ 788698 h 3854510"/>
                    <a:gd name="connsiteX99" fmla="*/ 484488 w 1131086"/>
                    <a:gd name="connsiteY99" fmla="*/ 798897 h 3854510"/>
                    <a:gd name="connsiteX100" fmla="*/ 381428 w 1131086"/>
                    <a:gd name="connsiteY100" fmla="*/ 746879 h 3854510"/>
                    <a:gd name="connsiteX101" fmla="*/ 339135 w 1131086"/>
                    <a:gd name="connsiteY101" fmla="*/ 735391 h 3854510"/>
                    <a:gd name="connsiteX102" fmla="*/ 328728 w 1131086"/>
                    <a:gd name="connsiteY102" fmla="*/ 710700 h 3854510"/>
                    <a:gd name="connsiteX103" fmla="*/ 344121 w 1131086"/>
                    <a:gd name="connsiteY103" fmla="*/ 708539 h 3854510"/>
                    <a:gd name="connsiteX104" fmla="*/ 464204 w 1131086"/>
                    <a:gd name="connsiteY104" fmla="*/ 753372 h 3854510"/>
                    <a:gd name="connsiteX105" fmla="*/ 491701 w 1131086"/>
                    <a:gd name="connsiteY105" fmla="*/ 795409 h 3854510"/>
                    <a:gd name="connsiteX106" fmla="*/ 500383 w 1131086"/>
                    <a:gd name="connsiteY106" fmla="*/ 788708 h 3854510"/>
                    <a:gd name="connsiteX107" fmla="*/ 473028 w 1131086"/>
                    <a:gd name="connsiteY107" fmla="*/ 745855 h 3854510"/>
                    <a:gd name="connsiteX108" fmla="*/ 430868 w 1131086"/>
                    <a:gd name="connsiteY108" fmla="*/ 684643 h 3854510"/>
                    <a:gd name="connsiteX109" fmla="*/ 418186 w 1131086"/>
                    <a:gd name="connsiteY109" fmla="*/ 663743 h 3854510"/>
                    <a:gd name="connsiteX110" fmla="*/ 362159 w 1131086"/>
                    <a:gd name="connsiteY110" fmla="*/ 624114 h 3854510"/>
                    <a:gd name="connsiteX111" fmla="*/ 352614 w 1131086"/>
                    <a:gd name="connsiteY111" fmla="*/ 586816 h 3854510"/>
                    <a:gd name="connsiteX112" fmla="*/ 331306 w 1131086"/>
                    <a:gd name="connsiteY112" fmla="*/ 504950 h 3854510"/>
                    <a:gd name="connsiteX113" fmla="*/ 330813 w 1131086"/>
                    <a:gd name="connsiteY113" fmla="*/ 474344 h 3854510"/>
                    <a:gd name="connsiteX114" fmla="*/ 66420 w 1131086"/>
                    <a:gd name="connsiteY114" fmla="*/ 271239 h 3854510"/>
                    <a:gd name="connsiteX115" fmla="*/ 65169 w 1131086"/>
                    <a:gd name="connsiteY115" fmla="*/ 280490 h 3854510"/>
                    <a:gd name="connsiteX116" fmla="*/ 310908 w 1131086"/>
                    <a:gd name="connsiteY116" fmla="*/ 457814 h 3854510"/>
                    <a:gd name="connsiteX117" fmla="*/ 328671 w 1131086"/>
                    <a:gd name="connsiteY117" fmla="*/ 551651 h 3854510"/>
                    <a:gd name="connsiteX118" fmla="*/ 347837 w 1131086"/>
                    <a:gd name="connsiteY118" fmla="*/ 617706 h 3854510"/>
                    <a:gd name="connsiteX119" fmla="*/ 327041 w 1131086"/>
                    <a:gd name="connsiteY119" fmla="*/ 610967 h 3854510"/>
                    <a:gd name="connsiteX120" fmla="*/ 316956 w 1131086"/>
                    <a:gd name="connsiteY120" fmla="*/ 622426 h 3854510"/>
                    <a:gd name="connsiteX121" fmla="*/ 350889 w 1131086"/>
                    <a:gd name="connsiteY121" fmla="*/ 670691 h 3854510"/>
                    <a:gd name="connsiteX122" fmla="*/ 302018 w 1131086"/>
                    <a:gd name="connsiteY122" fmla="*/ 672331 h 3854510"/>
                    <a:gd name="connsiteX123" fmla="*/ 299003 w 1131086"/>
                    <a:gd name="connsiteY123" fmla="*/ 673591 h 3854510"/>
                    <a:gd name="connsiteX124" fmla="*/ 317174 w 1131086"/>
                    <a:gd name="connsiteY124" fmla="*/ 708558 h 3854510"/>
                    <a:gd name="connsiteX125" fmla="*/ 376035 w 1131086"/>
                    <a:gd name="connsiteY125" fmla="*/ 752187 h 3854510"/>
                    <a:gd name="connsiteX126" fmla="*/ 433219 w 1131086"/>
                    <a:gd name="connsiteY126" fmla="*/ 803608 h 3854510"/>
                    <a:gd name="connsiteX127" fmla="*/ 579007 w 1131086"/>
                    <a:gd name="connsiteY127" fmla="*/ 806811 h 3854510"/>
                    <a:gd name="connsiteX128" fmla="*/ 763734 w 1131086"/>
                    <a:gd name="connsiteY128" fmla="*/ 798395 h 3854510"/>
                    <a:gd name="connsiteX129" fmla="*/ 855485 w 1131086"/>
                    <a:gd name="connsiteY129" fmla="*/ 930468 h 3854510"/>
                    <a:gd name="connsiteX130" fmla="*/ 699858 w 1131086"/>
                    <a:gd name="connsiteY130" fmla="*/ 990429 h 3854510"/>
                    <a:gd name="connsiteX131" fmla="*/ 445086 w 1131086"/>
                    <a:gd name="connsiteY131" fmla="*/ 1056693 h 3854510"/>
                    <a:gd name="connsiteX132" fmla="*/ 54013 w 1131086"/>
                    <a:gd name="connsiteY132" fmla="*/ 498154 h 3854510"/>
                    <a:gd name="connsiteX133" fmla="*/ 476858 w 1131086"/>
                    <a:gd name="connsiteY133" fmla="*/ 799485 h 3854510"/>
                    <a:gd name="connsiteX134" fmla="*/ 447209 w 1131086"/>
                    <a:gd name="connsiteY134" fmla="*/ 802082 h 3854510"/>
                    <a:gd name="connsiteX135" fmla="*/ 407580 w 1131086"/>
                    <a:gd name="connsiteY135" fmla="*/ 778490 h 3854510"/>
                    <a:gd name="connsiteX136" fmla="*/ 476858 w 1131086"/>
                    <a:gd name="connsiteY136" fmla="*/ 799485 h 3854510"/>
                    <a:gd name="connsiteX137" fmla="*/ 406290 w 1131086"/>
                    <a:gd name="connsiteY137" fmla="*/ 685638 h 3854510"/>
                    <a:gd name="connsiteX138" fmla="*/ 450290 w 1131086"/>
                    <a:gd name="connsiteY138" fmla="*/ 723704 h 3854510"/>
                    <a:gd name="connsiteX139" fmla="*/ 333865 w 1131086"/>
                    <a:gd name="connsiteY139" fmla="*/ 699174 h 3854510"/>
                    <a:gd name="connsiteX140" fmla="*/ 304994 w 1131086"/>
                    <a:gd name="connsiteY140" fmla="*/ 680217 h 3854510"/>
                    <a:gd name="connsiteX141" fmla="*/ 306122 w 1131086"/>
                    <a:gd name="connsiteY141" fmla="*/ 678700 h 3854510"/>
                    <a:gd name="connsiteX142" fmla="*/ 306890 w 1131086"/>
                    <a:gd name="connsiteY142" fmla="*/ 680473 h 3854510"/>
                    <a:gd name="connsiteX143" fmla="*/ 406290 w 1131086"/>
                    <a:gd name="connsiteY143" fmla="*/ 685638 h 3854510"/>
                    <a:gd name="connsiteX144" fmla="*/ 329932 w 1131086"/>
                    <a:gd name="connsiteY144" fmla="*/ 620455 h 3854510"/>
                    <a:gd name="connsiteX145" fmla="*/ 412423 w 1131086"/>
                    <a:gd name="connsiteY145" fmla="*/ 674909 h 3854510"/>
                    <a:gd name="connsiteX146" fmla="*/ 375902 w 1131086"/>
                    <a:gd name="connsiteY146" fmla="*/ 670814 h 3854510"/>
                    <a:gd name="connsiteX147" fmla="*/ 329932 w 1131086"/>
                    <a:gd name="connsiteY147" fmla="*/ 620455 h 3854510"/>
                    <a:gd name="connsiteX148" fmla="*/ 788027 w 1131086"/>
                    <a:gd name="connsiteY148" fmla="*/ 800726 h 3854510"/>
                    <a:gd name="connsiteX149" fmla="*/ 835732 w 1131086"/>
                    <a:gd name="connsiteY149" fmla="*/ 781940 h 3854510"/>
                    <a:gd name="connsiteX150" fmla="*/ 837723 w 1131086"/>
                    <a:gd name="connsiteY150" fmla="*/ 779485 h 3854510"/>
                    <a:gd name="connsiteX151" fmla="*/ 902584 w 1131086"/>
                    <a:gd name="connsiteY151" fmla="*/ 801105 h 3854510"/>
                    <a:gd name="connsiteX152" fmla="*/ 954953 w 1131086"/>
                    <a:gd name="connsiteY152" fmla="*/ 870611 h 3854510"/>
                    <a:gd name="connsiteX153" fmla="*/ 859997 w 1131086"/>
                    <a:gd name="connsiteY153" fmla="*/ 893255 h 3854510"/>
                    <a:gd name="connsiteX154" fmla="*/ 788027 w 1131086"/>
                    <a:gd name="connsiteY154" fmla="*/ 800726 h 3854510"/>
                    <a:gd name="connsiteX155" fmla="*/ 148874 w 1131086"/>
                    <a:gd name="connsiteY155" fmla="*/ 1237561 h 3854510"/>
                    <a:gd name="connsiteX156" fmla="*/ 182608 w 1131086"/>
                    <a:gd name="connsiteY156" fmla="*/ 833228 h 3854510"/>
                    <a:gd name="connsiteX157" fmla="*/ 391893 w 1131086"/>
                    <a:gd name="connsiteY157" fmla="*/ 1046551 h 3854510"/>
                    <a:gd name="connsiteX158" fmla="*/ 447029 w 1131086"/>
                    <a:gd name="connsiteY158" fmla="*/ 1069261 h 3854510"/>
                    <a:gd name="connsiteX159" fmla="*/ 536819 w 1131086"/>
                    <a:gd name="connsiteY159" fmla="*/ 1053366 h 3854510"/>
                    <a:gd name="connsiteX160" fmla="*/ 549975 w 1131086"/>
                    <a:gd name="connsiteY160" fmla="*/ 1050475 h 3854510"/>
                    <a:gd name="connsiteX161" fmla="*/ 606732 w 1131086"/>
                    <a:gd name="connsiteY161" fmla="*/ 1036570 h 3854510"/>
                    <a:gd name="connsiteX162" fmla="*/ 609955 w 1131086"/>
                    <a:gd name="connsiteY162" fmla="*/ 1041195 h 3854510"/>
                    <a:gd name="connsiteX163" fmla="*/ 695981 w 1131086"/>
                    <a:gd name="connsiteY163" fmla="*/ 1054863 h 3854510"/>
                    <a:gd name="connsiteX164" fmla="*/ 734786 w 1131086"/>
                    <a:gd name="connsiteY164" fmla="*/ 1242045 h 3854510"/>
                    <a:gd name="connsiteX165" fmla="*/ 725924 w 1131086"/>
                    <a:gd name="connsiteY165" fmla="*/ 1295352 h 3854510"/>
                    <a:gd name="connsiteX166" fmla="*/ 651906 w 1131086"/>
                    <a:gd name="connsiteY166" fmla="*/ 1550854 h 3854510"/>
                    <a:gd name="connsiteX167" fmla="*/ 28573 w 1131086"/>
                    <a:gd name="connsiteY167" fmla="*/ 1495888 h 3854510"/>
                    <a:gd name="connsiteX168" fmla="*/ 148874 w 1131086"/>
                    <a:gd name="connsiteY168" fmla="*/ 1237561 h 3854510"/>
                    <a:gd name="connsiteX169" fmla="*/ 281118 w 1131086"/>
                    <a:gd name="connsiteY169" fmla="*/ 3384220 h 3854510"/>
                    <a:gd name="connsiteX170" fmla="*/ 290786 w 1131086"/>
                    <a:gd name="connsiteY170" fmla="*/ 3328553 h 3854510"/>
                    <a:gd name="connsiteX171" fmla="*/ 254853 w 1131086"/>
                    <a:gd name="connsiteY171" fmla="*/ 3201958 h 3854510"/>
                    <a:gd name="connsiteX172" fmla="*/ 211375 w 1131086"/>
                    <a:gd name="connsiteY172" fmla="*/ 2503337 h 3854510"/>
                    <a:gd name="connsiteX173" fmla="*/ 487057 w 1131086"/>
                    <a:gd name="connsiteY173" fmla="*/ 2519792 h 3854510"/>
                    <a:gd name="connsiteX174" fmla="*/ 407305 w 1131086"/>
                    <a:gd name="connsiteY174" fmla="*/ 2956779 h 3854510"/>
                    <a:gd name="connsiteX175" fmla="*/ 467559 w 1131086"/>
                    <a:gd name="connsiteY175" fmla="*/ 3586671 h 3854510"/>
                    <a:gd name="connsiteX176" fmla="*/ 506999 w 1131086"/>
                    <a:gd name="connsiteY176" fmla="*/ 3710820 h 3854510"/>
                    <a:gd name="connsiteX177" fmla="*/ 379874 w 1131086"/>
                    <a:gd name="connsiteY177" fmla="*/ 3707124 h 3854510"/>
                    <a:gd name="connsiteX178" fmla="*/ 325382 w 1131086"/>
                    <a:gd name="connsiteY178" fmla="*/ 3630519 h 3854510"/>
                    <a:gd name="connsiteX179" fmla="*/ 281118 w 1131086"/>
                    <a:gd name="connsiteY179" fmla="*/ 3384220 h 3854510"/>
                    <a:gd name="connsiteX180" fmla="*/ 431541 w 1131086"/>
                    <a:gd name="connsiteY180" fmla="*/ 3062729 h 3854510"/>
                    <a:gd name="connsiteX181" fmla="*/ 432527 w 1131086"/>
                    <a:gd name="connsiteY181" fmla="*/ 3276251 h 3854510"/>
                    <a:gd name="connsiteX182" fmla="*/ 432385 w 1131086"/>
                    <a:gd name="connsiteY182" fmla="*/ 3277407 h 3854510"/>
                    <a:gd name="connsiteX183" fmla="*/ 431541 w 1131086"/>
                    <a:gd name="connsiteY183" fmla="*/ 3062729 h 3854510"/>
                    <a:gd name="connsiteX184" fmla="*/ 453863 w 1131086"/>
                    <a:gd name="connsiteY184" fmla="*/ 3820970 h 3854510"/>
                    <a:gd name="connsiteX185" fmla="*/ 326207 w 1131086"/>
                    <a:gd name="connsiteY185" fmla="*/ 3762630 h 3854510"/>
                    <a:gd name="connsiteX186" fmla="*/ 296283 w 1131086"/>
                    <a:gd name="connsiteY186" fmla="*/ 3677655 h 3854510"/>
                    <a:gd name="connsiteX187" fmla="*/ 275260 w 1131086"/>
                    <a:gd name="connsiteY187" fmla="*/ 3684262 h 3854510"/>
                    <a:gd name="connsiteX188" fmla="*/ 272777 w 1131086"/>
                    <a:gd name="connsiteY188" fmla="*/ 3723427 h 3854510"/>
                    <a:gd name="connsiteX189" fmla="*/ 260777 w 1131086"/>
                    <a:gd name="connsiteY189" fmla="*/ 3722413 h 3854510"/>
                    <a:gd name="connsiteX190" fmla="*/ 253241 w 1131086"/>
                    <a:gd name="connsiteY190" fmla="*/ 3572984 h 3854510"/>
                    <a:gd name="connsiteX191" fmla="*/ 256132 w 1131086"/>
                    <a:gd name="connsiteY191" fmla="*/ 3409604 h 3854510"/>
                    <a:gd name="connsiteX192" fmla="*/ 333135 w 1131086"/>
                    <a:gd name="connsiteY192" fmla="*/ 3678186 h 3854510"/>
                    <a:gd name="connsiteX193" fmla="*/ 418954 w 1131086"/>
                    <a:gd name="connsiteY193" fmla="*/ 3730962 h 3854510"/>
                    <a:gd name="connsiteX194" fmla="*/ 513284 w 1131086"/>
                    <a:gd name="connsiteY194" fmla="*/ 3722915 h 3854510"/>
                    <a:gd name="connsiteX195" fmla="*/ 532430 w 1131086"/>
                    <a:gd name="connsiteY195" fmla="*/ 3727294 h 3854510"/>
                    <a:gd name="connsiteX196" fmla="*/ 590173 w 1131086"/>
                    <a:gd name="connsiteY196" fmla="*/ 3820828 h 3854510"/>
                    <a:gd name="connsiteX197" fmla="*/ 453863 w 1131086"/>
                    <a:gd name="connsiteY197" fmla="*/ 3820970 h 3854510"/>
                    <a:gd name="connsiteX198" fmla="*/ 698237 w 1131086"/>
                    <a:gd name="connsiteY198" fmla="*/ 3663523 h 3854510"/>
                    <a:gd name="connsiteX199" fmla="*/ 736635 w 1131086"/>
                    <a:gd name="connsiteY199" fmla="*/ 3762924 h 3854510"/>
                    <a:gd name="connsiteX200" fmla="*/ 622826 w 1131086"/>
                    <a:gd name="connsiteY200" fmla="*/ 3757455 h 3854510"/>
                    <a:gd name="connsiteX201" fmla="*/ 585889 w 1131086"/>
                    <a:gd name="connsiteY201" fmla="*/ 3748327 h 3854510"/>
                    <a:gd name="connsiteX202" fmla="*/ 537653 w 1131086"/>
                    <a:gd name="connsiteY202" fmla="*/ 3694366 h 3854510"/>
                    <a:gd name="connsiteX203" fmla="*/ 516061 w 1131086"/>
                    <a:gd name="connsiteY203" fmla="*/ 3619723 h 3854510"/>
                    <a:gd name="connsiteX204" fmla="*/ 670712 w 1131086"/>
                    <a:gd name="connsiteY204" fmla="*/ 3614661 h 3854510"/>
                    <a:gd name="connsiteX205" fmla="*/ 698237 w 1131086"/>
                    <a:gd name="connsiteY205" fmla="*/ 3663523 h 3854510"/>
                    <a:gd name="connsiteX206" fmla="*/ 665243 w 1131086"/>
                    <a:gd name="connsiteY206" fmla="*/ 2517091 h 3854510"/>
                    <a:gd name="connsiteX207" fmla="*/ 654949 w 1131086"/>
                    <a:gd name="connsiteY207" fmla="*/ 2566995 h 3854510"/>
                    <a:gd name="connsiteX208" fmla="*/ 634864 w 1131086"/>
                    <a:gd name="connsiteY208" fmla="*/ 2912362 h 3854510"/>
                    <a:gd name="connsiteX209" fmla="*/ 659110 w 1131086"/>
                    <a:gd name="connsiteY209" fmla="*/ 3599799 h 3854510"/>
                    <a:gd name="connsiteX210" fmla="*/ 625566 w 1131086"/>
                    <a:gd name="connsiteY210" fmla="*/ 3620595 h 3854510"/>
                    <a:gd name="connsiteX211" fmla="*/ 510431 w 1131086"/>
                    <a:gd name="connsiteY211" fmla="*/ 3601439 h 3854510"/>
                    <a:gd name="connsiteX212" fmla="*/ 439560 w 1131086"/>
                    <a:gd name="connsiteY212" fmla="*/ 3346610 h 3854510"/>
                    <a:gd name="connsiteX213" fmla="*/ 454043 w 1131086"/>
                    <a:gd name="connsiteY213" fmla="*/ 3214157 h 3854510"/>
                    <a:gd name="connsiteX214" fmla="*/ 434878 w 1131086"/>
                    <a:gd name="connsiteY214" fmla="*/ 2994455 h 3854510"/>
                    <a:gd name="connsiteX215" fmla="*/ 511340 w 1131086"/>
                    <a:gd name="connsiteY215" fmla="*/ 2517584 h 3854510"/>
                    <a:gd name="connsiteX216" fmla="*/ 678332 w 1131086"/>
                    <a:gd name="connsiteY216" fmla="*/ 2485025 h 3854510"/>
                    <a:gd name="connsiteX217" fmla="*/ 665243 w 1131086"/>
                    <a:gd name="connsiteY217" fmla="*/ 2517091 h 3854510"/>
                    <a:gd name="connsiteX218" fmla="*/ 839580 w 1131086"/>
                    <a:gd name="connsiteY218" fmla="*/ 2096625 h 3854510"/>
                    <a:gd name="connsiteX219" fmla="*/ 834642 w 1131086"/>
                    <a:gd name="connsiteY219" fmla="*/ 2397510 h 3854510"/>
                    <a:gd name="connsiteX220" fmla="*/ 211517 w 1131086"/>
                    <a:gd name="connsiteY220" fmla="*/ 2480238 h 3854510"/>
                    <a:gd name="connsiteX221" fmla="*/ 198314 w 1131086"/>
                    <a:gd name="connsiteY221" fmla="*/ 2477622 h 3854510"/>
                    <a:gd name="connsiteX222" fmla="*/ 51274 w 1131086"/>
                    <a:gd name="connsiteY222" fmla="*/ 2437377 h 3854510"/>
                    <a:gd name="connsiteX223" fmla="*/ 71368 w 1131086"/>
                    <a:gd name="connsiteY223" fmla="*/ 2269058 h 3854510"/>
                    <a:gd name="connsiteX224" fmla="*/ 49947 w 1131086"/>
                    <a:gd name="connsiteY224" fmla="*/ 1638406 h 3854510"/>
                    <a:gd name="connsiteX225" fmla="*/ 60620 w 1131086"/>
                    <a:gd name="connsiteY225" fmla="*/ 1534636 h 3854510"/>
                    <a:gd name="connsiteX226" fmla="*/ 669868 w 1131086"/>
                    <a:gd name="connsiteY226" fmla="*/ 1551432 h 3854510"/>
                    <a:gd name="connsiteX227" fmla="*/ 747649 w 1131086"/>
                    <a:gd name="connsiteY227" fmla="*/ 1289532 h 3854510"/>
                    <a:gd name="connsiteX228" fmla="*/ 866187 w 1131086"/>
                    <a:gd name="connsiteY228" fmla="*/ 1588000 h 3854510"/>
                    <a:gd name="connsiteX229" fmla="*/ 839580 w 1131086"/>
                    <a:gd name="connsiteY229" fmla="*/ 2096625 h 3854510"/>
                    <a:gd name="connsiteX230" fmla="*/ 915389 w 1131086"/>
                    <a:gd name="connsiteY230" fmla="*/ 1592872 h 3854510"/>
                    <a:gd name="connsiteX231" fmla="*/ 834472 w 1131086"/>
                    <a:gd name="connsiteY231" fmla="*/ 1449917 h 3854510"/>
                    <a:gd name="connsiteX232" fmla="*/ 715109 w 1131086"/>
                    <a:gd name="connsiteY232" fmla="*/ 1057081 h 3854510"/>
                    <a:gd name="connsiteX233" fmla="*/ 785041 w 1131086"/>
                    <a:gd name="connsiteY233" fmla="*/ 1063451 h 3854510"/>
                    <a:gd name="connsiteX234" fmla="*/ 796055 w 1131086"/>
                    <a:gd name="connsiteY234" fmla="*/ 1064257 h 3854510"/>
                    <a:gd name="connsiteX235" fmla="*/ 834415 w 1131086"/>
                    <a:gd name="connsiteY235" fmla="*/ 1066740 h 3854510"/>
                    <a:gd name="connsiteX236" fmla="*/ 847078 w 1131086"/>
                    <a:gd name="connsiteY236" fmla="*/ 1174425 h 3854510"/>
                    <a:gd name="connsiteX237" fmla="*/ 915389 w 1131086"/>
                    <a:gd name="connsiteY237" fmla="*/ 1592872 h 3854510"/>
                    <a:gd name="connsiteX238" fmla="*/ 1101262 w 1131086"/>
                    <a:gd name="connsiteY238" fmla="*/ 1037546 h 3854510"/>
                    <a:gd name="connsiteX239" fmla="*/ 1028420 w 1131086"/>
                    <a:gd name="connsiteY239" fmla="*/ 1046447 h 3854510"/>
                    <a:gd name="connsiteX240" fmla="*/ 619784 w 1131086"/>
                    <a:gd name="connsiteY240" fmla="*/ 1033101 h 3854510"/>
                    <a:gd name="connsiteX241" fmla="*/ 862888 w 1131086"/>
                    <a:gd name="connsiteY241" fmla="*/ 937634 h 3854510"/>
                    <a:gd name="connsiteX242" fmla="*/ 864139 w 1131086"/>
                    <a:gd name="connsiteY242" fmla="*/ 903397 h 3854510"/>
                    <a:gd name="connsiteX243" fmla="*/ 938792 w 1131086"/>
                    <a:gd name="connsiteY243" fmla="*/ 890222 h 3854510"/>
                    <a:gd name="connsiteX244" fmla="*/ 963625 w 1131086"/>
                    <a:gd name="connsiteY244" fmla="*/ 880118 h 3854510"/>
                    <a:gd name="connsiteX245" fmla="*/ 969331 w 1131086"/>
                    <a:gd name="connsiteY245" fmla="*/ 872564 h 3854510"/>
                    <a:gd name="connsiteX246" fmla="*/ 1069405 w 1131086"/>
                    <a:gd name="connsiteY246" fmla="*/ 916203 h 3854510"/>
                    <a:gd name="connsiteX247" fmla="*/ 1075453 w 1131086"/>
                    <a:gd name="connsiteY247" fmla="*/ 912686 h 3854510"/>
                    <a:gd name="connsiteX248" fmla="*/ 971587 w 1131086"/>
                    <a:gd name="connsiteY248" fmla="*/ 861995 h 3854510"/>
                    <a:gd name="connsiteX249" fmla="*/ 968829 w 1131086"/>
                    <a:gd name="connsiteY249" fmla="*/ 862355 h 3854510"/>
                    <a:gd name="connsiteX250" fmla="*/ 902802 w 1131086"/>
                    <a:gd name="connsiteY250" fmla="*/ 789371 h 3854510"/>
                    <a:gd name="connsiteX251" fmla="*/ 870556 w 1131086"/>
                    <a:gd name="connsiteY251" fmla="*/ 772556 h 3854510"/>
                    <a:gd name="connsiteX252" fmla="*/ 870016 w 1131086"/>
                    <a:gd name="connsiteY252" fmla="*/ 337143 h 3854510"/>
                    <a:gd name="connsiteX253" fmla="*/ 855827 w 1131086"/>
                    <a:gd name="connsiteY253" fmla="*/ 337143 h 3854510"/>
                    <a:gd name="connsiteX254" fmla="*/ 883703 w 1131086"/>
                    <a:gd name="connsiteY254" fmla="*/ 508637 h 3854510"/>
                    <a:gd name="connsiteX255" fmla="*/ 855466 w 1131086"/>
                    <a:gd name="connsiteY255" fmla="*/ 768443 h 3854510"/>
                    <a:gd name="connsiteX256" fmla="*/ 829514 w 1131086"/>
                    <a:gd name="connsiteY256" fmla="*/ 772007 h 3854510"/>
                    <a:gd name="connsiteX257" fmla="*/ 781108 w 1131086"/>
                    <a:gd name="connsiteY257" fmla="*/ 795636 h 3854510"/>
                    <a:gd name="connsiteX258" fmla="*/ 766160 w 1131086"/>
                    <a:gd name="connsiteY258" fmla="*/ 786660 h 3854510"/>
                    <a:gd name="connsiteX259" fmla="*/ 772274 w 1131086"/>
                    <a:gd name="connsiteY259" fmla="*/ 559755 h 3854510"/>
                    <a:gd name="connsiteX260" fmla="*/ 774653 w 1131086"/>
                    <a:gd name="connsiteY260" fmla="*/ 485984 h 3854510"/>
                    <a:gd name="connsiteX261" fmla="*/ 702825 w 1131086"/>
                    <a:gd name="connsiteY261" fmla="*/ 268415 h 3854510"/>
                    <a:gd name="connsiteX262" fmla="*/ 704806 w 1131086"/>
                    <a:gd name="connsiteY262" fmla="*/ 266329 h 3854510"/>
                    <a:gd name="connsiteX263" fmla="*/ 752729 w 1131086"/>
                    <a:gd name="connsiteY263" fmla="*/ 288556 h 3854510"/>
                    <a:gd name="connsiteX264" fmla="*/ 763089 w 1131086"/>
                    <a:gd name="connsiteY264" fmla="*/ 289495 h 3854510"/>
                    <a:gd name="connsiteX265" fmla="*/ 744928 w 1131086"/>
                    <a:gd name="connsiteY265" fmla="*/ 250510 h 3854510"/>
                    <a:gd name="connsiteX266" fmla="*/ 817913 w 1131086"/>
                    <a:gd name="connsiteY266" fmla="*/ 277694 h 3854510"/>
                    <a:gd name="connsiteX267" fmla="*/ 887219 w 1131086"/>
                    <a:gd name="connsiteY267" fmla="*/ 332423 h 3854510"/>
                    <a:gd name="connsiteX268" fmla="*/ 1101262 w 1131086"/>
                    <a:gd name="connsiteY268" fmla="*/ 1037546 h 38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131086" h="3854510">
                      <a:moveTo>
                        <a:pt x="1130532" y="969150"/>
                      </a:moveTo>
                      <a:cubicBezTo>
                        <a:pt x="1114845" y="733296"/>
                        <a:pt x="985900" y="526476"/>
                        <a:pt x="901759" y="310565"/>
                      </a:cubicBezTo>
                      <a:cubicBezTo>
                        <a:pt x="893361" y="280594"/>
                        <a:pt x="870167" y="271343"/>
                        <a:pt x="842585" y="263713"/>
                      </a:cubicBezTo>
                      <a:cubicBezTo>
                        <a:pt x="804320" y="250282"/>
                        <a:pt x="766331" y="235069"/>
                        <a:pt x="726834" y="225686"/>
                      </a:cubicBezTo>
                      <a:cubicBezTo>
                        <a:pt x="720294" y="217212"/>
                        <a:pt x="713517" y="208918"/>
                        <a:pt x="706465" y="200871"/>
                      </a:cubicBezTo>
                      <a:cubicBezTo>
                        <a:pt x="703062" y="193089"/>
                        <a:pt x="611594" y="105631"/>
                        <a:pt x="616410" y="131867"/>
                      </a:cubicBezTo>
                      <a:cubicBezTo>
                        <a:pt x="651831" y="163895"/>
                        <a:pt x="688768" y="194530"/>
                        <a:pt x="718019" y="232643"/>
                      </a:cubicBezTo>
                      <a:cubicBezTo>
                        <a:pt x="717412" y="235553"/>
                        <a:pt x="718388" y="238633"/>
                        <a:pt x="721839" y="240273"/>
                      </a:cubicBezTo>
                      <a:cubicBezTo>
                        <a:pt x="734957" y="250415"/>
                        <a:pt x="741838" y="267827"/>
                        <a:pt x="751923" y="281220"/>
                      </a:cubicBezTo>
                      <a:cubicBezTo>
                        <a:pt x="740388" y="274964"/>
                        <a:pt x="710882" y="250832"/>
                        <a:pt x="699071" y="259249"/>
                      </a:cubicBezTo>
                      <a:cubicBezTo>
                        <a:pt x="697934" y="259950"/>
                        <a:pt x="696815" y="260661"/>
                        <a:pt x="695706" y="261400"/>
                      </a:cubicBezTo>
                      <a:cubicBezTo>
                        <a:pt x="693043" y="261040"/>
                        <a:pt x="690304" y="262794"/>
                        <a:pt x="690105" y="265391"/>
                      </a:cubicBezTo>
                      <a:cubicBezTo>
                        <a:pt x="655783" y="292158"/>
                        <a:pt x="635319" y="331882"/>
                        <a:pt x="606836" y="364308"/>
                      </a:cubicBezTo>
                      <a:cubicBezTo>
                        <a:pt x="617329" y="326394"/>
                        <a:pt x="649148" y="293191"/>
                        <a:pt x="617869" y="255363"/>
                      </a:cubicBezTo>
                      <a:cubicBezTo>
                        <a:pt x="619367" y="253372"/>
                        <a:pt x="619699" y="250680"/>
                        <a:pt x="617680" y="247922"/>
                      </a:cubicBezTo>
                      <a:cubicBezTo>
                        <a:pt x="589794" y="212548"/>
                        <a:pt x="572249" y="179023"/>
                        <a:pt x="579358" y="133081"/>
                      </a:cubicBezTo>
                      <a:cubicBezTo>
                        <a:pt x="569102" y="118872"/>
                        <a:pt x="561159" y="151763"/>
                        <a:pt x="562107" y="159166"/>
                      </a:cubicBezTo>
                      <a:cubicBezTo>
                        <a:pt x="559700" y="189260"/>
                        <a:pt x="587197" y="241562"/>
                        <a:pt x="610580" y="258585"/>
                      </a:cubicBezTo>
                      <a:cubicBezTo>
                        <a:pt x="632039" y="295646"/>
                        <a:pt x="604817" y="320831"/>
                        <a:pt x="594808" y="355939"/>
                      </a:cubicBezTo>
                      <a:cubicBezTo>
                        <a:pt x="566145" y="318802"/>
                        <a:pt x="518819" y="304575"/>
                        <a:pt x="478090" y="284462"/>
                      </a:cubicBezTo>
                      <a:cubicBezTo>
                        <a:pt x="406452" y="248747"/>
                        <a:pt x="348292" y="187809"/>
                        <a:pt x="316662" y="114209"/>
                      </a:cubicBezTo>
                      <a:cubicBezTo>
                        <a:pt x="331117" y="82077"/>
                        <a:pt x="322340" y="43073"/>
                        <a:pt x="312870" y="10704"/>
                      </a:cubicBezTo>
                      <a:cubicBezTo>
                        <a:pt x="307904" y="-3988"/>
                        <a:pt x="298586" y="-3855"/>
                        <a:pt x="301534" y="12960"/>
                      </a:cubicBezTo>
                      <a:cubicBezTo>
                        <a:pt x="307136" y="38628"/>
                        <a:pt x="311392" y="65054"/>
                        <a:pt x="307837" y="91328"/>
                      </a:cubicBezTo>
                      <a:cubicBezTo>
                        <a:pt x="284283" y="111527"/>
                        <a:pt x="269478" y="141905"/>
                        <a:pt x="255090" y="169213"/>
                      </a:cubicBezTo>
                      <a:cubicBezTo>
                        <a:pt x="212133" y="183648"/>
                        <a:pt x="168589" y="198615"/>
                        <a:pt x="123860" y="207591"/>
                      </a:cubicBezTo>
                      <a:cubicBezTo>
                        <a:pt x="84951" y="215563"/>
                        <a:pt x="38307" y="215799"/>
                        <a:pt x="17729" y="256225"/>
                      </a:cubicBezTo>
                      <a:cubicBezTo>
                        <a:pt x="8962" y="274310"/>
                        <a:pt x="3142" y="296784"/>
                        <a:pt x="8573" y="316669"/>
                      </a:cubicBezTo>
                      <a:cubicBezTo>
                        <a:pt x="9256" y="486183"/>
                        <a:pt x="67103" y="653270"/>
                        <a:pt x="157291" y="795646"/>
                      </a:cubicBezTo>
                      <a:cubicBezTo>
                        <a:pt x="176940" y="889303"/>
                        <a:pt x="201621" y="987396"/>
                        <a:pt x="172703" y="1082598"/>
                      </a:cubicBezTo>
                      <a:cubicBezTo>
                        <a:pt x="133196" y="1221780"/>
                        <a:pt x="59605" y="1347967"/>
                        <a:pt x="4469" y="1481016"/>
                      </a:cubicBezTo>
                      <a:cubicBezTo>
                        <a:pt x="-2128" y="1483405"/>
                        <a:pt x="630" y="1490940"/>
                        <a:pt x="289" y="1496210"/>
                      </a:cubicBezTo>
                      <a:cubicBezTo>
                        <a:pt x="-943" y="1503329"/>
                        <a:pt x="4393" y="1510068"/>
                        <a:pt x="10611" y="1510845"/>
                      </a:cubicBezTo>
                      <a:cubicBezTo>
                        <a:pt x="17104" y="1516485"/>
                        <a:pt x="29587" y="1522816"/>
                        <a:pt x="46696" y="1529480"/>
                      </a:cubicBezTo>
                      <a:cubicBezTo>
                        <a:pt x="-1199" y="1759665"/>
                        <a:pt x="73103" y="2010987"/>
                        <a:pt x="45227" y="2243162"/>
                      </a:cubicBezTo>
                      <a:cubicBezTo>
                        <a:pt x="42838" y="2276261"/>
                        <a:pt x="40118" y="2309332"/>
                        <a:pt x="37047" y="2342364"/>
                      </a:cubicBezTo>
                      <a:cubicBezTo>
                        <a:pt x="34715" y="2375842"/>
                        <a:pt x="27938" y="2410249"/>
                        <a:pt x="34165" y="2443595"/>
                      </a:cubicBezTo>
                      <a:cubicBezTo>
                        <a:pt x="34895" y="2446978"/>
                        <a:pt x="38393" y="2449064"/>
                        <a:pt x="41795" y="2449168"/>
                      </a:cubicBezTo>
                      <a:cubicBezTo>
                        <a:pt x="52705" y="2454750"/>
                        <a:pt x="63710" y="2460438"/>
                        <a:pt x="75188" y="2464665"/>
                      </a:cubicBezTo>
                      <a:cubicBezTo>
                        <a:pt x="112372" y="2478371"/>
                        <a:pt x="150457" y="2489641"/>
                        <a:pt x="189081" y="2498494"/>
                      </a:cubicBezTo>
                      <a:cubicBezTo>
                        <a:pt x="85302" y="2818990"/>
                        <a:pt x="185262" y="3060597"/>
                        <a:pt x="269165" y="3367386"/>
                      </a:cubicBezTo>
                      <a:cubicBezTo>
                        <a:pt x="257838" y="3369462"/>
                        <a:pt x="249156" y="3380789"/>
                        <a:pt x="240976" y="3388192"/>
                      </a:cubicBezTo>
                      <a:cubicBezTo>
                        <a:pt x="231820" y="3396485"/>
                        <a:pt x="223308" y="3404362"/>
                        <a:pt x="215906" y="3414333"/>
                      </a:cubicBezTo>
                      <a:cubicBezTo>
                        <a:pt x="177470" y="3461650"/>
                        <a:pt x="194408" y="3508009"/>
                        <a:pt x="214190" y="3558549"/>
                      </a:cubicBezTo>
                      <a:cubicBezTo>
                        <a:pt x="221905" y="3584198"/>
                        <a:pt x="227109" y="3610604"/>
                        <a:pt x="229232" y="3637315"/>
                      </a:cubicBezTo>
                      <a:cubicBezTo>
                        <a:pt x="230408" y="3652073"/>
                        <a:pt x="230758" y="3666897"/>
                        <a:pt x="230275" y="3681693"/>
                      </a:cubicBezTo>
                      <a:cubicBezTo>
                        <a:pt x="232190" y="3700290"/>
                        <a:pt x="214853" y="3742858"/>
                        <a:pt x="244076" y="3743635"/>
                      </a:cubicBezTo>
                      <a:cubicBezTo>
                        <a:pt x="253734" y="3753872"/>
                        <a:pt x="281269" y="3762222"/>
                        <a:pt x="287952" y="3744649"/>
                      </a:cubicBezTo>
                      <a:cubicBezTo>
                        <a:pt x="293885" y="3765796"/>
                        <a:pt x="301297" y="3787843"/>
                        <a:pt x="318937" y="3802108"/>
                      </a:cubicBezTo>
                      <a:cubicBezTo>
                        <a:pt x="376888" y="3839377"/>
                        <a:pt x="449427" y="3851472"/>
                        <a:pt x="517378" y="3854458"/>
                      </a:cubicBezTo>
                      <a:cubicBezTo>
                        <a:pt x="548970" y="3854960"/>
                        <a:pt x="580524" y="3851879"/>
                        <a:pt x="611433" y="3845339"/>
                      </a:cubicBezTo>
                      <a:cubicBezTo>
                        <a:pt x="633404" y="3836941"/>
                        <a:pt x="613026" y="3807188"/>
                        <a:pt x="609187" y="3792079"/>
                      </a:cubicBezTo>
                      <a:cubicBezTo>
                        <a:pt x="648542" y="3803255"/>
                        <a:pt x="690484" y="3799643"/>
                        <a:pt x="730635" y="3795226"/>
                      </a:cubicBezTo>
                      <a:cubicBezTo>
                        <a:pt x="760653" y="3793786"/>
                        <a:pt x="773999" y="3766905"/>
                        <a:pt x="765174" y="3739853"/>
                      </a:cubicBezTo>
                      <a:cubicBezTo>
                        <a:pt x="746758" y="3689153"/>
                        <a:pt x="722303" y="3631505"/>
                        <a:pt x="683214" y="3593657"/>
                      </a:cubicBezTo>
                      <a:cubicBezTo>
                        <a:pt x="588713" y="3387614"/>
                        <a:pt x="639120" y="3159931"/>
                        <a:pt x="660191" y="2943831"/>
                      </a:cubicBezTo>
                      <a:cubicBezTo>
                        <a:pt x="671347" y="2826203"/>
                        <a:pt x="676863" y="2708186"/>
                        <a:pt x="682939" y="2590255"/>
                      </a:cubicBezTo>
                      <a:cubicBezTo>
                        <a:pt x="685271" y="2551810"/>
                        <a:pt x="691309" y="2513299"/>
                        <a:pt x="704740" y="2477110"/>
                      </a:cubicBezTo>
                      <a:cubicBezTo>
                        <a:pt x="756274" y="2460561"/>
                        <a:pt x="807742" y="2439718"/>
                        <a:pt x="851940" y="2408420"/>
                      </a:cubicBezTo>
                      <a:cubicBezTo>
                        <a:pt x="854547" y="2406316"/>
                        <a:pt x="855002" y="2403406"/>
                        <a:pt x="854158" y="2400761"/>
                      </a:cubicBezTo>
                      <a:cubicBezTo>
                        <a:pt x="854850" y="2377349"/>
                        <a:pt x="849798" y="2353682"/>
                        <a:pt x="848272" y="2330308"/>
                      </a:cubicBezTo>
                      <a:cubicBezTo>
                        <a:pt x="844689" y="2258375"/>
                        <a:pt x="857874" y="2186927"/>
                        <a:pt x="862774" y="2115316"/>
                      </a:cubicBezTo>
                      <a:cubicBezTo>
                        <a:pt x="875513" y="1946059"/>
                        <a:pt x="885845" y="1776186"/>
                        <a:pt x="882527" y="1606417"/>
                      </a:cubicBezTo>
                      <a:cubicBezTo>
                        <a:pt x="896470" y="1619014"/>
                        <a:pt x="915617" y="1628558"/>
                        <a:pt x="935076" y="1623411"/>
                      </a:cubicBezTo>
                      <a:cubicBezTo>
                        <a:pt x="942043" y="1621563"/>
                        <a:pt x="945294" y="1611260"/>
                        <a:pt x="940422" y="1606113"/>
                      </a:cubicBezTo>
                      <a:cubicBezTo>
                        <a:pt x="938640" y="1535935"/>
                        <a:pt x="920043" y="1466950"/>
                        <a:pt x="910309" y="1397558"/>
                      </a:cubicBezTo>
                      <a:cubicBezTo>
                        <a:pt x="889854" y="1287807"/>
                        <a:pt x="875646" y="1176795"/>
                        <a:pt x="852092" y="1067669"/>
                      </a:cubicBezTo>
                      <a:cubicBezTo>
                        <a:pt x="936432" y="1070674"/>
                        <a:pt x="1023217" y="1072929"/>
                        <a:pt x="1105575" y="1052579"/>
                      </a:cubicBezTo>
                      <a:cubicBezTo>
                        <a:pt x="1137982" y="1070560"/>
                        <a:pt x="1130115" y="985898"/>
                        <a:pt x="1130532" y="969150"/>
                      </a:cubicBezTo>
                      <a:close/>
                      <a:moveTo>
                        <a:pt x="695517" y="276196"/>
                      </a:moveTo>
                      <a:cubicBezTo>
                        <a:pt x="739516" y="349494"/>
                        <a:pt x="758824" y="434582"/>
                        <a:pt x="758103" y="519774"/>
                      </a:cubicBezTo>
                      <a:cubicBezTo>
                        <a:pt x="729403" y="451122"/>
                        <a:pt x="693896" y="385464"/>
                        <a:pt x="656977" y="321030"/>
                      </a:cubicBezTo>
                      <a:cubicBezTo>
                        <a:pt x="669328" y="305637"/>
                        <a:pt x="682171" y="290670"/>
                        <a:pt x="695517" y="276196"/>
                      </a:cubicBezTo>
                      <a:close/>
                      <a:moveTo>
                        <a:pt x="595064" y="372375"/>
                      </a:moveTo>
                      <a:cubicBezTo>
                        <a:pt x="595415" y="373550"/>
                        <a:pt x="595860" y="374697"/>
                        <a:pt x="596410" y="375815"/>
                      </a:cubicBezTo>
                      <a:cubicBezTo>
                        <a:pt x="593927" y="378384"/>
                        <a:pt x="591396" y="380896"/>
                        <a:pt x="588789" y="383341"/>
                      </a:cubicBezTo>
                      <a:cubicBezTo>
                        <a:pt x="584922" y="386971"/>
                        <a:pt x="590533" y="392185"/>
                        <a:pt x="594486" y="389038"/>
                      </a:cubicBezTo>
                      <a:cubicBezTo>
                        <a:pt x="615831" y="372043"/>
                        <a:pt x="632760" y="351664"/>
                        <a:pt x="649546" y="330394"/>
                      </a:cubicBezTo>
                      <a:cubicBezTo>
                        <a:pt x="712881" y="471918"/>
                        <a:pt x="828927" y="629896"/>
                        <a:pt x="746985" y="787807"/>
                      </a:cubicBezTo>
                      <a:cubicBezTo>
                        <a:pt x="731052" y="787949"/>
                        <a:pt x="715422" y="788044"/>
                        <a:pt x="699555" y="788281"/>
                      </a:cubicBezTo>
                      <a:cubicBezTo>
                        <a:pt x="671574" y="600237"/>
                        <a:pt x="573870" y="423208"/>
                        <a:pt x="432176" y="296784"/>
                      </a:cubicBezTo>
                      <a:cubicBezTo>
                        <a:pt x="491910" y="306689"/>
                        <a:pt x="553510" y="326044"/>
                        <a:pt x="595064" y="372375"/>
                      </a:cubicBezTo>
                      <a:close/>
                      <a:moveTo>
                        <a:pt x="617026" y="565698"/>
                      </a:moveTo>
                      <a:cubicBezTo>
                        <a:pt x="495407" y="492619"/>
                        <a:pt x="388793" y="396384"/>
                        <a:pt x="302899" y="283447"/>
                      </a:cubicBezTo>
                      <a:cubicBezTo>
                        <a:pt x="339477" y="284680"/>
                        <a:pt x="375969" y="288499"/>
                        <a:pt x="412186" y="293646"/>
                      </a:cubicBezTo>
                      <a:cubicBezTo>
                        <a:pt x="497066" y="370185"/>
                        <a:pt x="568467" y="462231"/>
                        <a:pt x="617026" y="565698"/>
                      </a:cubicBezTo>
                      <a:close/>
                      <a:moveTo>
                        <a:pt x="285165" y="141336"/>
                      </a:moveTo>
                      <a:cubicBezTo>
                        <a:pt x="291686" y="129877"/>
                        <a:pt x="299221" y="119100"/>
                        <a:pt x="306273" y="108010"/>
                      </a:cubicBezTo>
                      <a:cubicBezTo>
                        <a:pt x="321818" y="180056"/>
                        <a:pt x="380613" y="241884"/>
                        <a:pt x="441446" y="282111"/>
                      </a:cubicBezTo>
                      <a:cubicBezTo>
                        <a:pt x="376765" y="271609"/>
                        <a:pt x="311193" y="264898"/>
                        <a:pt x="245810" y="269713"/>
                      </a:cubicBezTo>
                      <a:cubicBezTo>
                        <a:pt x="247782" y="224396"/>
                        <a:pt x="262653" y="180502"/>
                        <a:pt x="285165" y="141336"/>
                      </a:cubicBezTo>
                      <a:close/>
                      <a:moveTo>
                        <a:pt x="54013" y="498154"/>
                      </a:moveTo>
                      <a:cubicBezTo>
                        <a:pt x="38686" y="439624"/>
                        <a:pt x="30175" y="379948"/>
                        <a:pt x="24706" y="319797"/>
                      </a:cubicBezTo>
                      <a:cubicBezTo>
                        <a:pt x="44781" y="260964"/>
                        <a:pt x="34838" y="246377"/>
                        <a:pt x="107083" y="236567"/>
                      </a:cubicBezTo>
                      <a:cubicBezTo>
                        <a:pt x="155916" y="228567"/>
                        <a:pt x="203422" y="212738"/>
                        <a:pt x="246673" y="188672"/>
                      </a:cubicBezTo>
                      <a:cubicBezTo>
                        <a:pt x="237137" y="215041"/>
                        <a:pt x="228901" y="243685"/>
                        <a:pt x="231545" y="271903"/>
                      </a:cubicBezTo>
                      <a:cubicBezTo>
                        <a:pt x="209906" y="284680"/>
                        <a:pt x="284151" y="282310"/>
                        <a:pt x="289885" y="283125"/>
                      </a:cubicBezTo>
                      <a:cubicBezTo>
                        <a:pt x="375201" y="405398"/>
                        <a:pt x="492450" y="513519"/>
                        <a:pt x="624627" y="582304"/>
                      </a:cubicBezTo>
                      <a:cubicBezTo>
                        <a:pt x="654475" y="647753"/>
                        <a:pt x="672238" y="717856"/>
                        <a:pt x="683792" y="788698"/>
                      </a:cubicBezTo>
                      <a:cubicBezTo>
                        <a:pt x="617291" y="790594"/>
                        <a:pt x="550818" y="793807"/>
                        <a:pt x="484488" y="798897"/>
                      </a:cubicBezTo>
                      <a:cubicBezTo>
                        <a:pt x="466839" y="770556"/>
                        <a:pt x="415873" y="731315"/>
                        <a:pt x="381428" y="746879"/>
                      </a:cubicBezTo>
                      <a:cubicBezTo>
                        <a:pt x="381533" y="737732"/>
                        <a:pt x="348633" y="742765"/>
                        <a:pt x="339135" y="735391"/>
                      </a:cubicBezTo>
                      <a:cubicBezTo>
                        <a:pt x="328216" y="731884"/>
                        <a:pt x="315269" y="720140"/>
                        <a:pt x="328728" y="710700"/>
                      </a:cubicBezTo>
                      <a:cubicBezTo>
                        <a:pt x="333666" y="711079"/>
                        <a:pt x="339581" y="711439"/>
                        <a:pt x="344121" y="708539"/>
                      </a:cubicBezTo>
                      <a:cubicBezTo>
                        <a:pt x="385675" y="716813"/>
                        <a:pt x="437655" y="714463"/>
                        <a:pt x="464204" y="753372"/>
                      </a:cubicBezTo>
                      <a:cubicBezTo>
                        <a:pt x="473929" y="766917"/>
                        <a:pt x="481161" y="782518"/>
                        <a:pt x="491701" y="795409"/>
                      </a:cubicBezTo>
                      <a:cubicBezTo>
                        <a:pt x="495928" y="800584"/>
                        <a:pt x="502876" y="793987"/>
                        <a:pt x="500383" y="788708"/>
                      </a:cubicBezTo>
                      <a:cubicBezTo>
                        <a:pt x="492469" y="773836"/>
                        <a:pt x="482479" y="759798"/>
                        <a:pt x="473028" y="745855"/>
                      </a:cubicBezTo>
                      <a:cubicBezTo>
                        <a:pt x="477607" y="734405"/>
                        <a:pt x="440972" y="692169"/>
                        <a:pt x="430868" y="684643"/>
                      </a:cubicBezTo>
                      <a:cubicBezTo>
                        <a:pt x="433721" y="676388"/>
                        <a:pt x="421949" y="670198"/>
                        <a:pt x="418186" y="663743"/>
                      </a:cubicBezTo>
                      <a:cubicBezTo>
                        <a:pt x="421939" y="650928"/>
                        <a:pt x="372831" y="630787"/>
                        <a:pt x="362159" y="624114"/>
                      </a:cubicBezTo>
                      <a:cubicBezTo>
                        <a:pt x="368092" y="614806"/>
                        <a:pt x="354282" y="597403"/>
                        <a:pt x="352614" y="586816"/>
                      </a:cubicBezTo>
                      <a:cubicBezTo>
                        <a:pt x="345126" y="559641"/>
                        <a:pt x="338794" y="532125"/>
                        <a:pt x="331306" y="504950"/>
                      </a:cubicBezTo>
                      <a:cubicBezTo>
                        <a:pt x="333221" y="495130"/>
                        <a:pt x="332292" y="483889"/>
                        <a:pt x="330813" y="474344"/>
                      </a:cubicBezTo>
                      <a:cubicBezTo>
                        <a:pt x="308472" y="352783"/>
                        <a:pt x="179793" y="285182"/>
                        <a:pt x="66420" y="271239"/>
                      </a:cubicBezTo>
                      <a:cubicBezTo>
                        <a:pt x="60809" y="270832"/>
                        <a:pt x="60477" y="278775"/>
                        <a:pt x="65169" y="280490"/>
                      </a:cubicBezTo>
                      <a:cubicBezTo>
                        <a:pt x="163916" y="307599"/>
                        <a:pt x="277743" y="350290"/>
                        <a:pt x="310908" y="457814"/>
                      </a:cubicBezTo>
                      <a:cubicBezTo>
                        <a:pt x="311060" y="488325"/>
                        <a:pt x="323553" y="520760"/>
                        <a:pt x="328671" y="551651"/>
                      </a:cubicBezTo>
                      <a:cubicBezTo>
                        <a:pt x="334662" y="573612"/>
                        <a:pt x="335704" y="597944"/>
                        <a:pt x="347837" y="617706"/>
                      </a:cubicBezTo>
                      <a:cubicBezTo>
                        <a:pt x="341145" y="615811"/>
                        <a:pt x="333951" y="610048"/>
                        <a:pt x="327041" y="610967"/>
                      </a:cubicBezTo>
                      <a:cubicBezTo>
                        <a:pt x="321704" y="609792"/>
                        <a:pt x="317714" y="617858"/>
                        <a:pt x="316956" y="622426"/>
                      </a:cubicBezTo>
                      <a:cubicBezTo>
                        <a:pt x="314311" y="644246"/>
                        <a:pt x="335088" y="659487"/>
                        <a:pt x="350889" y="670691"/>
                      </a:cubicBezTo>
                      <a:cubicBezTo>
                        <a:pt x="334813" y="671553"/>
                        <a:pt x="317610" y="667402"/>
                        <a:pt x="302018" y="672331"/>
                      </a:cubicBezTo>
                      <a:cubicBezTo>
                        <a:pt x="300899" y="672245"/>
                        <a:pt x="299790" y="672596"/>
                        <a:pt x="299003" y="673591"/>
                      </a:cubicBezTo>
                      <a:cubicBezTo>
                        <a:pt x="283828" y="692634"/>
                        <a:pt x="295695" y="706017"/>
                        <a:pt x="317174" y="708558"/>
                      </a:cubicBezTo>
                      <a:cubicBezTo>
                        <a:pt x="296899" y="738746"/>
                        <a:pt x="352396" y="761192"/>
                        <a:pt x="376035" y="752187"/>
                      </a:cubicBezTo>
                      <a:cubicBezTo>
                        <a:pt x="361723" y="782044"/>
                        <a:pt x="415541" y="791276"/>
                        <a:pt x="433219" y="803608"/>
                      </a:cubicBezTo>
                      <a:cubicBezTo>
                        <a:pt x="289885" y="825494"/>
                        <a:pt x="558553" y="807816"/>
                        <a:pt x="579007" y="806811"/>
                      </a:cubicBezTo>
                      <a:cubicBezTo>
                        <a:pt x="640447" y="801892"/>
                        <a:pt x="702910" y="806101"/>
                        <a:pt x="763734" y="798395"/>
                      </a:cubicBezTo>
                      <a:cubicBezTo>
                        <a:pt x="808207" y="831001"/>
                        <a:pt x="839637" y="878014"/>
                        <a:pt x="855485" y="930468"/>
                      </a:cubicBezTo>
                      <a:cubicBezTo>
                        <a:pt x="802984" y="948600"/>
                        <a:pt x="753051" y="973889"/>
                        <a:pt x="699858" y="990429"/>
                      </a:cubicBezTo>
                      <a:cubicBezTo>
                        <a:pt x="616883" y="1019727"/>
                        <a:pt x="530279" y="1035670"/>
                        <a:pt x="445086" y="1056693"/>
                      </a:cubicBezTo>
                      <a:cubicBezTo>
                        <a:pt x="260246" y="916989"/>
                        <a:pt x="110799" y="725770"/>
                        <a:pt x="54013" y="498154"/>
                      </a:cubicBezTo>
                      <a:close/>
                      <a:moveTo>
                        <a:pt x="476858" y="799485"/>
                      </a:moveTo>
                      <a:cubicBezTo>
                        <a:pt x="466972" y="800243"/>
                        <a:pt x="457095" y="801096"/>
                        <a:pt x="447209" y="802082"/>
                      </a:cubicBezTo>
                      <a:cubicBezTo>
                        <a:pt x="443380" y="791854"/>
                        <a:pt x="417551" y="785447"/>
                        <a:pt x="407580" y="778490"/>
                      </a:cubicBezTo>
                      <a:cubicBezTo>
                        <a:pt x="340756" y="747732"/>
                        <a:pt x="434726" y="739732"/>
                        <a:pt x="476858" y="799485"/>
                      </a:cubicBezTo>
                      <a:close/>
                      <a:moveTo>
                        <a:pt x="406290" y="685638"/>
                      </a:moveTo>
                      <a:cubicBezTo>
                        <a:pt x="426717" y="689819"/>
                        <a:pt x="438953" y="707733"/>
                        <a:pt x="450290" y="723704"/>
                      </a:cubicBezTo>
                      <a:cubicBezTo>
                        <a:pt x="415921" y="702738"/>
                        <a:pt x="372983" y="702349"/>
                        <a:pt x="333865" y="699174"/>
                      </a:cubicBezTo>
                      <a:cubicBezTo>
                        <a:pt x="323430" y="695411"/>
                        <a:pt x="295421" y="698596"/>
                        <a:pt x="304994" y="680217"/>
                      </a:cubicBezTo>
                      <a:cubicBezTo>
                        <a:pt x="305525" y="679857"/>
                        <a:pt x="305942" y="679288"/>
                        <a:pt x="306122" y="678700"/>
                      </a:cubicBezTo>
                      <a:cubicBezTo>
                        <a:pt x="306378" y="679288"/>
                        <a:pt x="306634" y="679885"/>
                        <a:pt x="306890" y="680473"/>
                      </a:cubicBezTo>
                      <a:cubicBezTo>
                        <a:pt x="339628" y="685070"/>
                        <a:pt x="373637" y="680615"/>
                        <a:pt x="406290" y="685638"/>
                      </a:cubicBezTo>
                      <a:close/>
                      <a:moveTo>
                        <a:pt x="329932" y="620455"/>
                      </a:moveTo>
                      <a:cubicBezTo>
                        <a:pt x="358623" y="636123"/>
                        <a:pt x="393570" y="647014"/>
                        <a:pt x="412423" y="674909"/>
                      </a:cubicBezTo>
                      <a:cubicBezTo>
                        <a:pt x="400727" y="671468"/>
                        <a:pt x="388348" y="670947"/>
                        <a:pt x="375902" y="670814"/>
                      </a:cubicBezTo>
                      <a:cubicBezTo>
                        <a:pt x="364509" y="656198"/>
                        <a:pt x="324377" y="645601"/>
                        <a:pt x="329932" y="620455"/>
                      </a:cubicBezTo>
                      <a:close/>
                      <a:moveTo>
                        <a:pt x="788027" y="800726"/>
                      </a:moveTo>
                      <a:cubicBezTo>
                        <a:pt x="804567" y="796821"/>
                        <a:pt x="821192" y="790878"/>
                        <a:pt x="835732" y="781940"/>
                      </a:cubicBezTo>
                      <a:cubicBezTo>
                        <a:pt x="836680" y="781267"/>
                        <a:pt x="837325" y="780404"/>
                        <a:pt x="837723" y="779485"/>
                      </a:cubicBezTo>
                      <a:cubicBezTo>
                        <a:pt x="868528" y="777021"/>
                        <a:pt x="881542" y="802698"/>
                        <a:pt x="902584" y="801105"/>
                      </a:cubicBezTo>
                      <a:cubicBezTo>
                        <a:pt x="929247" y="813911"/>
                        <a:pt x="949607" y="841683"/>
                        <a:pt x="954953" y="870611"/>
                      </a:cubicBezTo>
                      <a:cubicBezTo>
                        <a:pt x="923275" y="875616"/>
                        <a:pt x="890821" y="884118"/>
                        <a:pt x="859997" y="893255"/>
                      </a:cubicBezTo>
                      <a:cubicBezTo>
                        <a:pt x="844329" y="856972"/>
                        <a:pt x="819420" y="824773"/>
                        <a:pt x="788027" y="800726"/>
                      </a:cubicBezTo>
                      <a:close/>
                      <a:moveTo>
                        <a:pt x="148874" y="1237561"/>
                      </a:moveTo>
                      <a:cubicBezTo>
                        <a:pt x="210778" y="1107052"/>
                        <a:pt x="228711" y="971984"/>
                        <a:pt x="182608" y="833228"/>
                      </a:cubicBezTo>
                      <a:cubicBezTo>
                        <a:pt x="240853" y="914108"/>
                        <a:pt x="309600" y="989595"/>
                        <a:pt x="391893" y="1046551"/>
                      </a:cubicBezTo>
                      <a:cubicBezTo>
                        <a:pt x="402452" y="1052039"/>
                        <a:pt x="439190" y="1084958"/>
                        <a:pt x="447029" y="1069261"/>
                      </a:cubicBezTo>
                      <a:cubicBezTo>
                        <a:pt x="477218" y="1066342"/>
                        <a:pt x="507208" y="1059498"/>
                        <a:pt x="536819" y="1053366"/>
                      </a:cubicBezTo>
                      <a:cubicBezTo>
                        <a:pt x="394509" y="1237647"/>
                        <a:pt x="454308" y="1224377"/>
                        <a:pt x="549975" y="1050475"/>
                      </a:cubicBezTo>
                      <a:cubicBezTo>
                        <a:pt x="568979" y="1046191"/>
                        <a:pt x="587898" y="1041499"/>
                        <a:pt x="606732" y="1036570"/>
                      </a:cubicBezTo>
                      <a:cubicBezTo>
                        <a:pt x="606618" y="1038627"/>
                        <a:pt x="607604" y="1040722"/>
                        <a:pt x="609955" y="1041195"/>
                      </a:cubicBezTo>
                      <a:cubicBezTo>
                        <a:pt x="638409" y="1046902"/>
                        <a:pt x="667138" y="1051319"/>
                        <a:pt x="695981" y="1054863"/>
                      </a:cubicBezTo>
                      <a:cubicBezTo>
                        <a:pt x="703867" y="1118180"/>
                        <a:pt x="719014" y="1180283"/>
                        <a:pt x="734786" y="1242045"/>
                      </a:cubicBezTo>
                      <a:cubicBezTo>
                        <a:pt x="730094" y="1259286"/>
                        <a:pt x="728834" y="1277940"/>
                        <a:pt x="725924" y="1295352"/>
                      </a:cubicBezTo>
                      <a:cubicBezTo>
                        <a:pt x="712389" y="1383359"/>
                        <a:pt x="685508" y="1468599"/>
                        <a:pt x="651906" y="1550854"/>
                      </a:cubicBezTo>
                      <a:cubicBezTo>
                        <a:pt x="542610" y="1612578"/>
                        <a:pt x="145793" y="1548683"/>
                        <a:pt x="28573" y="1495888"/>
                      </a:cubicBezTo>
                      <a:cubicBezTo>
                        <a:pt x="77444" y="1414354"/>
                        <a:pt x="111737" y="1324849"/>
                        <a:pt x="148874" y="1237561"/>
                      </a:cubicBezTo>
                      <a:close/>
                      <a:moveTo>
                        <a:pt x="281118" y="3384220"/>
                      </a:moveTo>
                      <a:cubicBezTo>
                        <a:pt x="310634" y="3386514"/>
                        <a:pt x="293449" y="3345027"/>
                        <a:pt x="290786" y="3328553"/>
                      </a:cubicBezTo>
                      <a:cubicBezTo>
                        <a:pt x="280113" y="3286014"/>
                        <a:pt x="267137" y="3244062"/>
                        <a:pt x="254853" y="3201958"/>
                      </a:cubicBezTo>
                      <a:cubicBezTo>
                        <a:pt x="174977" y="2962987"/>
                        <a:pt x="145746" y="2750034"/>
                        <a:pt x="211375" y="2503337"/>
                      </a:cubicBezTo>
                      <a:cubicBezTo>
                        <a:pt x="301913" y="2521906"/>
                        <a:pt x="394907" y="2527100"/>
                        <a:pt x="487057" y="2519792"/>
                      </a:cubicBezTo>
                      <a:cubicBezTo>
                        <a:pt x="421276" y="2654718"/>
                        <a:pt x="422574" y="2810222"/>
                        <a:pt x="407305" y="2956779"/>
                      </a:cubicBezTo>
                      <a:cubicBezTo>
                        <a:pt x="389542" y="3169286"/>
                        <a:pt x="392386" y="3384495"/>
                        <a:pt x="467559" y="3586671"/>
                      </a:cubicBezTo>
                      <a:cubicBezTo>
                        <a:pt x="481370" y="3627675"/>
                        <a:pt x="488156" y="3671826"/>
                        <a:pt x="506999" y="3710820"/>
                      </a:cubicBezTo>
                      <a:cubicBezTo>
                        <a:pt x="466469" y="3720564"/>
                        <a:pt x="418603" y="3725171"/>
                        <a:pt x="379874" y="3707124"/>
                      </a:cubicBezTo>
                      <a:cubicBezTo>
                        <a:pt x="351429" y="3690887"/>
                        <a:pt x="338301" y="3659002"/>
                        <a:pt x="325382" y="3630519"/>
                      </a:cubicBezTo>
                      <a:cubicBezTo>
                        <a:pt x="293269" y="3554416"/>
                        <a:pt x="236844" y="3466588"/>
                        <a:pt x="281118" y="3384220"/>
                      </a:cubicBezTo>
                      <a:close/>
                      <a:moveTo>
                        <a:pt x="431541" y="3062729"/>
                      </a:moveTo>
                      <a:cubicBezTo>
                        <a:pt x="440546" y="3133533"/>
                        <a:pt x="440877" y="3205371"/>
                        <a:pt x="432527" y="3276251"/>
                      </a:cubicBezTo>
                      <a:cubicBezTo>
                        <a:pt x="432479" y="3276640"/>
                        <a:pt x="432432" y="3277019"/>
                        <a:pt x="432385" y="3277407"/>
                      </a:cubicBezTo>
                      <a:cubicBezTo>
                        <a:pt x="428717" y="3205883"/>
                        <a:pt x="428963" y="3134377"/>
                        <a:pt x="431541" y="3062729"/>
                      </a:cubicBezTo>
                      <a:close/>
                      <a:moveTo>
                        <a:pt x="453863" y="3820970"/>
                      </a:moveTo>
                      <a:cubicBezTo>
                        <a:pt x="412688" y="3811463"/>
                        <a:pt x="349192" y="3801520"/>
                        <a:pt x="326207" y="3762630"/>
                      </a:cubicBezTo>
                      <a:cubicBezTo>
                        <a:pt x="314984" y="3734754"/>
                        <a:pt x="310444" y="3704480"/>
                        <a:pt x="296283" y="3677655"/>
                      </a:cubicBezTo>
                      <a:cubicBezTo>
                        <a:pt x="291203" y="3667494"/>
                        <a:pt x="273156" y="3672679"/>
                        <a:pt x="275260" y="3684262"/>
                      </a:cubicBezTo>
                      <a:cubicBezTo>
                        <a:pt x="268672" y="3695911"/>
                        <a:pt x="271431" y="3710754"/>
                        <a:pt x="272777" y="3723427"/>
                      </a:cubicBezTo>
                      <a:cubicBezTo>
                        <a:pt x="268890" y="3722706"/>
                        <a:pt x="264663" y="3722346"/>
                        <a:pt x="260777" y="3722413"/>
                      </a:cubicBezTo>
                      <a:cubicBezTo>
                        <a:pt x="268274" y="3672859"/>
                        <a:pt x="264464" y="3621704"/>
                        <a:pt x="253241" y="3572984"/>
                      </a:cubicBezTo>
                      <a:cubicBezTo>
                        <a:pt x="235526" y="3504995"/>
                        <a:pt x="202399" y="3473536"/>
                        <a:pt x="256132" y="3409604"/>
                      </a:cubicBezTo>
                      <a:cubicBezTo>
                        <a:pt x="232493" y="3496484"/>
                        <a:pt x="296956" y="3600159"/>
                        <a:pt x="333135" y="3678186"/>
                      </a:cubicBezTo>
                      <a:cubicBezTo>
                        <a:pt x="350348" y="3709750"/>
                        <a:pt x="382888" y="3730232"/>
                        <a:pt x="418954" y="3730962"/>
                      </a:cubicBezTo>
                      <a:cubicBezTo>
                        <a:pt x="450365" y="3732413"/>
                        <a:pt x="482848" y="3731578"/>
                        <a:pt x="513284" y="3722915"/>
                      </a:cubicBezTo>
                      <a:cubicBezTo>
                        <a:pt x="517047" y="3729578"/>
                        <a:pt x="526023" y="3730488"/>
                        <a:pt x="532430" y="3727294"/>
                      </a:cubicBezTo>
                      <a:cubicBezTo>
                        <a:pt x="559093" y="3753455"/>
                        <a:pt x="579026" y="3785179"/>
                        <a:pt x="590173" y="3820828"/>
                      </a:cubicBezTo>
                      <a:cubicBezTo>
                        <a:pt x="545169" y="3828212"/>
                        <a:pt x="498848" y="3828600"/>
                        <a:pt x="453863" y="3820970"/>
                      </a:cubicBezTo>
                      <a:close/>
                      <a:moveTo>
                        <a:pt x="698237" y="3663523"/>
                      </a:moveTo>
                      <a:cubicBezTo>
                        <a:pt x="708853" y="3685077"/>
                        <a:pt x="741943" y="3741303"/>
                        <a:pt x="736635" y="3762924"/>
                      </a:cubicBezTo>
                      <a:cubicBezTo>
                        <a:pt x="700275" y="3769350"/>
                        <a:pt x="659129" y="3766109"/>
                        <a:pt x="622826" y="3757455"/>
                      </a:cubicBezTo>
                      <a:cubicBezTo>
                        <a:pt x="610068" y="3755104"/>
                        <a:pt x="599225" y="3744602"/>
                        <a:pt x="585889" y="3748327"/>
                      </a:cubicBezTo>
                      <a:cubicBezTo>
                        <a:pt x="572306" y="3728488"/>
                        <a:pt x="556828" y="3708963"/>
                        <a:pt x="537653" y="3694366"/>
                      </a:cubicBezTo>
                      <a:cubicBezTo>
                        <a:pt x="533681" y="3668745"/>
                        <a:pt x="522800" y="3644708"/>
                        <a:pt x="516061" y="3619723"/>
                      </a:cubicBezTo>
                      <a:cubicBezTo>
                        <a:pt x="563794" y="3642016"/>
                        <a:pt x="627556" y="3651921"/>
                        <a:pt x="670712" y="3614661"/>
                      </a:cubicBezTo>
                      <a:cubicBezTo>
                        <a:pt x="679508" y="3630822"/>
                        <a:pt x="689583" y="3647125"/>
                        <a:pt x="698237" y="3663523"/>
                      </a:cubicBezTo>
                      <a:close/>
                      <a:moveTo>
                        <a:pt x="665243" y="2517091"/>
                      </a:moveTo>
                      <a:cubicBezTo>
                        <a:pt x="660503" y="2533422"/>
                        <a:pt x="657309" y="2550161"/>
                        <a:pt x="654949" y="2566995"/>
                      </a:cubicBezTo>
                      <a:cubicBezTo>
                        <a:pt x="645793" y="2681846"/>
                        <a:pt x="647651" y="2797616"/>
                        <a:pt x="634864" y="2912362"/>
                      </a:cubicBezTo>
                      <a:cubicBezTo>
                        <a:pt x="619405" y="3138614"/>
                        <a:pt x="547728" y="3387746"/>
                        <a:pt x="659110" y="3599799"/>
                      </a:cubicBezTo>
                      <a:cubicBezTo>
                        <a:pt x="657366" y="3611562"/>
                        <a:pt x="635414" y="3616822"/>
                        <a:pt x="625566" y="3620595"/>
                      </a:cubicBezTo>
                      <a:cubicBezTo>
                        <a:pt x="586439" y="3631419"/>
                        <a:pt x="545747" y="3618510"/>
                        <a:pt x="510431" y="3601439"/>
                      </a:cubicBezTo>
                      <a:cubicBezTo>
                        <a:pt x="485625" y="3516900"/>
                        <a:pt x="455000" y="3433556"/>
                        <a:pt x="439560" y="3346610"/>
                      </a:cubicBezTo>
                      <a:cubicBezTo>
                        <a:pt x="448631" y="3303179"/>
                        <a:pt x="452441" y="3258479"/>
                        <a:pt x="454043" y="3214157"/>
                      </a:cubicBezTo>
                      <a:cubicBezTo>
                        <a:pt x="456204" y="3140538"/>
                        <a:pt x="450318" y="3066502"/>
                        <a:pt x="434878" y="2994455"/>
                      </a:cubicBezTo>
                      <a:cubicBezTo>
                        <a:pt x="447967" y="2834089"/>
                        <a:pt x="455474" y="2669723"/>
                        <a:pt x="511340" y="2517584"/>
                      </a:cubicBezTo>
                      <a:cubicBezTo>
                        <a:pt x="567870" y="2511678"/>
                        <a:pt x="623869" y="2500873"/>
                        <a:pt x="678332" y="2485025"/>
                      </a:cubicBezTo>
                      <a:cubicBezTo>
                        <a:pt x="673034" y="2495309"/>
                        <a:pt x="668484" y="2505925"/>
                        <a:pt x="665243" y="2517091"/>
                      </a:cubicBezTo>
                      <a:close/>
                      <a:moveTo>
                        <a:pt x="839580" y="2096625"/>
                      </a:moveTo>
                      <a:cubicBezTo>
                        <a:pt x="834841" y="2196054"/>
                        <a:pt x="802851" y="2300147"/>
                        <a:pt x="834642" y="2397510"/>
                      </a:cubicBezTo>
                      <a:cubicBezTo>
                        <a:pt x="640570" y="2484958"/>
                        <a:pt x="421901" y="2521887"/>
                        <a:pt x="211517" y="2480238"/>
                      </a:cubicBezTo>
                      <a:cubicBezTo>
                        <a:pt x="208370" y="2476210"/>
                        <a:pt x="202560" y="2474845"/>
                        <a:pt x="198314" y="2477622"/>
                      </a:cubicBezTo>
                      <a:cubicBezTo>
                        <a:pt x="148466" y="2467272"/>
                        <a:pt x="99946" y="2452305"/>
                        <a:pt x="51274" y="2437377"/>
                      </a:cubicBezTo>
                      <a:cubicBezTo>
                        <a:pt x="65984" y="2382695"/>
                        <a:pt x="65473" y="2325132"/>
                        <a:pt x="71368" y="2269058"/>
                      </a:cubicBezTo>
                      <a:cubicBezTo>
                        <a:pt x="94420" y="2058114"/>
                        <a:pt x="40980" y="1849132"/>
                        <a:pt x="49947" y="1638406"/>
                      </a:cubicBezTo>
                      <a:cubicBezTo>
                        <a:pt x="51606" y="1608871"/>
                        <a:pt x="57738" y="1566891"/>
                        <a:pt x="60620" y="1534636"/>
                      </a:cubicBezTo>
                      <a:cubicBezTo>
                        <a:pt x="221280" y="1591137"/>
                        <a:pt x="677669" y="1664491"/>
                        <a:pt x="669868" y="1551432"/>
                      </a:cubicBezTo>
                      <a:cubicBezTo>
                        <a:pt x="710389" y="1469396"/>
                        <a:pt x="734199" y="1379805"/>
                        <a:pt x="747649" y="1289532"/>
                      </a:cubicBezTo>
                      <a:cubicBezTo>
                        <a:pt x="779430" y="1391264"/>
                        <a:pt x="810538" y="1496447"/>
                        <a:pt x="866187" y="1588000"/>
                      </a:cubicBezTo>
                      <a:cubicBezTo>
                        <a:pt x="857296" y="1757333"/>
                        <a:pt x="856973" y="1927604"/>
                        <a:pt x="839580" y="2096625"/>
                      </a:cubicBezTo>
                      <a:close/>
                      <a:moveTo>
                        <a:pt x="915389" y="1592872"/>
                      </a:moveTo>
                      <a:cubicBezTo>
                        <a:pt x="871750" y="1557991"/>
                        <a:pt x="856111" y="1499376"/>
                        <a:pt x="834472" y="1449917"/>
                      </a:cubicBezTo>
                      <a:cubicBezTo>
                        <a:pt x="782292" y="1323076"/>
                        <a:pt x="744615" y="1190861"/>
                        <a:pt x="715109" y="1057081"/>
                      </a:cubicBezTo>
                      <a:cubicBezTo>
                        <a:pt x="738388" y="1059641"/>
                        <a:pt x="761724" y="1061697"/>
                        <a:pt x="785041" y="1063451"/>
                      </a:cubicBezTo>
                      <a:cubicBezTo>
                        <a:pt x="843448" y="1241931"/>
                        <a:pt x="877362" y="1252964"/>
                        <a:pt x="796055" y="1064257"/>
                      </a:cubicBezTo>
                      <a:cubicBezTo>
                        <a:pt x="808832" y="1065186"/>
                        <a:pt x="821609" y="1066001"/>
                        <a:pt x="834415" y="1066740"/>
                      </a:cubicBezTo>
                      <a:cubicBezTo>
                        <a:pt x="836566" y="1102919"/>
                        <a:pt x="841988" y="1138568"/>
                        <a:pt x="847078" y="1174425"/>
                      </a:cubicBezTo>
                      <a:cubicBezTo>
                        <a:pt x="869239" y="1313910"/>
                        <a:pt x="885125" y="1454903"/>
                        <a:pt x="915389" y="1592872"/>
                      </a:cubicBezTo>
                      <a:close/>
                      <a:moveTo>
                        <a:pt x="1101262" y="1037546"/>
                      </a:moveTo>
                      <a:cubicBezTo>
                        <a:pt x="1077130" y="1040816"/>
                        <a:pt x="1052818" y="1044940"/>
                        <a:pt x="1028420" y="1046447"/>
                      </a:cubicBezTo>
                      <a:cubicBezTo>
                        <a:pt x="892205" y="1055821"/>
                        <a:pt x="755383" y="1047120"/>
                        <a:pt x="619784" y="1033101"/>
                      </a:cubicBezTo>
                      <a:cubicBezTo>
                        <a:pt x="702929" y="1008571"/>
                        <a:pt x="789013" y="984031"/>
                        <a:pt x="862888" y="937634"/>
                      </a:cubicBezTo>
                      <a:cubicBezTo>
                        <a:pt x="878073" y="934837"/>
                        <a:pt x="867125" y="912819"/>
                        <a:pt x="864139" y="903397"/>
                      </a:cubicBezTo>
                      <a:cubicBezTo>
                        <a:pt x="889153" y="900298"/>
                        <a:pt x="913949" y="894639"/>
                        <a:pt x="938792" y="890222"/>
                      </a:cubicBezTo>
                      <a:cubicBezTo>
                        <a:pt x="947057" y="888488"/>
                        <a:pt x="959550" y="888781"/>
                        <a:pt x="963625" y="880118"/>
                      </a:cubicBezTo>
                      <a:cubicBezTo>
                        <a:pt x="967161" y="879654"/>
                        <a:pt x="968658" y="875625"/>
                        <a:pt x="969331" y="872564"/>
                      </a:cubicBezTo>
                      <a:cubicBezTo>
                        <a:pt x="1007103" y="872668"/>
                        <a:pt x="1046230" y="884658"/>
                        <a:pt x="1069405" y="916203"/>
                      </a:cubicBezTo>
                      <a:cubicBezTo>
                        <a:pt x="1071661" y="918904"/>
                        <a:pt x="1076761" y="916004"/>
                        <a:pt x="1075453" y="912686"/>
                      </a:cubicBezTo>
                      <a:cubicBezTo>
                        <a:pt x="1059225" y="872962"/>
                        <a:pt x="1011359" y="858573"/>
                        <a:pt x="971587" y="861995"/>
                      </a:cubicBezTo>
                      <a:cubicBezTo>
                        <a:pt x="971360" y="862014"/>
                        <a:pt x="969957" y="862071"/>
                        <a:pt x="968829" y="862355"/>
                      </a:cubicBezTo>
                      <a:cubicBezTo>
                        <a:pt x="959673" y="829399"/>
                        <a:pt x="936299" y="798584"/>
                        <a:pt x="902802" y="789371"/>
                      </a:cubicBezTo>
                      <a:cubicBezTo>
                        <a:pt x="892006" y="783968"/>
                        <a:pt x="881599" y="777495"/>
                        <a:pt x="870556" y="772556"/>
                      </a:cubicBezTo>
                      <a:cubicBezTo>
                        <a:pt x="967038" y="641194"/>
                        <a:pt x="878091" y="479832"/>
                        <a:pt x="870016" y="337143"/>
                      </a:cubicBezTo>
                      <a:cubicBezTo>
                        <a:pt x="870585" y="327864"/>
                        <a:pt x="856869" y="328290"/>
                        <a:pt x="855827" y="337143"/>
                      </a:cubicBezTo>
                      <a:cubicBezTo>
                        <a:pt x="850414" y="395730"/>
                        <a:pt x="875665" y="451302"/>
                        <a:pt x="883703" y="508637"/>
                      </a:cubicBezTo>
                      <a:cubicBezTo>
                        <a:pt x="902830" y="619972"/>
                        <a:pt x="907209" y="665705"/>
                        <a:pt x="855466" y="768443"/>
                      </a:cubicBezTo>
                      <a:cubicBezTo>
                        <a:pt x="847362" y="767912"/>
                        <a:pt x="836595" y="766869"/>
                        <a:pt x="829514" y="772007"/>
                      </a:cubicBezTo>
                      <a:cubicBezTo>
                        <a:pt x="817913" y="772642"/>
                        <a:pt x="783155" y="783039"/>
                        <a:pt x="781108" y="795636"/>
                      </a:cubicBezTo>
                      <a:cubicBezTo>
                        <a:pt x="776615" y="792537"/>
                        <a:pt x="771733" y="788869"/>
                        <a:pt x="766160" y="786660"/>
                      </a:cubicBezTo>
                      <a:cubicBezTo>
                        <a:pt x="800472" y="716140"/>
                        <a:pt x="794283" y="632986"/>
                        <a:pt x="772274" y="559755"/>
                      </a:cubicBezTo>
                      <a:cubicBezTo>
                        <a:pt x="781961" y="539689"/>
                        <a:pt x="774160" y="508410"/>
                        <a:pt x="774653" y="485984"/>
                      </a:cubicBezTo>
                      <a:cubicBezTo>
                        <a:pt x="769752" y="409113"/>
                        <a:pt x="748843" y="331181"/>
                        <a:pt x="702825" y="268415"/>
                      </a:cubicBezTo>
                      <a:cubicBezTo>
                        <a:pt x="703488" y="267723"/>
                        <a:pt x="704142" y="267021"/>
                        <a:pt x="704806" y="266329"/>
                      </a:cubicBezTo>
                      <a:cubicBezTo>
                        <a:pt x="721441" y="272102"/>
                        <a:pt x="736056" y="282917"/>
                        <a:pt x="752729" y="288556"/>
                      </a:cubicBezTo>
                      <a:cubicBezTo>
                        <a:pt x="754663" y="292158"/>
                        <a:pt x="760814" y="293770"/>
                        <a:pt x="763089" y="289495"/>
                      </a:cubicBezTo>
                      <a:cubicBezTo>
                        <a:pt x="768577" y="277959"/>
                        <a:pt x="750037" y="261116"/>
                        <a:pt x="744928" y="250510"/>
                      </a:cubicBezTo>
                      <a:cubicBezTo>
                        <a:pt x="768890" y="260472"/>
                        <a:pt x="793477" y="268879"/>
                        <a:pt x="817913" y="277694"/>
                      </a:cubicBezTo>
                      <a:cubicBezTo>
                        <a:pt x="855353" y="291362"/>
                        <a:pt x="875305" y="288973"/>
                        <a:pt x="887219" y="332423"/>
                      </a:cubicBezTo>
                      <a:cubicBezTo>
                        <a:pt x="973161" y="560978"/>
                        <a:pt x="1114058" y="785665"/>
                        <a:pt x="1101262" y="1037546"/>
                      </a:cubicBezTo>
                      <a:close/>
                    </a:path>
                  </a:pathLst>
                </a:custGeom>
                <a:solidFill>
                  <a:srgbClr val="000000"/>
                </a:solidFill>
                <a:ln w="9452" cap="flat">
                  <a:noFill/>
                  <a:prstDash val="solid"/>
                  <a:miter/>
                </a:ln>
              </p:spPr>
              <p:txBody>
                <a:bodyPr rtlCol="0" anchor="ctr"/>
                <a:lstStyle/>
                <a:p>
                  <a:endParaRPr lang="en-US"/>
                </a:p>
              </p:txBody>
            </p:sp>
          </p:grpSp>
          <p:pic>
            <p:nvPicPr>
              <p:cNvPr id="44" name="Графіка 43" descr="Woman with long straight hair">
                <a:extLst>
                  <a:ext uri="{FF2B5EF4-FFF2-40B4-BE49-F238E27FC236}">
                    <a16:creationId xmlns:a16="http://schemas.microsoft.com/office/drawing/2014/main" id="{9D39A195-CA53-4E34-833E-D92505F776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0289" y="3265911"/>
                <a:ext cx="723900" cy="762000"/>
              </a:xfrm>
              <a:prstGeom prst="rect">
                <a:avLst/>
              </a:prstGeom>
            </p:spPr>
          </p:pic>
        </p:grpSp>
        <p:pic>
          <p:nvPicPr>
            <p:cNvPr id="42" name="Графіка 41" descr="A smiling woman">
              <a:extLst>
                <a:ext uri="{FF2B5EF4-FFF2-40B4-BE49-F238E27FC236}">
                  <a16:creationId xmlns:a16="http://schemas.microsoft.com/office/drawing/2014/main" id="{44BD7E8A-C556-44AC-B810-673F35F69B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1946" y="4400411"/>
              <a:ext cx="346969" cy="379497"/>
            </a:xfrm>
            <a:prstGeom prst="rect">
              <a:avLst/>
            </a:prstGeom>
          </p:spPr>
        </p:pic>
      </p:grpSp>
      <p:sp>
        <p:nvSpPr>
          <p:cNvPr id="2" name="Бульбашка прямої мови: овальна 1">
            <a:extLst>
              <a:ext uri="{FF2B5EF4-FFF2-40B4-BE49-F238E27FC236}">
                <a16:creationId xmlns:a16="http://schemas.microsoft.com/office/drawing/2014/main" id="{188295F0-2128-5258-3277-2ECB2D7098A5}"/>
              </a:ext>
            </a:extLst>
          </p:cNvPr>
          <p:cNvSpPr/>
          <p:nvPr/>
        </p:nvSpPr>
        <p:spPr>
          <a:xfrm>
            <a:off x="4465220" y="1229421"/>
            <a:ext cx="1905090" cy="1446830"/>
          </a:xfrm>
          <a:prstGeom prst="wedgeEllipseCallout">
            <a:avLst>
              <a:gd name="adj1" fmla="val -71840"/>
              <a:gd name="adj2" fmla="val 24319"/>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Бульбашка прямої мови: овальна 6">
            <a:extLst>
              <a:ext uri="{FF2B5EF4-FFF2-40B4-BE49-F238E27FC236}">
                <a16:creationId xmlns:a16="http://schemas.microsoft.com/office/drawing/2014/main" id="{623E0F38-8F76-63BE-0D8F-07DFEC54DAE8}"/>
              </a:ext>
            </a:extLst>
          </p:cNvPr>
          <p:cNvSpPr/>
          <p:nvPr/>
        </p:nvSpPr>
        <p:spPr>
          <a:xfrm flipH="1">
            <a:off x="5012709" y="1486914"/>
            <a:ext cx="1905090" cy="1446830"/>
          </a:xfrm>
          <a:prstGeom prst="wedgeEllipseCallout">
            <a:avLst>
              <a:gd name="adj1" fmla="val -71840"/>
              <a:gd name="adj2" fmla="val 24319"/>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pic>
        <p:nvPicPr>
          <p:cNvPr id="8" name="Графіка 7" descr="An eating face">
            <a:extLst>
              <a:ext uri="{FF2B5EF4-FFF2-40B4-BE49-F238E27FC236}">
                <a16:creationId xmlns:a16="http://schemas.microsoft.com/office/drawing/2014/main" id="{86CB87C7-288F-1933-A1F0-58C83285BB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7744367" y="2033670"/>
            <a:ext cx="780743" cy="805142"/>
          </a:xfrm>
          <a:prstGeom prst="rect">
            <a:avLst/>
          </a:prstGeom>
        </p:spPr>
      </p:pic>
      <p:pic>
        <p:nvPicPr>
          <p:cNvPr id="10" name="Графіка 9" descr="Afraid face">
            <a:extLst>
              <a:ext uri="{FF2B5EF4-FFF2-40B4-BE49-F238E27FC236}">
                <a16:creationId xmlns:a16="http://schemas.microsoft.com/office/drawing/2014/main" id="{209787F5-7682-6F1B-3A21-BCADBE3F321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7682290" y="1985939"/>
            <a:ext cx="842800" cy="770560"/>
          </a:xfrm>
          <a:prstGeom prst="rect">
            <a:avLst/>
          </a:prstGeom>
        </p:spPr>
      </p:pic>
      <p:pic>
        <p:nvPicPr>
          <p:cNvPr id="12" name="Графіка 11" descr="A depressed face">
            <a:extLst>
              <a:ext uri="{FF2B5EF4-FFF2-40B4-BE49-F238E27FC236}">
                <a16:creationId xmlns:a16="http://schemas.microsoft.com/office/drawing/2014/main" id="{DB80027C-7A37-C533-7BD6-342CE20E6A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7701281" y="1962806"/>
            <a:ext cx="888151" cy="861237"/>
          </a:xfrm>
          <a:prstGeom prst="rect">
            <a:avLst/>
          </a:prstGeom>
        </p:spPr>
      </p:pic>
      <p:pic>
        <p:nvPicPr>
          <p:cNvPr id="34" name="Графіка 33" descr="An afraid face">
            <a:extLst>
              <a:ext uri="{FF2B5EF4-FFF2-40B4-BE49-F238E27FC236}">
                <a16:creationId xmlns:a16="http://schemas.microsoft.com/office/drawing/2014/main" id="{47950FB1-A5E3-119A-1A1B-CDC303179BD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7688140" y="2019512"/>
            <a:ext cx="797540" cy="821708"/>
          </a:xfrm>
          <a:prstGeom prst="rect">
            <a:avLst/>
          </a:prstGeom>
        </p:spPr>
      </p:pic>
    </p:spTree>
    <p:extLst>
      <p:ext uri="{BB962C8B-B14F-4D97-AF65-F5344CB8AC3E}">
        <p14:creationId xmlns:p14="http://schemas.microsoft.com/office/powerpoint/2010/main" val="692835038"/>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xit" presetSubtype="0" fill="hold" nodeType="withEffect">
                                  <p:stCondLst>
                                    <p:cond delay="0"/>
                                  </p:stCondLst>
                                  <p:childTnLst>
                                    <p:animEffect transition="out" filter="fad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0" presetClass="entr" presetSubtype="0" fill="hold" grpId="2"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3" nodeType="clickEffect">
                                  <p:stCondLst>
                                    <p:cond delay="0"/>
                                  </p:stCondLst>
                                  <p:childTnLst>
                                    <p:set>
                                      <p:cBhvr>
                                        <p:cTn id="31" dur="1" fill="hold">
                                          <p:stCondLst>
                                            <p:cond delay="0"/>
                                          </p:stCondLst>
                                        </p:cTn>
                                        <p:tgtEl>
                                          <p:spTgt spid="2"/>
                                        </p:tgtEl>
                                        <p:attrNameLst>
                                          <p:attrName>style.visibility</p:attrName>
                                        </p:attrNameLst>
                                      </p:cBhvr>
                                      <p:to>
                                        <p:strVal val="hidden"/>
                                      </p:to>
                                    </p:set>
                                  </p:childTnLst>
                                </p:cTn>
                              </p:par>
                              <p:par>
                                <p:cTn id="32" presetID="10" presetClass="entr" presetSubtype="0" fill="hold" grpId="2"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xit" presetSubtype="0" fill="hold" nodeType="withEffect">
                                  <p:stCondLst>
                                    <p:cond delay="0"/>
                                  </p:stCondLst>
                                  <p:childTnLst>
                                    <p:animEffect transition="out" filter="fade">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3" nodeType="clickEffect">
                                  <p:stCondLst>
                                    <p:cond delay="0"/>
                                  </p:stCondLst>
                                  <p:childTnLst>
                                    <p:set>
                                      <p:cBhvr>
                                        <p:cTn id="44" dur="1" fill="hold">
                                          <p:stCondLst>
                                            <p:cond delay="0"/>
                                          </p:stCondLst>
                                        </p:cTn>
                                        <p:tgtEl>
                                          <p:spTgt spid="7"/>
                                        </p:tgtEl>
                                        <p:attrNameLst>
                                          <p:attrName>style.visibility</p:attrName>
                                        </p:attrNameLst>
                                      </p:cBhvr>
                                      <p:to>
                                        <p:strVal val="hidden"/>
                                      </p:to>
                                    </p:set>
                                  </p:childTnLst>
                                </p:cTn>
                              </p:par>
                              <p:par>
                                <p:cTn id="45" presetID="10" presetClass="entr" presetSubtype="0" fill="hold" grpId="4" nodeType="with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5" nodeType="clickEffect">
                                  <p:stCondLst>
                                    <p:cond delay="0"/>
                                  </p:stCondLst>
                                  <p:childTnLst>
                                    <p:set>
                                      <p:cBhvr>
                                        <p:cTn id="51" dur="1" fill="hold">
                                          <p:stCondLst>
                                            <p:cond delay="0"/>
                                          </p:stCondLst>
                                        </p:cTn>
                                        <p:tgtEl>
                                          <p:spTgt spid="2"/>
                                        </p:tgtEl>
                                        <p:attrNameLst>
                                          <p:attrName>style.visibility</p:attrName>
                                        </p:attrNameLst>
                                      </p:cBhvr>
                                      <p:to>
                                        <p:strVal val="hidden"/>
                                      </p:to>
                                    </p:set>
                                  </p:childTnLst>
                                </p:cTn>
                              </p:par>
                              <p:par>
                                <p:cTn id="52" presetID="10" presetClass="entr" presetSubtype="0" fill="hold" grpId="4"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par>
                                <p:cTn id="55" presetID="10" presetClass="exit" presetSubtype="0" fill="hold" nodeType="withEffect">
                                  <p:stCondLst>
                                    <p:cond delay="0"/>
                                  </p:stCondLst>
                                  <p:childTnLst>
                                    <p:animEffect transition="out" filter="fade">
                                      <p:cBhvr>
                                        <p:cTn id="56" dur="500"/>
                                        <p:tgtEl>
                                          <p:spTgt spid="12"/>
                                        </p:tgtEl>
                                      </p:cBhvr>
                                    </p:animEffect>
                                    <p:set>
                                      <p:cBhvr>
                                        <p:cTn id="57" dur="1" fill="hold">
                                          <p:stCondLst>
                                            <p:cond delay="499"/>
                                          </p:stCondLst>
                                        </p:cTn>
                                        <p:tgtEl>
                                          <p:spTgt spid="12"/>
                                        </p:tgtEl>
                                        <p:attrNameLst>
                                          <p:attrName>style.visibility</p:attrName>
                                        </p:attrNameLst>
                                      </p:cBhvr>
                                      <p:to>
                                        <p:strVal val="hidden"/>
                                      </p:to>
                                    </p:set>
                                  </p:childTnLst>
                                </p:cTn>
                              </p:par>
                              <p:par>
                                <p:cTn id="58" presetID="10" presetClass="entr" presetSubtype="0" fill="hold"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P spid="2" grpId="4" animBg="1"/>
      <p:bldP spid="2" grpId="5" animBg="1"/>
      <p:bldP spid="7" grpId="0" animBg="1"/>
      <p:bldP spid="7" grpId="1" animBg="1"/>
      <p:bldP spid="7" grpId="2" animBg="1"/>
      <p:bldP spid="7" grpId="3" animBg="1"/>
      <p:bldP spid="7" grpId="4"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phere">
          <a:fgClr>
            <a:schemeClr val="accent6"/>
          </a:fgClr>
          <a:bgClr>
            <a:srgbClr val="00B0F0"/>
          </a:bgClr>
        </a:pattFill>
        <a:effectLst/>
      </p:bgPr>
    </p:bg>
    <p:spTree>
      <p:nvGrpSpPr>
        <p:cNvPr id="1" name=""/>
        <p:cNvGrpSpPr/>
        <p:nvPr/>
      </p:nvGrpSpPr>
      <p:grpSpPr>
        <a:xfrm>
          <a:off x="0" y="0"/>
          <a:ext cx="0" cy="0"/>
          <a:chOff x="0" y="0"/>
          <a:chExt cx="0" cy="0"/>
        </a:xfrm>
      </p:grpSpPr>
      <p:grpSp>
        <p:nvGrpSpPr>
          <p:cNvPr id="19" name="Графіка 6" descr="Girl wearing necklace">
            <a:extLst>
              <a:ext uri="{FF2B5EF4-FFF2-40B4-BE49-F238E27FC236}">
                <a16:creationId xmlns:a16="http://schemas.microsoft.com/office/drawing/2014/main" id="{09E5F2B8-E977-4DBA-AF25-B52142F13635}"/>
              </a:ext>
            </a:extLst>
          </p:cNvPr>
          <p:cNvGrpSpPr/>
          <p:nvPr/>
        </p:nvGrpSpPr>
        <p:grpSpPr>
          <a:xfrm flipH="1">
            <a:off x="6691974" y="1436079"/>
            <a:ext cx="2870880" cy="10062730"/>
            <a:chOff x="9484880" y="2078244"/>
            <a:chExt cx="1217959" cy="4269072"/>
          </a:xfrm>
        </p:grpSpPr>
        <p:grpSp>
          <p:nvGrpSpPr>
            <p:cNvPr id="20" name="Графіка 6" descr="Girl wearing necklace">
              <a:extLst>
                <a:ext uri="{FF2B5EF4-FFF2-40B4-BE49-F238E27FC236}">
                  <a16:creationId xmlns:a16="http://schemas.microsoft.com/office/drawing/2014/main" id="{15885F5B-D970-4BA3-89AA-DB96C2BDE5DF}"/>
                </a:ext>
              </a:extLst>
            </p:cNvPr>
            <p:cNvGrpSpPr/>
            <p:nvPr/>
          </p:nvGrpSpPr>
          <p:grpSpPr>
            <a:xfrm>
              <a:off x="9484880" y="2589075"/>
              <a:ext cx="1217959" cy="3758241"/>
              <a:chOff x="9484880" y="2589075"/>
              <a:chExt cx="1217959" cy="3758241"/>
            </a:xfrm>
          </p:grpSpPr>
          <p:sp>
            <p:nvSpPr>
              <p:cNvPr id="32" name="Полілінія: фігура 31">
                <a:extLst>
                  <a:ext uri="{FF2B5EF4-FFF2-40B4-BE49-F238E27FC236}">
                    <a16:creationId xmlns:a16="http://schemas.microsoft.com/office/drawing/2014/main" id="{4D8E5059-7135-41BA-A6D1-BFA11A38ABA3}"/>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33" name="Полілінія: фігура 32">
                <a:extLst>
                  <a:ext uri="{FF2B5EF4-FFF2-40B4-BE49-F238E27FC236}">
                    <a16:creationId xmlns:a16="http://schemas.microsoft.com/office/drawing/2014/main" id="{C465E828-16CE-449E-97F6-4256C9DE83BA}"/>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35" name="Графіка 6" descr="Girl wearing necklace">
                <a:extLst>
                  <a:ext uri="{FF2B5EF4-FFF2-40B4-BE49-F238E27FC236}">
                    <a16:creationId xmlns:a16="http://schemas.microsoft.com/office/drawing/2014/main" id="{49D8BE6B-D5E3-423B-9F7A-AD97DBB7DBE4}"/>
                  </a:ext>
                </a:extLst>
              </p:cNvPr>
              <p:cNvGrpSpPr/>
              <p:nvPr/>
            </p:nvGrpSpPr>
            <p:grpSpPr>
              <a:xfrm>
                <a:off x="9885356" y="5496683"/>
                <a:ext cx="335397" cy="468844"/>
                <a:chOff x="9885356" y="5496683"/>
                <a:chExt cx="335397" cy="468844"/>
              </a:xfrm>
              <a:solidFill>
                <a:srgbClr val="FFFFFF"/>
              </a:solidFill>
            </p:grpSpPr>
            <p:sp>
              <p:nvSpPr>
                <p:cNvPr id="42" name="Полілінія: фігура 41">
                  <a:extLst>
                    <a:ext uri="{FF2B5EF4-FFF2-40B4-BE49-F238E27FC236}">
                      <a16:creationId xmlns:a16="http://schemas.microsoft.com/office/drawing/2014/main" id="{0889E268-96B2-49DF-91A2-50F679982544}"/>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43" name="Полілінія: фігура 42">
                  <a:extLst>
                    <a:ext uri="{FF2B5EF4-FFF2-40B4-BE49-F238E27FC236}">
                      <a16:creationId xmlns:a16="http://schemas.microsoft.com/office/drawing/2014/main" id="{DD583B94-1F61-4D67-9BEC-5EBACBBA3421}"/>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36" name="Графіка 6" descr="Girl wearing necklace">
                <a:extLst>
                  <a:ext uri="{FF2B5EF4-FFF2-40B4-BE49-F238E27FC236}">
                    <a16:creationId xmlns:a16="http://schemas.microsoft.com/office/drawing/2014/main" id="{218CCA71-782F-4FD4-B82C-B6AC80E80403}"/>
                  </a:ext>
                </a:extLst>
              </p:cNvPr>
              <p:cNvGrpSpPr/>
              <p:nvPr/>
            </p:nvGrpSpPr>
            <p:grpSpPr>
              <a:xfrm>
                <a:off x="9859305" y="6028064"/>
                <a:ext cx="429747" cy="300381"/>
                <a:chOff x="9859305" y="6028064"/>
                <a:chExt cx="429747" cy="300381"/>
              </a:xfrm>
              <a:solidFill>
                <a:srgbClr val="FFFFFF"/>
              </a:solidFill>
            </p:grpSpPr>
            <p:sp>
              <p:nvSpPr>
                <p:cNvPr id="40" name="Полілінія: фігура 39">
                  <a:extLst>
                    <a:ext uri="{FF2B5EF4-FFF2-40B4-BE49-F238E27FC236}">
                      <a16:creationId xmlns:a16="http://schemas.microsoft.com/office/drawing/2014/main" id="{6EF3F6CA-5F48-4D14-A0A9-4BC6777ADA8A}"/>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41" name="Полілінія: фігура 40">
                  <a:extLst>
                    <a:ext uri="{FF2B5EF4-FFF2-40B4-BE49-F238E27FC236}">
                      <a16:creationId xmlns:a16="http://schemas.microsoft.com/office/drawing/2014/main" id="{DEC88E09-41F4-4D08-9C3B-9C5D44EB3484}"/>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37" name="Графіка 6" descr="Girl wearing necklace">
                <a:extLst>
                  <a:ext uri="{FF2B5EF4-FFF2-40B4-BE49-F238E27FC236}">
                    <a16:creationId xmlns:a16="http://schemas.microsoft.com/office/drawing/2014/main" id="{3F98B873-60A5-43B6-8568-60CBFCDA734C}"/>
                  </a:ext>
                </a:extLst>
              </p:cNvPr>
              <p:cNvGrpSpPr/>
              <p:nvPr/>
            </p:nvGrpSpPr>
            <p:grpSpPr>
              <a:xfrm>
                <a:off x="9484880" y="2589075"/>
                <a:ext cx="1217959" cy="3758241"/>
                <a:chOff x="9484880" y="2589075"/>
                <a:chExt cx="1217959" cy="3758241"/>
              </a:xfrm>
              <a:solidFill>
                <a:srgbClr val="000000"/>
              </a:solidFill>
            </p:grpSpPr>
            <p:sp>
              <p:nvSpPr>
                <p:cNvPr id="38" name="Полілінія: фігура 37">
                  <a:extLst>
                    <a:ext uri="{FF2B5EF4-FFF2-40B4-BE49-F238E27FC236}">
                      <a16:creationId xmlns:a16="http://schemas.microsoft.com/office/drawing/2014/main" id="{B81C06F6-FB12-4B1B-8749-403AFFFDC76D}"/>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39" name="Полілінія: фігура 38">
                  <a:extLst>
                    <a:ext uri="{FF2B5EF4-FFF2-40B4-BE49-F238E27FC236}">
                      <a16:creationId xmlns:a16="http://schemas.microsoft.com/office/drawing/2014/main" id="{F709AF46-36D5-49E8-8047-FB7B410B4866}"/>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21" name="Графіка 6" descr="Girl wearing necklace">
              <a:extLst>
                <a:ext uri="{FF2B5EF4-FFF2-40B4-BE49-F238E27FC236}">
                  <a16:creationId xmlns:a16="http://schemas.microsoft.com/office/drawing/2014/main" id="{312DDB98-8F08-42E0-8CE0-DF987C527632}"/>
                </a:ext>
              </a:extLst>
            </p:cNvPr>
            <p:cNvGrpSpPr/>
            <p:nvPr/>
          </p:nvGrpSpPr>
          <p:grpSpPr>
            <a:xfrm>
              <a:off x="9884872" y="2761214"/>
              <a:ext cx="361204" cy="817610"/>
              <a:chOff x="9884872" y="2761214"/>
              <a:chExt cx="361204" cy="817610"/>
            </a:xfrm>
          </p:grpSpPr>
          <p:sp>
            <p:nvSpPr>
              <p:cNvPr id="27" name="Полілінія: фігура 26">
                <a:extLst>
                  <a:ext uri="{FF2B5EF4-FFF2-40B4-BE49-F238E27FC236}">
                    <a16:creationId xmlns:a16="http://schemas.microsoft.com/office/drawing/2014/main" id="{0B73E77F-6C50-48D5-A3D2-4740FCE65EDC}"/>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28" name="Полілінія: фігура 27">
                <a:extLst>
                  <a:ext uri="{FF2B5EF4-FFF2-40B4-BE49-F238E27FC236}">
                    <a16:creationId xmlns:a16="http://schemas.microsoft.com/office/drawing/2014/main" id="{ACA7C0A9-4578-48ED-A705-048C00E1722B}"/>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29" name="Графіка 6" descr="Girl wearing necklace">
                <a:extLst>
                  <a:ext uri="{FF2B5EF4-FFF2-40B4-BE49-F238E27FC236}">
                    <a16:creationId xmlns:a16="http://schemas.microsoft.com/office/drawing/2014/main" id="{6CF06BBB-B62E-4D80-B8A8-4BA2562F4AB2}"/>
                  </a:ext>
                </a:extLst>
              </p:cNvPr>
              <p:cNvGrpSpPr/>
              <p:nvPr/>
            </p:nvGrpSpPr>
            <p:grpSpPr>
              <a:xfrm>
                <a:off x="9884872" y="2761214"/>
                <a:ext cx="361204" cy="817610"/>
                <a:chOff x="9884872" y="2761214"/>
                <a:chExt cx="361204" cy="817610"/>
              </a:xfrm>
              <a:solidFill>
                <a:srgbClr val="000000"/>
              </a:solidFill>
            </p:grpSpPr>
            <p:sp>
              <p:nvSpPr>
                <p:cNvPr id="30" name="Полілінія: фігура 29">
                  <a:extLst>
                    <a:ext uri="{FF2B5EF4-FFF2-40B4-BE49-F238E27FC236}">
                      <a16:creationId xmlns:a16="http://schemas.microsoft.com/office/drawing/2014/main" id="{B66CF613-F7E5-4F6D-BF14-D7B5E219E54F}"/>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31" name="Полілінія: фігура 30">
                  <a:extLst>
                    <a:ext uri="{FF2B5EF4-FFF2-40B4-BE49-F238E27FC236}">
                      <a16:creationId xmlns:a16="http://schemas.microsoft.com/office/drawing/2014/main" id="{D29BAF7A-9E14-4AB0-94A7-2D8282BE406F}"/>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22" name="Графіка 6" descr="Girl wearing necklace">
              <a:extLst>
                <a:ext uri="{FF2B5EF4-FFF2-40B4-BE49-F238E27FC236}">
                  <a16:creationId xmlns:a16="http://schemas.microsoft.com/office/drawing/2014/main" id="{ADFB0B15-2186-48F6-B431-00F61883A0D4}"/>
                </a:ext>
              </a:extLst>
            </p:cNvPr>
            <p:cNvGrpSpPr/>
            <p:nvPr/>
          </p:nvGrpSpPr>
          <p:grpSpPr>
            <a:xfrm>
              <a:off x="9596926" y="2078244"/>
              <a:ext cx="795119" cy="914275"/>
              <a:chOff x="9596926" y="2078244"/>
              <a:chExt cx="795119" cy="914275"/>
            </a:xfrm>
          </p:grpSpPr>
          <p:sp>
            <p:nvSpPr>
              <p:cNvPr id="23" name="Полілінія: фігура 22">
                <a:extLst>
                  <a:ext uri="{FF2B5EF4-FFF2-40B4-BE49-F238E27FC236}">
                    <a16:creationId xmlns:a16="http://schemas.microsoft.com/office/drawing/2014/main" id="{9C4E26AD-0ED6-494E-950E-64DA9A068004}"/>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a:p>
            </p:txBody>
          </p:sp>
          <p:grpSp>
            <p:nvGrpSpPr>
              <p:cNvPr id="24" name="Графіка 6" descr="Girl wearing necklace">
                <a:extLst>
                  <a:ext uri="{FF2B5EF4-FFF2-40B4-BE49-F238E27FC236}">
                    <a16:creationId xmlns:a16="http://schemas.microsoft.com/office/drawing/2014/main" id="{7F5842B2-08E1-4DD5-9BE3-4837E5ACA9FB}"/>
                  </a:ext>
                </a:extLst>
              </p:cNvPr>
              <p:cNvGrpSpPr/>
              <p:nvPr/>
            </p:nvGrpSpPr>
            <p:grpSpPr>
              <a:xfrm>
                <a:off x="9596926" y="2078244"/>
                <a:ext cx="795119" cy="914275"/>
                <a:chOff x="9596926" y="2078244"/>
                <a:chExt cx="795119" cy="914275"/>
              </a:xfrm>
              <a:solidFill>
                <a:srgbClr val="000000"/>
              </a:solidFill>
            </p:grpSpPr>
            <p:sp>
              <p:nvSpPr>
                <p:cNvPr id="25" name="Полілінія: фігура 24">
                  <a:extLst>
                    <a:ext uri="{FF2B5EF4-FFF2-40B4-BE49-F238E27FC236}">
                      <a16:creationId xmlns:a16="http://schemas.microsoft.com/office/drawing/2014/main" id="{4B340EE2-8187-42AF-8E72-19BB8944D80C}"/>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26" name="Полілінія: фігура 25">
                  <a:extLst>
                    <a:ext uri="{FF2B5EF4-FFF2-40B4-BE49-F238E27FC236}">
                      <a16:creationId xmlns:a16="http://schemas.microsoft.com/office/drawing/2014/main" id="{B452C86F-E1BB-4087-817B-BC79E26C0080}"/>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pic>
        <p:nvPicPr>
          <p:cNvPr id="3" name="Графіка 2" descr="An afraid face">
            <a:extLst>
              <a:ext uri="{FF2B5EF4-FFF2-40B4-BE49-F238E27FC236}">
                <a16:creationId xmlns:a16="http://schemas.microsoft.com/office/drawing/2014/main" id="{B2AEC8B0-D952-2DFD-8DBB-EEA737BEA1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7688140" y="2019512"/>
            <a:ext cx="797540" cy="821708"/>
          </a:xfrm>
          <a:prstGeom prst="rect">
            <a:avLst/>
          </a:prstGeom>
        </p:spPr>
      </p:pic>
      <p:sp>
        <p:nvSpPr>
          <p:cNvPr id="62" name="Бульбашка прямої мови: прямокутна 61">
            <a:extLst>
              <a:ext uri="{FF2B5EF4-FFF2-40B4-BE49-F238E27FC236}">
                <a16:creationId xmlns:a16="http://schemas.microsoft.com/office/drawing/2014/main" id="{4EDBD3D1-4A2A-1462-058C-BB54FF410178}"/>
              </a:ext>
            </a:extLst>
          </p:cNvPr>
          <p:cNvSpPr/>
          <p:nvPr/>
        </p:nvSpPr>
        <p:spPr>
          <a:xfrm>
            <a:off x="4839918" y="254829"/>
            <a:ext cx="6021476" cy="1910384"/>
          </a:xfrm>
          <a:prstGeom prst="wedgeRectCallout">
            <a:avLst>
              <a:gd name="adj1" fmla="val -65248"/>
              <a:gd name="adj2" fmla="val 4281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Consolas" panose="020B0609020204030204" pitchFamily="49" charset="0"/>
              </a:rPr>
              <a:t>First, you diminish the value of the diploma. Not doing the assignment yourself, you don’t gain the knowledge and skills that you should have when you graduate, and it makes higher education seem weak and useless when you enter the labor market. </a:t>
            </a:r>
          </a:p>
        </p:txBody>
      </p:sp>
      <p:sp>
        <p:nvSpPr>
          <p:cNvPr id="14" name="Бульбашка прямої мови: прямокутна 13">
            <a:extLst>
              <a:ext uri="{FF2B5EF4-FFF2-40B4-BE49-F238E27FC236}">
                <a16:creationId xmlns:a16="http://schemas.microsoft.com/office/drawing/2014/main" id="{F875DF07-3B48-467C-BB0E-C276F24F8EAF}"/>
              </a:ext>
            </a:extLst>
          </p:cNvPr>
          <p:cNvSpPr/>
          <p:nvPr/>
        </p:nvSpPr>
        <p:spPr>
          <a:xfrm>
            <a:off x="7376694" y="2290319"/>
            <a:ext cx="4395199" cy="528577"/>
          </a:xfrm>
          <a:prstGeom prst="wedgeRectCallout">
            <a:avLst>
              <a:gd name="adj1" fmla="val 60956"/>
              <a:gd name="adj2" fmla="val 4133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chemeClr val="bg1"/>
                </a:solidFill>
                <a:latin typeface="Consolas" panose="020B0609020204030204" pitchFamily="49" charset="0"/>
              </a:rPr>
              <a:t>I never wanted it to be so.</a:t>
            </a:r>
          </a:p>
        </p:txBody>
      </p:sp>
      <p:sp>
        <p:nvSpPr>
          <p:cNvPr id="59" name="Бульбашка прямої мови: прямокутна 58">
            <a:extLst>
              <a:ext uri="{FF2B5EF4-FFF2-40B4-BE49-F238E27FC236}">
                <a16:creationId xmlns:a16="http://schemas.microsoft.com/office/drawing/2014/main" id="{BF7A2BCA-96BB-F188-1C75-DB618C39CBFD}"/>
              </a:ext>
            </a:extLst>
          </p:cNvPr>
          <p:cNvSpPr/>
          <p:nvPr/>
        </p:nvSpPr>
        <p:spPr>
          <a:xfrm>
            <a:off x="4771370" y="4191485"/>
            <a:ext cx="6017932" cy="2030939"/>
          </a:xfrm>
          <a:prstGeom prst="wedgeRectCallout">
            <a:avLst>
              <a:gd name="adj1" fmla="val -64054"/>
              <a:gd name="adj2" fmla="val -142669"/>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Consolas" panose="020B0609020204030204" pitchFamily="49" charset="0"/>
              </a:rPr>
              <a:t>And the most important, plagiarism means you think that the main purpose of this place is competition, and your aim is the best grade. But truth is, you are here to learn how to express yourself, and we, professors, are your helpers. It upsets to see you miss the point.</a:t>
            </a:r>
          </a:p>
        </p:txBody>
      </p:sp>
      <p:sp>
        <p:nvSpPr>
          <p:cNvPr id="17" name="Бульбашка прямої мови: прямокутна 16">
            <a:extLst>
              <a:ext uri="{FF2B5EF4-FFF2-40B4-BE49-F238E27FC236}">
                <a16:creationId xmlns:a16="http://schemas.microsoft.com/office/drawing/2014/main" id="{234534DB-12D2-4621-9737-FE94198D5A48}"/>
              </a:ext>
            </a:extLst>
          </p:cNvPr>
          <p:cNvSpPr/>
          <p:nvPr/>
        </p:nvSpPr>
        <p:spPr>
          <a:xfrm>
            <a:off x="4771370" y="2993298"/>
            <a:ext cx="6017932" cy="988868"/>
          </a:xfrm>
          <a:prstGeom prst="wedgeRectCallout">
            <a:avLst>
              <a:gd name="adj1" fmla="val -63537"/>
              <a:gd name="adj2" fmla="val -1341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Consolas" panose="020B0609020204030204" pitchFamily="49" charset="0"/>
              </a:rPr>
              <a:t>Second, you are not improving. Plagiarizing a work, you don’t enhance your knowledge and give up on your vices.</a:t>
            </a:r>
          </a:p>
        </p:txBody>
      </p:sp>
      <p:grpSp>
        <p:nvGrpSpPr>
          <p:cNvPr id="4" name="Групувати 3">
            <a:extLst>
              <a:ext uri="{FF2B5EF4-FFF2-40B4-BE49-F238E27FC236}">
                <a16:creationId xmlns:a16="http://schemas.microsoft.com/office/drawing/2014/main" id="{6A613955-D6A1-EF06-A5C7-DB9DCEB198AC}"/>
              </a:ext>
            </a:extLst>
          </p:cNvPr>
          <p:cNvGrpSpPr/>
          <p:nvPr/>
        </p:nvGrpSpPr>
        <p:grpSpPr>
          <a:xfrm>
            <a:off x="1856591" y="814504"/>
            <a:ext cx="2725656" cy="10684305"/>
            <a:chOff x="225711" y="4151851"/>
            <a:chExt cx="1131086" cy="4433746"/>
          </a:xfrm>
        </p:grpSpPr>
        <p:grpSp>
          <p:nvGrpSpPr>
            <p:cNvPr id="5" name="Групувати 4">
              <a:extLst>
                <a:ext uri="{FF2B5EF4-FFF2-40B4-BE49-F238E27FC236}">
                  <a16:creationId xmlns:a16="http://schemas.microsoft.com/office/drawing/2014/main" id="{8944A68A-E469-0E5E-B58E-DED1EB865442}"/>
                </a:ext>
              </a:extLst>
            </p:cNvPr>
            <p:cNvGrpSpPr/>
            <p:nvPr/>
          </p:nvGrpSpPr>
          <p:grpSpPr>
            <a:xfrm>
              <a:off x="225711" y="4151851"/>
              <a:ext cx="1131086" cy="4433746"/>
              <a:chOff x="119031" y="3265911"/>
              <a:chExt cx="1131086" cy="4433746"/>
            </a:xfrm>
          </p:grpSpPr>
          <p:grpSp>
            <p:nvGrpSpPr>
              <p:cNvPr id="45" name="Графіка 73" descr="Woman crossing arms">
                <a:extLst>
                  <a:ext uri="{FF2B5EF4-FFF2-40B4-BE49-F238E27FC236}">
                    <a16:creationId xmlns:a16="http://schemas.microsoft.com/office/drawing/2014/main" id="{5F25D97D-2241-94E8-237A-654DB96B13F1}"/>
                  </a:ext>
                </a:extLst>
              </p:cNvPr>
              <p:cNvGrpSpPr/>
              <p:nvPr/>
            </p:nvGrpSpPr>
            <p:grpSpPr>
              <a:xfrm>
                <a:off x="119031" y="3845147"/>
                <a:ext cx="1131086" cy="3854510"/>
                <a:chOff x="911334" y="4756110"/>
                <a:chExt cx="1131086" cy="3854510"/>
              </a:xfrm>
            </p:grpSpPr>
            <p:sp>
              <p:nvSpPr>
                <p:cNvPr id="47" name="Полілінія: фігура 46">
                  <a:extLst>
                    <a:ext uri="{FF2B5EF4-FFF2-40B4-BE49-F238E27FC236}">
                      <a16:creationId xmlns:a16="http://schemas.microsoft.com/office/drawing/2014/main" id="{EFF5AFC1-F89F-0FC1-6693-9BD64F065F1E}"/>
                    </a:ext>
                  </a:extLst>
                </p:cNvPr>
                <p:cNvSpPr/>
                <p:nvPr/>
              </p:nvSpPr>
              <p:spPr>
                <a:xfrm>
                  <a:off x="924760" y="4763083"/>
                  <a:ext cx="1104515" cy="3834600"/>
                </a:xfrm>
                <a:custGeom>
                  <a:avLst/>
                  <a:gdLst>
                    <a:gd name="connsiteX0" fmla="*/ 829766 w 1104515"/>
                    <a:gd name="connsiteY0" fmla="*/ 1052373 h 3834600"/>
                    <a:gd name="connsiteX1" fmla="*/ 1060358 w 1104515"/>
                    <a:gd name="connsiteY1" fmla="*/ 1045387 h 3834600"/>
                    <a:gd name="connsiteX2" fmla="*/ 1104405 w 1104515"/>
                    <a:gd name="connsiteY2" fmla="*/ 1018421 h 3834600"/>
                    <a:gd name="connsiteX3" fmla="*/ 1090803 w 1104515"/>
                    <a:gd name="connsiteY3" fmla="*/ 873381 h 3834600"/>
                    <a:gd name="connsiteX4" fmla="*/ 1059154 w 1104515"/>
                    <a:gd name="connsiteY4" fmla="*/ 743981 h 3834600"/>
                    <a:gd name="connsiteX5" fmla="*/ 944768 w 1104515"/>
                    <a:gd name="connsiteY5" fmla="*/ 462792 h 3834600"/>
                    <a:gd name="connsiteX6" fmla="*/ 871651 w 1104515"/>
                    <a:gd name="connsiteY6" fmla="*/ 296312 h 3834600"/>
                    <a:gd name="connsiteX7" fmla="*/ 842059 w 1104515"/>
                    <a:gd name="connsiteY7" fmla="*/ 272294 h 3834600"/>
                    <a:gd name="connsiteX8" fmla="*/ 710792 w 1104515"/>
                    <a:gd name="connsiteY8" fmla="*/ 224712 h 3834600"/>
                    <a:gd name="connsiteX9" fmla="*/ 607467 w 1104515"/>
                    <a:gd name="connsiteY9" fmla="*/ 122458 h 3834600"/>
                    <a:gd name="connsiteX10" fmla="*/ 606519 w 1104515"/>
                    <a:gd name="connsiteY10" fmla="*/ 122192 h 3834600"/>
                    <a:gd name="connsiteX11" fmla="*/ 563363 w 1104515"/>
                    <a:gd name="connsiteY11" fmla="*/ 125074 h 3834600"/>
                    <a:gd name="connsiteX12" fmla="*/ 295757 w 1104515"/>
                    <a:gd name="connsiteY12" fmla="*/ 5 h 3834600"/>
                    <a:gd name="connsiteX13" fmla="*/ 294203 w 1104515"/>
                    <a:gd name="connsiteY13" fmla="*/ 1579 h 3834600"/>
                    <a:gd name="connsiteX14" fmla="*/ 302790 w 1104515"/>
                    <a:gd name="connsiteY14" fmla="*/ 43644 h 3834600"/>
                    <a:gd name="connsiteX15" fmla="*/ 301454 w 1104515"/>
                    <a:gd name="connsiteY15" fmla="*/ 87539 h 3834600"/>
                    <a:gd name="connsiteX16" fmla="*/ 248052 w 1104515"/>
                    <a:gd name="connsiteY16" fmla="*/ 168447 h 3834600"/>
                    <a:gd name="connsiteX17" fmla="*/ 149646 w 1104515"/>
                    <a:gd name="connsiteY17" fmla="*/ 203385 h 3834600"/>
                    <a:gd name="connsiteX18" fmla="*/ 43667 w 1104515"/>
                    <a:gd name="connsiteY18" fmla="*/ 226968 h 3834600"/>
                    <a:gd name="connsiteX19" fmla="*/ 5820 w 1104515"/>
                    <a:gd name="connsiteY19" fmla="*/ 347790 h 3834600"/>
                    <a:gd name="connsiteX20" fmla="*/ 152082 w 1104515"/>
                    <a:gd name="connsiteY20" fmla="*/ 781298 h 3834600"/>
                    <a:gd name="connsiteX21" fmla="*/ 184868 w 1104515"/>
                    <a:gd name="connsiteY21" fmla="*/ 956280 h 3834600"/>
                    <a:gd name="connsiteX22" fmla="*/ 101135 w 1104515"/>
                    <a:gd name="connsiteY22" fmla="*/ 1278644 h 3834600"/>
                    <a:gd name="connsiteX23" fmla="*/ 0 w 1104515"/>
                    <a:gd name="connsiteY23" fmla="*/ 1491426 h 3834600"/>
                    <a:gd name="connsiteX24" fmla="*/ 44634 w 1104515"/>
                    <a:gd name="connsiteY24" fmla="*/ 1514193 h 3834600"/>
                    <a:gd name="connsiteX25" fmla="*/ 29042 w 1104515"/>
                    <a:gd name="connsiteY25" fmla="*/ 1605490 h 3834600"/>
                    <a:gd name="connsiteX26" fmla="*/ 30511 w 1104515"/>
                    <a:gd name="connsiteY26" fmla="*/ 1814623 h 3834600"/>
                    <a:gd name="connsiteX27" fmla="*/ 49487 w 1104515"/>
                    <a:gd name="connsiteY27" fmla="*/ 2065566 h 3834600"/>
                    <a:gd name="connsiteX28" fmla="*/ 49487 w 1104515"/>
                    <a:gd name="connsiteY28" fmla="*/ 2256264 h 3834600"/>
                    <a:gd name="connsiteX29" fmla="*/ 29108 w 1104515"/>
                    <a:gd name="connsiteY29" fmla="*/ 2435322 h 3834600"/>
                    <a:gd name="connsiteX30" fmla="*/ 192290 w 1104515"/>
                    <a:gd name="connsiteY30" fmla="*/ 2484952 h 3834600"/>
                    <a:gd name="connsiteX31" fmla="*/ 213522 w 1104515"/>
                    <a:gd name="connsiteY31" fmla="*/ 3163099 h 3834600"/>
                    <a:gd name="connsiteX32" fmla="*/ 267075 w 1104515"/>
                    <a:gd name="connsiteY32" fmla="*/ 3336555 h 3834600"/>
                    <a:gd name="connsiteX33" fmla="*/ 254829 w 1104515"/>
                    <a:gd name="connsiteY33" fmla="*/ 3377635 h 3834600"/>
                    <a:gd name="connsiteX34" fmla="*/ 209626 w 1104515"/>
                    <a:gd name="connsiteY34" fmla="*/ 3522760 h 3834600"/>
                    <a:gd name="connsiteX35" fmla="*/ 235882 w 1104515"/>
                    <a:gd name="connsiteY35" fmla="*/ 3720519 h 3834600"/>
                    <a:gd name="connsiteX36" fmla="*/ 238014 w 1104515"/>
                    <a:gd name="connsiteY36" fmla="*/ 3723382 h 3834600"/>
                    <a:gd name="connsiteX37" fmla="*/ 268393 w 1104515"/>
                    <a:gd name="connsiteY37" fmla="*/ 3731780 h 3834600"/>
                    <a:gd name="connsiteX38" fmla="*/ 271274 w 1104515"/>
                    <a:gd name="connsiteY38" fmla="*/ 3712434 h 3834600"/>
                    <a:gd name="connsiteX39" fmla="*/ 593344 w 1104515"/>
                    <a:gd name="connsiteY39" fmla="*/ 3820025 h 3834600"/>
                    <a:gd name="connsiteX40" fmla="*/ 580652 w 1104515"/>
                    <a:gd name="connsiteY40" fmla="*/ 3769163 h 3834600"/>
                    <a:gd name="connsiteX41" fmla="*/ 604822 w 1104515"/>
                    <a:gd name="connsiteY41" fmla="*/ 3765429 h 3834600"/>
                    <a:gd name="connsiteX42" fmla="*/ 704450 w 1104515"/>
                    <a:gd name="connsiteY42" fmla="*/ 3771760 h 3834600"/>
                    <a:gd name="connsiteX43" fmla="*/ 737019 w 1104515"/>
                    <a:gd name="connsiteY43" fmla="*/ 3739021 h 3834600"/>
                    <a:gd name="connsiteX44" fmla="*/ 657845 w 1104515"/>
                    <a:gd name="connsiteY44" fmla="*/ 3591887 h 3834600"/>
                    <a:gd name="connsiteX45" fmla="*/ 613846 w 1104515"/>
                    <a:gd name="connsiteY45" fmla="*/ 3433701 h 3834600"/>
                    <a:gd name="connsiteX46" fmla="*/ 606386 w 1104515"/>
                    <a:gd name="connsiteY46" fmla="*/ 3178388 h 3834600"/>
                    <a:gd name="connsiteX47" fmla="*/ 636300 w 1104515"/>
                    <a:gd name="connsiteY47" fmla="*/ 2913569 h 3834600"/>
                    <a:gd name="connsiteX48" fmla="*/ 661456 w 1104515"/>
                    <a:gd name="connsiteY48" fmla="*/ 2540050 h 3834600"/>
                    <a:gd name="connsiteX49" fmla="*/ 683892 w 1104515"/>
                    <a:gd name="connsiteY49" fmla="*/ 2455255 h 3834600"/>
                    <a:gd name="connsiteX50" fmla="*/ 830903 w 1104515"/>
                    <a:gd name="connsiteY50" fmla="*/ 2397484 h 3834600"/>
                    <a:gd name="connsiteX51" fmla="*/ 821263 w 1104515"/>
                    <a:gd name="connsiteY51" fmla="*/ 2321552 h 3834600"/>
                    <a:gd name="connsiteX52" fmla="*/ 852741 w 1104515"/>
                    <a:gd name="connsiteY52" fmla="*/ 1940725 h 3834600"/>
                    <a:gd name="connsiteX53" fmla="*/ 857898 w 1104515"/>
                    <a:gd name="connsiteY53" fmla="*/ 1696958 h 3834600"/>
                    <a:gd name="connsiteX54" fmla="*/ 864675 w 1104515"/>
                    <a:gd name="connsiteY54" fmla="*/ 1574988 h 3834600"/>
                    <a:gd name="connsiteX55" fmla="*/ 898769 w 1104515"/>
                    <a:gd name="connsiteY55" fmla="*/ 1602173 h 3834600"/>
                    <a:gd name="connsiteX56" fmla="*/ 915271 w 1104515"/>
                    <a:gd name="connsiteY56" fmla="*/ 1590429 h 3834600"/>
                    <a:gd name="connsiteX57" fmla="*/ 829766 w 1104515"/>
                    <a:gd name="connsiteY57" fmla="*/ 1052373 h 3834600"/>
                    <a:gd name="connsiteX58" fmla="*/ 413423 w 1104515"/>
                    <a:gd name="connsiteY58" fmla="*/ 3297703 h 3834600"/>
                    <a:gd name="connsiteX59" fmla="*/ 410513 w 1104515"/>
                    <a:gd name="connsiteY59" fmla="*/ 3017036 h 3834600"/>
                    <a:gd name="connsiteX60" fmla="*/ 413423 w 1104515"/>
                    <a:gd name="connsiteY60" fmla="*/ 3297703 h 38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04515" h="3834600">
                      <a:moveTo>
                        <a:pt x="829766" y="1052373"/>
                      </a:moveTo>
                      <a:cubicBezTo>
                        <a:pt x="871224" y="1055928"/>
                        <a:pt x="1003326" y="1050496"/>
                        <a:pt x="1060358" y="1045387"/>
                      </a:cubicBezTo>
                      <a:cubicBezTo>
                        <a:pt x="1099372" y="1041890"/>
                        <a:pt x="1105476" y="1029890"/>
                        <a:pt x="1104405" y="1018421"/>
                      </a:cubicBezTo>
                      <a:lnTo>
                        <a:pt x="1090803" y="873381"/>
                      </a:lnTo>
                      <a:cubicBezTo>
                        <a:pt x="1086632" y="828937"/>
                        <a:pt x="1075969" y="785336"/>
                        <a:pt x="1059154" y="743981"/>
                      </a:cubicBezTo>
                      <a:lnTo>
                        <a:pt x="944768" y="462792"/>
                      </a:lnTo>
                      <a:lnTo>
                        <a:pt x="871651" y="296312"/>
                      </a:lnTo>
                      <a:cubicBezTo>
                        <a:pt x="867187" y="286881"/>
                        <a:pt x="851746" y="276170"/>
                        <a:pt x="842059" y="272294"/>
                      </a:cubicBezTo>
                      <a:lnTo>
                        <a:pt x="710792" y="224712"/>
                      </a:lnTo>
                      <a:cubicBezTo>
                        <a:pt x="655219" y="157604"/>
                        <a:pt x="612149" y="125832"/>
                        <a:pt x="607467" y="122458"/>
                      </a:cubicBezTo>
                      <a:cubicBezTo>
                        <a:pt x="607192" y="122259"/>
                        <a:pt x="606860" y="122164"/>
                        <a:pt x="606519" y="122192"/>
                      </a:cubicBezTo>
                      <a:lnTo>
                        <a:pt x="563363" y="125074"/>
                      </a:lnTo>
                      <a:cubicBezTo>
                        <a:pt x="530170" y="21341"/>
                        <a:pt x="316961" y="1702"/>
                        <a:pt x="295757" y="5"/>
                      </a:cubicBezTo>
                      <a:cubicBezTo>
                        <a:pt x="294857" y="-71"/>
                        <a:pt x="294127" y="688"/>
                        <a:pt x="294203" y="1579"/>
                      </a:cubicBezTo>
                      <a:cubicBezTo>
                        <a:pt x="294203" y="1579"/>
                        <a:pt x="301624" y="24621"/>
                        <a:pt x="302790" y="43644"/>
                      </a:cubicBezTo>
                      <a:cubicBezTo>
                        <a:pt x="303956" y="62668"/>
                        <a:pt x="301454" y="87539"/>
                        <a:pt x="301454" y="87539"/>
                      </a:cubicBezTo>
                      <a:cubicBezTo>
                        <a:pt x="281246" y="88089"/>
                        <a:pt x="248052" y="168447"/>
                        <a:pt x="248052" y="168447"/>
                      </a:cubicBezTo>
                      <a:cubicBezTo>
                        <a:pt x="248052" y="168447"/>
                        <a:pt x="195067" y="189992"/>
                        <a:pt x="149646" y="203385"/>
                      </a:cubicBezTo>
                      <a:cubicBezTo>
                        <a:pt x="104225" y="216778"/>
                        <a:pt x="43667" y="226968"/>
                        <a:pt x="43667" y="226968"/>
                      </a:cubicBezTo>
                      <a:cubicBezTo>
                        <a:pt x="-4370" y="245896"/>
                        <a:pt x="5820" y="347790"/>
                        <a:pt x="5820" y="347790"/>
                      </a:cubicBezTo>
                      <a:cubicBezTo>
                        <a:pt x="4360" y="522478"/>
                        <a:pt x="152082" y="781298"/>
                        <a:pt x="152082" y="781298"/>
                      </a:cubicBezTo>
                      <a:cubicBezTo>
                        <a:pt x="152082" y="781298"/>
                        <a:pt x="176916" y="867258"/>
                        <a:pt x="184868" y="956280"/>
                      </a:cubicBezTo>
                      <a:cubicBezTo>
                        <a:pt x="195645" y="1076818"/>
                        <a:pt x="101135" y="1278644"/>
                        <a:pt x="101135" y="1278644"/>
                      </a:cubicBezTo>
                      <a:lnTo>
                        <a:pt x="0" y="1491426"/>
                      </a:lnTo>
                      <a:lnTo>
                        <a:pt x="44634" y="1514193"/>
                      </a:lnTo>
                      <a:lnTo>
                        <a:pt x="29042" y="1605490"/>
                      </a:lnTo>
                      <a:cubicBezTo>
                        <a:pt x="22436" y="1668882"/>
                        <a:pt x="25706" y="1751070"/>
                        <a:pt x="30511" y="1814623"/>
                      </a:cubicBezTo>
                      <a:lnTo>
                        <a:pt x="49487" y="2065566"/>
                      </a:lnTo>
                      <a:lnTo>
                        <a:pt x="49487" y="2256264"/>
                      </a:lnTo>
                      <a:lnTo>
                        <a:pt x="29108" y="2435322"/>
                      </a:lnTo>
                      <a:lnTo>
                        <a:pt x="192290" y="2484952"/>
                      </a:lnTo>
                      <a:cubicBezTo>
                        <a:pt x="85752" y="2790718"/>
                        <a:pt x="213522" y="3163099"/>
                        <a:pt x="213522" y="3163099"/>
                      </a:cubicBezTo>
                      <a:lnTo>
                        <a:pt x="267075" y="3336555"/>
                      </a:lnTo>
                      <a:cubicBezTo>
                        <a:pt x="271682" y="3351465"/>
                        <a:pt x="266734" y="3367560"/>
                        <a:pt x="254829" y="3377635"/>
                      </a:cubicBezTo>
                      <a:cubicBezTo>
                        <a:pt x="209645" y="3415871"/>
                        <a:pt x="182859" y="3474335"/>
                        <a:pt x="209626" y="3522760"/>
                      </a:cubicBezTo>
                      <a:cubicBezTo>
                        <a:pt x="237948" y="3574010"/>
                        <a:pt x="236280" y="3701960"/>
                        <a:pt x="235882" y="3720519"/>
                      </a:cubicBezTo>
                      <a:cubicBezTo>
                        <a:pt x="235853" y="3721847"/>
                        <a:pt x="236735" y="3723031"/>
                        <a:pt x="238014" y="3723382"/>
                      </a:cubicBezTo>
                      <a:lnTo>
                        <a:pt x="268393" y="3731780"/>
                      </a:lnTo>
                      <a:lnTo>
                        <a:pt x="271274" y="3712434"/>
                      </a:lnTo>
                      <a:cubicBezTo>
                        <a:pt x="331899" y="3878829"/>
                        <a:pt x="588112" y="3830498"/>
                        <a:pt x="593344" y="3820025"/>
                      </a:cubicBezTo>
                      <a:cubicBezTo>
                        <a:pt x="600472" y="3805778"/>
                        <a:pt x="580652" y="3769163"/>
                        <a:pt x="580652" y="3769163"/>
                      </a:cubicBezTo>
                      <a:cubicBezTo>
                        <a:pt x="578633" y="3759865"/>
                        <a:pt x="595419" y="3763969"/>
                        <a:pt x="604822" y="3765429"/>
                      </a:cubicBezTo>
                      <a:lnTo>
                        <a:pt x="704450" y="3771760"/>
                      </a:lnTo>
                      <a:cubicBezTo>
                        <a:pt x="722971" y="3772935"/>
                        <a:pt x="738601" y="3757514"/>
                        <a:pt x="737019" y="3739021"/>
                      </a:cubicBezTo>
                      <a:cubicBezTo>
                        <a:pt x="731796" y="3678037"/>
                        <a:pt x="657845" y="3591887"/>
                        <a:pt x="657845" y="3591887"/>
                      </a:cubicBezTo>
                      <a:lnTo>
                        <a:pt x="613846" y="3433701"/>
                      </a:lnTo>
                      <a:cubicBezTo>
                        <a:pt x="604519" y="3400156"/>
                        <a:pt x="591988" y="3289192"/>
                        <a:pt x="606386" y="3178388"/>
                      </a:cubicBezTo>
                      <a:lnTo>
                        <a:pt x="636300" y="2913569"/>
                      </a:lnTo>
                      <a:lnTo>
                        <a:pt x="661456" y="2540050"/>
                      </a:lnTo>
                      <a:lnTo>
                        <a:pt x="683892" y="2455255"/>
                      </a:lnTo>
                      <a:lnTo>
                        <a:pt x="830903" y="2397484"/>
                      </a:lnTo>
                      <a:lnTo>
                        <a:pt x="821263" y="2321552"/>
                      </a:lnTo>
                      <a:cubicBezTo>
                        <a:pt x="818183" y="2295562"/>
                        <a:pt x="821330" y="2202218"/>
                        <a:pt x="852741" y="1940725"/>
                      </a:cubicBezTo>
                      <a:lnTo>
                        <a:pt x="857898" y="1696958"/>
                      </a:lnTo>
                      <a:lnTo>
                        <a:pt x="864675" y="1574988"/>
                      </a:lnTo>
                      <a:lnTo>
                        <a:pt x="898769" y="1602173"/>
                      </a:lnTo>
                      <a:cubicBezTo>
                        <a:pt x="907006" y="1606533"/>
                        <a:pt x="916693" y="1599642"/>
                        <a:pt x="915271" y="1590429"/>
                      </a:cubicBezTo>
                      <a:lnTo>
                        <a:pt x="829766" y="1052373"/>
                      </a:lnTo>
                      <a:close/>
                      <a:moveTo>
                        <a:pt x="413423" y="3297703"/>
                      </a:moveTo>
                      <a:cubicBezTo>
                        <a:pt x="407537" y="3296935"/>
                        <a:pt x="410513" y="3017036"/>
                        <a:pt x="410513" y="3017036"/>
                      </a:cubicBezTo>
                      <a:cubicBezTo>
                        <a:pt x="454768" y="3114285"/>
                        <a:pt x="426816" y="3299447"/>
                        <a:pt x="413423" y="3297703"/>
                      </a:cubicBezTo>
                      <a:close/>
                    </a:path>
                  </a:pathLst>
                </a:custGeom>
                <a:solidFill>
                  <a:srgbClr val="FFFFFF"/>
                </a:solidFill>
                <a:ln w="9452" cap="flat">
                  <a:noFill/>
                  <a:prstDash val="solid"/>
                  <a:miter/>
                </a:ln>
              </p:spPr>
              <p:txBody>
                <a:bodyPr rtlCol="0" anchor="ctr"/>
                <a:lstStyle/>
                <a:p>
                  <a:endParaRPr lang="en-US"/>
                </a:p>
              </p:txBody>
            </p:sp>
            <p:grpSp>
              <p:nvGrpSpPr>
                <p:cNvPr id="48" name="Графіка 73" descr="Woman crossing arms">
                  <a:extLst>
                    <a:ext uri="{FF2B5EF4-FFF2-40B4-BE49-F238E27FC236}">
                      <a16:creationId xmlns:a16="http://schemas.microsoft.com/office/drawing/2014/main" id="{3D065C14-224A-B5BF-708C-4262CB9E5447}"/>
                    </a:ext>
                  </a:extLst>
                </p:cNvPr>
                <p:cNvGrpSpPr/>
                <p:nvPr/>
              </p:nvGrpSpPr>
              <p:grpSpPr>
                <a:xfrm>
                  <a:off x="1132443" y="8159892"/>
                  <a:ext cx="522095" cy="428003"/>
                  <a:chOff x="1132443" y="8159892"/>
                  <a:chExt cx="522095" cy="428003"/>
                </a:xfrm>
                <a:solidFill>
                  <a:srgbClr val="FFFFFF"/>
                </a:solidFill>
              </p:grpSpPr>
              <p:sp>
                <p:nvSpPr>
                  <p:cNvPr id="53" name="Полілінія: фігура 52">
                    <a:extLst>
                      <a:ext uri="{FF2B5EF4-FFF2-40B4-BE49-F238E27FC236}">
                        <a16:creationId xmlns:a16="http://schemas.microsoft.com/office/drawing/2014/main" id="{56B40D60-5286-6D28-A57B-4FCFBAC49C84}"/>
                      </a:ext>
                    </a:extLst>
                  </p:cNvPr>
                  <p:cNvSpPr/>
                  <p:nvPr/>
                </p:nvSpPr>
                <p:spPr>
                  <a:xfrm>
                    <a:off x="1132443" y="8159892"/>
                    <a:ext cx="374915" cy="428003"/>
                  </a:xfrm>
                  <a:custGeom>
                    <a:avLst/>
                    <a:gdLst>
                      <a:gd name="connsiteX0" fmla="*/ 374637 w 374915"/>
                      <a:gd name="connsiteY0" fmla="*/ 415320 h 428003"/>
                      <a:gd name="connsiteX1" fmla="*/ 315406 w 374915"/>
                      <a:gd name="connsiteY1" fmla="*/ 319369 h 428003"/>
                      <a:gd name="connsiteX2" fmla="*/ 297255 w 374915"/>
                      <a:gd name="connsiteY2" fmla="*/ 316279 h 428003"/>
                      <a:gd name="connsiteX3" fmla="*/ 290592 w 374915"/>
                      <a:gd name="connsiteY3" fmla="*/ 313540 h 428003"/>
                      <a:gd name="connsiteX4" fmla="*/ 197977 w 374915"/>
                      <a:gd name="connsiteY4" fmla="*/ 321369 h 428003"/>
                      <a:gd name="connsiteX5" fmla="*/ 97780 w 374915"/>
                      <a:gd name="connsiteY5" fmla="*/ 231712 h 428003"/>
                      <a:gd name="connsiteX6" fmla="*/ 40654 w 374915"/>
                      <a:gd name="connsiteY6" fmla="*/ 7347 h 428003"/>
                      <a:gd name="connsiteX7" fmla="*/ 30578 w 374915"/>
                      <a:gd name="connsiteY7" fmla="*/ 2077 h 428003"/>
                      <a:gd name="connsiteX8" fmla="*/ 26483 w 374915"/>
                      <a:gd name="connsiteY8" fmla="*/ 170585 h 428003"/>
                      <a:gd name="connsiteX9" fmla="*/ 35289 w 374915"/>
                      <a:gd name="connsiteY9" fmla="*/ 322459 h 428003"/>
                      <a:gd name="connsiteX10" fmla="*/ 50606 w 374915"/>
                      <a:gd name="connsiteY10" fmla="*/ 325369 h 428003"/>
                      <a:gd name="connsiteX11" fmla="*/ 56957 w 374915"/>
                      <a:gd name="connsiteY11" fmla="*/ 314488 h 428003"/>
                      <a:gd name="connsiteX12" fmla="*/ 59895 w 374915"/>
                      <a:gd name="connsiteY12" fmla="*/ 279436 h 428003"/>
                      <a:gd name="connsiteX13" fmla="*/ 63449 w 374915"/>
                      <a:gd name="connsiteY13" fmla="*/ 274650 h 428003"/>
                      <a:gd name="connsiteX14" fmla="*/ 100084 w 374915"/>
                      <a:gd name="connsiteY14" fmla="*/ 361785 h 428003"/>
                      <a:gd name="connsiteX15" fmla="*/ 370021 w 374915"/>
                      <a:gd name="connsiteY15" fmla="*/ 422789 h 428003"/>
                      <a:gd name="connsiteX16" fmla="*/ 374637 w 374915"/>
                      <a:gd name="connsiteY16" fmla="*/ 415320 h 4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4915" h="428003">
                        <a:moveTo>
                          <a:pt x="374637" y="415320"/>
                        </a:moveTo>
                        <a:cubicBezTo>
                          <a:pt x="363311" y="379112"/>
                          <a:pt x="343387" y="346828"/>
                          <a:pt x="315406" y="319369"/>
                        </a:cubicBezTo>
                        <a:cubicBezTo>
                          <a:pt x="310487" y="314649"/>
                          <a:pt x="301255" y="323805"/>
                          <a:pt x="297255" y="316279"/>
                        </a:cubicBezTo>
                        <a:cubicBezTo>
                          <a:pt x="295928" y="313938"/>
                          <a:pt x="293179" y="312810"/>
                          <a:pt x="290592" y="313540"/>
                        </a:cubicBezTo>
                        <a:cubicBezTo>
                          <a:pt x="265313" y="320743"/>
                          <a:pt x="236640" y="323151"/>
                          <a:pt x="197977" y="321369"/>
                        </a:cubicBezTo>
                        <a:cubicBezTo>
                          <a:pt x="144187" y="321483"/>
                          <a:pt x="116387" y="277029"/>
                          <a:pt x="97780" y="231712"/>
                        </a:cubicBezTo>
                        <a:cubicBezTo>
                          <a:pt x="62009" y="159628"/>
                          <a:pt x="21460" y="77914"/>
                          <a:pt x="40654" y="7347"/>
                        </a:cubicBezTo>
                        <a:cubicBezTo>
                          <a:pt x="42464" y="1660"/>
                          <a:pt x="34312" y="-2776"/>
                          <a:pt x="30578" y="2077"/>
                        </a:cubicBezTo>
                        <a:cubicBezTo>
                          <a:pt x="-26587" y="69744"/>
                          <a:pt x="11062" y="108217"/>
                          <a:pt x="26483" y="170585"/>
                        </a:cubicBezTo>
                        <a:cubicBezTo>
                          <a:pt x="40758" y="224110"/>
                          <a:pt x="37194" y="275085"/>
                          <a:pt x="35289" y="322459"/>
                        </a:cubicBezTo>
                        <a:cubicBezTo>
                          <a:pt x="39194" y="326175"/>
                          <a:pt x="45772" y="323701"/>
                          <a:pt x="50606" y="325369"/>
                        </a:cubicBezTo>
                        <a:cubicBezTo>
                          <a:pt x="57184" y="326402"/>
                          <a:pt x="58265" y="319378"/>
                          <a:pt x="56957" y="314488"/>
                        </a:cubicBezTo>
                        <a:cubicBezTo>
                          <a:pt x="54359" y="301341"/>
                          <a:pt x="56378" y="290318"/>
                          <a:pt x="59895" y="279436"/>
                        </a:cubicBezTo>
                        <a:cubicBezTo>
                          <a:pt x="59336" y="276375"/>
                          <a:pt x="62198" y="275076"/>
                          <a:pt x="63449" y="274650"/>
                        </a:cubicBezTo>
                        <a:cubicBezTo>
                          <a:pt x="77989" y="269901"/>
                          <a:pt x="91733" y="348724"/>
                          <a:pt x="100084" y="361785"/>
                        </a:cubicBezTo>
                        <a:cubicBezTo>
                          <a:pt x="149049" y="429045"/>
                          <a:pt x="293028" y="435310"/>
                          <a:pt x="370021" y="422789"/>
                        </a:cubicBezTo>
                        <a:cubicBezTo>
                          <a:pt x="373405" y="422315"/>
                          <a:pt x="375746" y="418580"/>
                          <a:pt x="374637" y="415320"/>
                        </a:cubicBezTo>
                        <a:close/>
                      </a:path>
                    </a:pathLst>
                  </a:custGeom>
                  <a:solidFill>
                    <a:srgbClr val="FFFFFF"/>
                  </a:solidFill>
                  <a:ln w="9452" cap="flat">
                    <a:noFill/>
                    <a:prstDash val="solid"/>
                    <a:miter/>
                  </a:ln>
                </p:spPr>
                <p:txBody>
                  <a:bodyPr rtlCol="0" anchor="ctr"/>
                  <a:lstStyle/>
                  <a:p>
                    <a:endParaRPr lang="en-US"/>
                  </a:p>
                </p:txBody>
              </p:sp>
              <p:sp>
                <p:nvSpPr>
                  <p:cNvPr id="54" name="Полілінія: фігура 53">
                    <a:extLst>
                      <a:ext uri="{FF2B5EF4-FFF2-40B4-BE49-F238E27FC236}">
                        <a16:creationId xmlns:a16="http://schemas.microsoft.com/office/drawing/2014/main" id="{F913A6B3-0F7B-EB14-3AB3-78DE6E8195BD}"/>
                      </a:ext>
                    </a:extLst>
                  </p:cNvPr>
                  <p:cNvSpPr/>
                  <p:nvPr/>
                </p:nvSpPr>
                <p:spPr>
                  <a:xfrm>
                    <a:off x="1422008" y="8365141"/>
                    <a:ext cx="232530" cy="163086"/>
                  </a:xfrm>
                  <a:custGeom>
                    <a:avLst/>
                    <a:gdLst>
                      <a:gd name="connsiteX0" fmla="*/ 199952 w 232530"/>
                      <a:gd name="connsiteY0" fmla="*/ 65742 h 163086"/>
                      <a:gd name="connsiteX1" fmla="*/ 177497 w 232530"/>
                      <a:gd name="connsiteY1" fmla="*/ 24624 h 163086"/>
                      <a:gd name="connsiteX2" fmla="*/ 156246 w 232530"/>
                      <a:gd name="connsiteY2" fmla="*/ 1222 h 163086"/>
                      <a:gd name="connsiteX3" fmla="*/ 1652 w 232530"/>
                      <a:gd name="connsiteY3" fmla="*/ 6236 h 163086"/>
                      <a:gd name="connsiteX4" fmla="*/ 8610 w 232530"/>
                      <a:gd name="connsiteY4" fmla="*/ 40358 h 163086"/>
                      <a:gd name="connsiteX5" fmla="*/ 21235 w 232530"/>
                      <a:gd name="connsiteY5" fmla="*/ 86244 h 163086"/>
                      <a:gd name="connsiteX6" fmla="*/ 70428 w 232530"/>
                      <a:gd name="connsiteY6" fmla="*/ 142593 h 163086"/>
                      <a:gd name="connsiteX7" fmla="*/ 96200 w 232530"/>
                      <a:gd name="connsiteY7" fmla="*/ 148925 h 163086"/>
                      <a:gd name="connsiteX8" fmla="*/ 226994 w 232530"/>
                      <a:gd name="connsiteY8" fmla="*/ 159636 h 163086"/>
                      <a:gd name="connsiteX9" fmla="*/ 199952 w 232530"/>
                      <a:gd name="connsiteY9" fmla="*/ 65742 h 16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530" h="163086">
                        <a:moveTo>
                          <a:pt x="199952" y="65742"/>
                        </a:moveTo>
                        <a:cubicBezTo>
                          <a:pt x="192208" y="50595"/>
                          <a:pt x="185753" y="38709"/>
                          <a:pt x="177497" y="24624"/>
                        </a:cubicBezTo>
                        <a:cubicBezTo>
                          <a:pt x="171791" y="18634"/>
                          <a:pt x="166663" y="-5679"/>
                          <a:pt x="156246" y="1222"/>
                        </a:cubicBezTo>
                        <a:cubicBezTo>
                          <a:pt x="99461" y="50102"/>
                          <a:pt x="29718" y="8710"/>
                          <a:pt x="1652" y="6236"/>
                        </a:cubicBezTo>
                        <a:cubicBezTo>
                          <a:pt x="-4196" y="13449"/>
                          <a:pt x="7254" y="31629"/>
                          <a:pt x="8610" y="40358"/>
                        </a:cubicBezTo>
                        <a:cubicBezTo>
                          <a:pt x="13633" y="55278"/>
                          <a:pt x="18827" y="70708"/>
                          <a:pt x="21235" y="86244"/>
                        </a:cubicBezTo>
                        <a:cubicBezTo>
                          <a:pt x="38979" y="104329"/>
                          <a:pt x="59803" y="124319"/>
                          <a:pt x="70428" y="142593"/>
                        </a:cubicBezTo>
                        <a:cubicBezTo>
                          <a:pt x="74618" y="148043"/>
                          <a:pt x="83840" y="140992"/>
                          <a:pt x="96200" y="148925"/>
                        </a:cubicBezTo>
                        <a:cubicBezTo>
                          <a:pt x="137830" y="164176"/>
                          <a:pt x="184824" y="166005"/>
                          <a:pt x="226994" y="159636"/>
                        </a:cubicBezTo>
                        <a:cubicBezTo>
                          <a:pt x="244159" y="144337"/>
                          <a:pt x="217525" y="102679"/>
                          <a:pt x="199952" y="65742"/>
                        </a:cubicBezTo>
                        <a:close/>
                      </a:path>
                    </a:pathLst>
                  </a:custGeom>
                  <a:solidFill>
                    <a:srgbClr val="FFFFFF"/>
                  </a:solidFill>
                  <a:ln w="9452" cap="flat">
                    <a:noFill/>
                    <a:prstDash val="solid"/>
                    <a:miter/>
                  </a:ln>
                </p:spPr>
                <p:txBody>
                  <a:bodyPr rtlCol="0" anchor="ctr"/>
                  <a:lstStyle/>
                  <a:p>
                    <a:endParaRPr lang="en-US"/>
                  </a:p>
                </p:txBody>
              </p:sp>
            </p:grpSp>
            <p:sp>
              <p:nvSpPr>
                <p:cNvPr id="49" name="Полілінія: фігура 48">
                  <a:extLst>
                    <a:ext uri="{FF2B5EF4-FFF2-40B4-BE49-F238E27FC236}">
                      <a16:creationId xmlns:a16="http://schemas.microsoft.com/office/drawing/2014/main" id="{FC0B77E2-8A98-DA4B-63AA-465DBC451F75}"/>
                    </a:ext>
                  </a:extLst>
                </p:cNvPr>
                <p:cNvSpPr/>
                <p:nvPr/>
              </p:nvSpPr>
              <p:spPr>
                <a:xfrm>
                  <a:off x="1151314" y="4858182"/>
                  <a:ext cx="540970" cy="692028"/>
                </a:xfrm>
                <a:custGeom>
                  <a:avLst/>
                  <a:gdLst>
                    <a:gd name="connsiteX0" fmla="*/ 531062 w 540970"/>
                    <a:gd name="connsiteY0" fmla="*/ 491966 h 692028"/>
                    <a:gd name="connsiteX1" fmla="*/ 411643 w 540970"/>
                    <a:gd name="connsiteY1" fmla="*/ 218341 h 692028"/>
                    <a:gd name="connsiteX2" fmla="*/ 462172 w 540970"/>
                    <a:gd name="connsiteY2" fmla="*/ 162133 h 692028"/>
                    <a:gd name="connsiteX3" fmla="*/ 462485 w 540970"/>
                    <a:gd name="connsiteY3" fmla="*/ 161925 h 692028"/>
                    <a:gd name="connsiteX4" fmla="*/ 500143 w 540970"/>
                    <a:gd name="connsiteY4" fmla="*/ 177574 h 692028"/>
                    <a:gd name="connsiteX5" fmla="*/ 518389 w 540970"/>
                    <a:gd name="connsiteY5" fmla="*/ 183782 h 692028"/>
                    <a:gd name="connsiteX6" fmla="*/ 516607 w 540970"/>
                    <a:gd name="connsiteY6" fmla="*/ 175640 h 692028"/>
                    <a:gd name="connsiteX7" fmla="*/ 507214 w 540970"/>
                    <a:gd name="connsiteY7" fmla="*/ 161224 h 692028"/>
                    <a:gd name="connsiteX8" fmla="*/ 482674 w 540970"/>
                    <a:gd name="connsiteY8" fmla="*/ 127025 h 692028"/>
                    <a:gd name="connsiteX9" fmla="*/ 381454 w 540970"/>
                    <a:gd name="connsiteY9" fmla="*/ 29577 h 692028"/>
                    <a:gd name="connsiteX10" fmla="*/ 342743 w 540970"/>
                    <a:gd name="connsiteY10" fmla="*/ 27131 h 692028"/>
                    <a:gd name="connsiteX11" fmla="*/ 335341 w 540970"/>
                    <a:gd name="connsiteY11" fmla="*/ 33899 h 692028"/>
                    <a:gd name="connsiteX12" fmla="*/ 373056 w 540970"/>
                    <a:gd name="connsiteY12" fmla="*/ 149338 h 692028"/>
                    <a:gd name="connsiteX13" fmla="*/ 373245 w 540970"/>
                    <a:gd name="connsiteY13" fmla="*/ 149783 h 692028"/>
                    <a:gd name="connsiteX14" fmla="*/ 376307 w 540970"/>
                    <a:gd name="connsiteY14" fmla="*/ 156987 h 692028"/>
                    <a:gd name="connsiteX15" fmla="*/ 372771 w 540970"/>
                    <a:gd name="connsiteY15" fmla="*/ 230635 h 692028"/>
                    <a:gd name="connsiteX16" fmla="*/ 364013 w 540970"/>
                    <a:gd name="connsiteY16" fmla="*/ 252009 h 692028"/>
                    <a:gd name="connsiteX17" fmla="*/ 354961 w 540970"/>
                    <a:gd name="connsiteY17" fmla="*/ 262577 h 692028"/>
                    <a:gd name="connsiteX18" fmla="*/ 228566 w 540970"/>
                    <a:gd name="connsiteY18" fmla="*/ 194123 h 692028"/>
                    <a:gd name="connsiteX19" fmla="*/ 54455 w 540970"/>
                    <a:gd name="connsiteY19" fmla="*/ 13473 h 692028"/>
                    <a:gd name="connsiteX20" fmla="*/ 11 w 540970"/>
                    <a:gd name="connsiteY20" fmla="*/ 167385 h 692028"/>
                    <a:gd name="connsiteX21" fmla="*/ 6257 w 540970"/>
                    <a:gd name="connsiteY21" fmla="*/ 173441 h 692028"/>
                    <a:gd name="connsiteX22" fmla="*/ 178064 w 540970"/>
                    <a:gd name="connsiteY22" fmla="*/ 186806 h 692028"/>
                    <a:gd name="connsiteX23" fmla="*/ 186936 w 540970"/>
                    <a:gd name="connsiteY23" fmla="*/ 192190 h 692028"/>
                    <a:gd name="connsiteX24" fmla="*/ 453793 w 540970"/>
                    <a:gd name="connsiteY24" fmla="*/ 687071 h 692028"/>
                    <a:gd name="connsiteX25" fmla="*/ 459651 w 540970"/>
                    <a:gd name="connsiteY25" fmla="*/ 692028 h 692028"/>
                    <a:gd name="connsiteX26" fmla="*/ 507034 w 540970"/>
                    <a:gd name="connsiteY26" fmla="*/ 691545 h 692028"/>
                    <a:gd name="connsiteX27" fmla="*/ 531062 w 540970"/>
                    <a:gd name="connsiteY27" fmla="*/ 491966 h 69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970" h="692028">
                      <a:moveTo>
                        <a:pt x="531062" y="491966"/>
                      </a:moveTo>
                      <a:cubicBezTo>
                        <a:pt x="508712" y="400299"/>
                        <a:pt x="450305" y="304320"/>
                        <a:pt x="411643" y="218341"/>
                      </a:cubicBezTo>
                      <a:cubicBezTo>
                        <a:pt x="410031" y="214426"/>
                        <a:pt x="461101" y="162806"/>
                        <a:pt x="462172" y="162133"/>
                      </a:cubicBezTo>
                      <a:cubicBezTo>
                        <a:pt x="462277" y="162067"/>
                        <a:pt x="462381" y="162001"/>
                        <a:pt x="462485" y="161925"/>
                      </a:cubicBezTo>
                      <a:cubicBezTo>
                        <a:pt x="468400" y="157707"/>
                        <a:pt x="491082" y="171593"/>
                        <a:pt x="500143" y="177574"/>
                      </a:cubicBezTo>
                      <a:cubicBezTo>
                        <a:pt x="504257" y="180285"/>
                        <a:pt x="516598" y="185858"/>
                        <a:pt x="518389" y="183782"/>
                      </a:cubicBezTo>
                      <a:cubicBezTo>
                        <a:pt x="520181" y="181707"/>
                        <a:pt x="518247" y="177830"/>
                        <a:pt x="516607" y="175640"/>
                      </a:cubicBezTo>
                      <a:cubicBezTo>
                        <a:pt x="513290" y="171233"/>
                        <a:pt x="510333" y="166370"/>
                        <a:pt x="507214" y="161224"/>
                      </a:cubicBezTo>
                      <a:cubicBezTo>
                        <a:pt x="501138" y="151224"/>
                        <a:pt x="483708" y="128371"/>
                        <a:pt x="482674" y="127025"/>
                      </a:cubicBezTo>
                      <a:cubicBezTo>
                        <a:pt x="452372" y="87538"/>
                        <a:pt x="395994" y="40307"/>
                        <a:pt x="381454" y="29577"/>
                      </a:cubicBezTo>
                      <a:cubicBezTo>
                        <a:pt x="375027" y="24828"/>
                        <a:pt x="351919" y="23975"/>
                        <a:pt x="342743" y="27131"/>
                      </a:cubicBezTo>
                      <a:cubicBezTo>
                        <a:pt x="338696" y="28525"/>
                        <a:pt x="336203" y="30800"/>
                        <a:pt x="335341" y="33899"/>
                      </a:cubicBezTo>
                      <a:cubicBezTo>
                        <a:pt x="322412" y="80249"/>
                        <a:pt x="349976" y="120040"/>
                        <a:pt x="373056" y="149338"/>
                      </a:cubicBezTo>
                      <a:cubicBezTo>
                        <a:pt x="373236" y="149593"/>
                        <a:pt x="373293" y="149764"/>
                        <a:pt x="373245" y="149783"/>
                      </a:cubicBezTo>
                      <a:cubicBezTo>
                        <a:pt x="371624" y="151935"/>
                        <a:pt x="374591" y="154911"/>
                        <a:pt x="376307" y="156987"/>
                      </a:cubicBezTo>
                      <a:cubicBezTo>
                        <a:pt x="397036" y="182048"/>
                        <a:pt x="384231" y="204569"/>
                        <a:pt x="372771" y="230635"/>
                      </a:cubicBezTo>
                      <a:cubicBezTo>
                        <a:pt x="369719" y="237573"/>
                        <a:pt x="366601" y="244682"/>
                        <a:pt x="364013" y="252009"/>
                      </a:cubicBezTo>
                      <a:cubicBezTo>
                        <a:pt x="359397" y="254795"/>
                        <a:pt x="358866" y="258994"/>
                        <a:pt x="354961" y="262577"/>
                      </a:cubicBezTo>
                      <a:cubicBezTo>
                        <a:pt x="330895" y="235402"/>
                        <a:pt x="281361" y="202967"/>
                        <a:pt x="228566" y="194123"/>
                      </a:cubicBezTo>
                      <a:cubicBezTo>
                        <a:pt x="44607" y="70685"/>
                        <a:pt x="81791" y="-39076"/>
                        <a:pt x="54455" y="13473"/>
                      </a:cubicBezTo>
                      <a:cubicBezTo>
                        <a:pt x="22939" y="59169"/>
                        <a:pt x="1764" y="116371"/>
                        <a:pt x="11" y="167385"/>
                      </a:cubicBezTo>
                      <a:cubicBezTo>
                        <a:pt x="-207" y="170759"/>
                        <a:pt x="2873" y="173764"/>
                        <a:pt x="6257" y="173441"/>
                      </a:cubicBezTo>
                      <a:cubicBezTo>
                        <a:pt x="49631" y="170171"/>
                        <a:pt x="131876" y="173925"/>
                        <a:pt x="178064" y="186806"/>
                      </a:cubicBezTo>
                      <a:cubicBezTo>
                        <a:pt x="183524" y="188332"/>
                        <a:pt x="188870" y="192000"/>
                        <a:pt x="186936" y="192190"/>
                      </a:cubicBezTo>
                      <a:cubicBezTo>
                        <a:pt x="319606" y="324595"/>
                        <a:pt x="429690" y="498013"/>
                        <a:pt x="453793" y="687071"/>
                      </a:cubicBezTo>
                      <a:cubicBezTo>
                        <a:pt x="454229" y="689953"/>
                        <a:pt x="456741" y="692076"/>
                        <a:pt x="459651" y="692028"/>
                      </a:cubicBezTo>
                      <a:cubicBezTo>
                        <a:pt x="475556" y="691791"/>
                        <a:pt x="491385" y="691668"/>
                        <a:pt x="507034" y="691545"/>
                      </a:cubicBezTo>
                      <a:cubicBezTo>
                        <a:pt x="546521" y="638589"/>
                        <a:pt x="547204" y="564505"/>
                        <a:pt x="531062" y="491966"/>
                      </a:cubicBezTo>
                      <a:close/>
                    </a:path>
                  </a:pathLst>
                </a:custGeom>
                <a:solidFill>
                  <a:srgbClr val="FFFFFF"/>
                </a:solidFill>
                <a:ln w="9452" cap="flat">
                  <a:noFill/>
                  <a:prstDash val="solid"/>
                  <a:miter/>
                </a:ln>
              </p:spPr>
              <p:txBody>
                <a:bodyPr rtlCol="0" anchor="ctr"/>
                <a:lstStyle/>
                <a:p>
                  <a:endParaRPr lang="en-US"/>
                </a:p>
              </p:txBody>
            </p:sp>
            <p:sp>
              <p:nvSpPr>
                <p:cNvPr id="50" name="Полілінія: фігура 49">
                  <a:extLst>
                    <a:ext uri="{FF2B5EF4-FFF2-40B4-BE49-F238E27FC236}">
                      <a16:creationId xmlns:a16="http://schemas.microsoft.com/office/drawing/2014/main" id="{AE3AF358-4330-B09E-73A3-F88E496E63F9}"/>
                    </a:ext>
                  </a:extLst>
                </p:cNvPr>
                <p:cNvSpPr/>
                <p:nvPr/>
              </p:nvSpPr>
              <p:spPr>
                <a:xfrm>
                  <a:off x="955273" y="6036210"/>
                  <a:ext cx="831859" cy="1224251"/>
                </a:xfrm>
                <a:custGeom>
                  <a:avLst/>
                  <a:gdLst>
                    <a:gd name="connsiteX0" fmla="*/ 831859 w 831859"/>
                    <a:gd name="connsiteY0" fmla="*/ 303312 h 1224251"/>
                    <a:gd name="connsiteX1" fmla="*/ 710743 w 831859"/>
                    <a:gd name="connsiteY1" fmla="*/ 2266 h 1224251"/>
                    <a:gd name="connsiteX2" fmla="*/ 697957 w 831859"/>
                    <a:gd name="connsiteY2" fmla="*/ 8569 h 1224251"/>
                    <a:gd name="connsiteX3" fmla="*/ 620129 w 831859"/>
                    <a:gd name="connsiteY3" fmla="*/ 271729 h 1224251"/>
                    <a:gd name="connsiteX4" fmla="*/ 16653 w 831859"/>
                    <a:gd name="connsiteY4" fmla="*/ 241588 h 1224251"/>
                    <a:gd name="connsiteX5" fmla="*/ 10880 w 831859"/>
                    <a:gd name="connsiteY5" fmla="*/ 254014 h 1224251"/>
                    <a:gd name="connsiteX6" fmla="*/ 17506 w 831859"/>
                    <a:gd name="connsiteY6" fmla="*/ 1038785 h 1224251"/>
                    <a:gd name="connsiteX7" fmla="*/ 1733 w 831859"/>
                    <a:gd name="connsiteY7" fmla="*/ 1155769 h 1224251"/>
                    <a:gd name="connsiteX8" fmla="*/ 8577 w 831859"/>
                    <a:gd name="connsiteY8" fmla="*/ 1163740 h 1224251"/>
                    <a:gd name="connsiteX9" fmla="*/ 166460 w 831859"/>
                    <a:gd name="connsiteY9" fmla="*/ 1205844 h 1224251"/>
                    <a:gd name="connsiteX10" fmla="*/ 800429 w 831859"/>
                    <a:gd name="connsiteY10" fmla="*/ 1123769 h 1224251"/>
                    <a:gd name="connsiteX11" fmla="*/ 801462 w 831859"/>
                    <a:gd name="connsiteY11" fmla="*/ 816970 h 1224251"/>
                    <a:gd name="connsiteX12" fmla="*/ 831859 w 831859"/>
                    <a:gd name="connsiteY12" fmla="*/ 303312 h 122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1859" h="1224251">
                      <a:moveTo>
                        <a:pt x="831859" y="303312"/>
                      </a:moveTo>
                      <a:cubicBezTo>
                        <a:pt x="776552" y="212271"/>
                        <a:pt x="742363" y="103420"/>
                        <a:pt x="710743" y="2266"/>
                      </a:cubicBezTo>
                      <a:cubicBezTo>
                        <a:pt x="709113" y="-3346"/>
                        <a:pt x="698658" y="2502"/>
                        <a:pt x="697957" y="8569"/>
                      </a:cubicBezTo>
                      <a:cubicBezTo>
                        <a:pt x="683559" y="110197"/>
                        <a:pt x="655976" y="194660"/>
                        <a:pt x="620129" y="271729"/>
                      </a:cubicBezTo>
                      <a:cubicBezTo>
                        <a:pt x="588594" y="386154"/>
                        <a:pt x="160489" y="286838"/>
                        <a:pt x="16653" y="241588"/>
                      </a:cubicBezTo>
                      <a:cubicBezTo>
                        <a:pt x="13240" y="240289"/>
                        <a:pt x="11089" y="250317"/>
                        <a:pt x="10880" y="254014"/>
                      </a:cubicBezTo>
                      <a:cubicBezTo>
                        <a:pt x="-28408" y="516928"/>
                        <a:pt x="54150" y="775350"/>
                        <a:pt x="17506" y="1038785"/>
                      </a:cubicBezTo>
                      <a:cubicBezTo>
                        <a:pt x="14766" y="1077666"/>
                        <a:pt x="11923" y="1117864"/>
                        <a:pt x="1733" y="1155769"/>
                      </a:cubicBezTo>
                      <a:cubicBezTo>
                        <a:pt x="615" y="1160081"/>
                        <a:pt x="4501" y="1163247"/>
                        <a:pt x="8577" y="1163740"/>
                      </a:cubicBezTo>
                      <a:cubicBezTo>
                        <a:pt x="59192" y="1180157"/>
                        <a:pt x="115731" y="1195266"/>
                        <a:pt x="166460" y="1205844"/>
                      </a:cubicBezTo>
                      <a:cubicBezTo>
                        <a:pt x="375025" y="1243815"/>
                        <a:pt x="614631" y="1226127"/>
                        <a:pt x="800429" y="1123769"/>
                      </a:cubicBezTo>
                      <a:cubicBezTo>
                        <a:pt x="769131" y="1026928"/>
                        <a:pt x="796846" y="915935"/>
                        <a:pt x="801462" y="816970"/>
                      </a:cubicBezTo>
                      <a:cubicBezTo>
                        <a:pt x="818021" y="645276"/>
                        <a:pt x="825727" y="474190"/>
                        <a:pt x="831859" y="303312"/>
                      </a:cubicBezTo>
                      <a:close/>
                    </a:path>
                  </a:pathLst>
                </a:custGeom>
                <a:solidFill>
                  <a:schemeClr val="tx2"/>
                </a:solidFill>
                <a:ln w="9452" cap="flat">
                  <a:noFill/>
                  <a:prstDash val="solid"/>
                  <a:miter/>
                </a:ln>
              </p:spPr>
              <p:txBody>
                <a:bodyPr rtlCol="0" anchor="ctr"/>
                <a:lstStyle/>
                <a:p>
                  <a:endParaRPr lang="en-US"/>
                </a:p>
              </p:txBody>
            </p:sp>
            <p:sp>
              <p:nvSpPr>
                <p:cNvPr id="51" name="Полілінія: фігура 50">
                  <a:extLst>
                    <a:ext uri="{FF2B5EF4-FFF2-40B4-BE49-F238E27FC236}">
                      <a16:creationId xmlns:a16="http://schemas.microsoft.com/office/drawing/2014/main" id="{DEFF6D97-4ACE-A6F6-1B1E-D43C6ACA80B5}"/>
                    </a:ext>
                  </a:extLst>
                </p:cNvPr>
                <p:cNvSpPr/>
                <p:nvPr/>
              </p:nvSpPr>
              <p:spPr>
                <a:xfrm>
                  <a:off x="922429" y="4938874"/>
                  <a:ext cx="1102546" cy="1429159"/>
                </a:xfrm>
                <a:custGeom>
                  <a:avLst/>
                  <a:gdLst>
                    <a:gd name="connsiteX0" fmla="*/ 963118 w 1102546"/>
                    <a:gd name="connsiteY0" fmla="*/ 326309 h 1429159"/>
                    <a:gd name="connsiteX1" fmla="*/ 886257 w 1102546"/>
                    <a:gd name="connsiteY1" fmla="*/ 144635 h 1429159"/>
                    <a:gd name="connsiteX2" fmla="*/ 794297 w 1102546"/>
                    <a:gd name="connsiteY2" fmla="*/ 84257 h 1429159"/>
                    <a:gd name="connsiteX3" fmla="*/ 736052 w 1102546"/>
                    <a:gd name="connsiteY3" fmla="*/ 62352 h 1429159"/>
                    <a:gd name="connsiteX4" fmla="*/ 728573 w 1102546"/>
                    <a:gd name="connsiteY4" fmla="*/ 70257 h 1429159"/>
                    <a:gd name="connsiteX5" fmla="*/ 744962 w 1102546"/>
                    <a:gd name="connsiteY5" fmla="*/ 104655 h 1429159"/>
                    <a:gd name="connsiteX6" fmla="*/ 695607 w 1102546"/>
                    <a:gd name="connsiteY6" fmla="*/ 78049 h 1429159"/>
                    <a:gd name="connsiteX7" fmla="*/ 680157 w 1102546"/>
                    <a:gd name="connsiteY7" fmla="*/ 89489 h 1429159"/>
                    <a:gd name="connsiteX8" fmla="*/ 641352 w 1102546"/>
                    <a:gd name="connsiteY8" fmla="*/ 134616 h 1429159"/>
                    <a:gd name="connsiteX9" fmla="*/ 741644 w 1102546"/>
                    <a:gd name="connsiteY9" fmla="*/ 339257 h 1429159"/>
                    <a:gd name="connsiteX10" fmla="*/ 755928 w 1102546"/>
                    <a:gd name="connsiteY10" fmla="*/ 374432 h 1429159"/>
                    <a:gd name="connsiteX11" fmla="*/ 749814 w 1102546"/>
                    <a:gd name="connsiteY11" fmla="*/ 601337 h 1429159"/>
                    <a:gd name="connsiteX12" fmla="*/ 766686 w 1102546"/>
                    <a:gd name="connsiteY12" fmla="*/ 617640 h 1429159"/>
                    <a:gd name="connsiteX13" fmla="*/ 775748 w 1102546"/>
                    <a:gd name="connsiteY13" fmla="*/ 613782 h 1429159"/>
                    <a:gd name="connsiteX14" fmla="*/ 843974 w 1102546"/>
                    <a:gd name="connsiteY14" fmla="*/ 591460 h 1429159"/>
                    <a:gd name="connsiteX15" fmla="*/ 889101 w 1102546"/>
                    <a:gd name="connsiteY15" fmla="*/ 611792 h 1429159"/>
                    <a:gd name="connsiteX16" fmla="*/ 955204 w 1102546"/>
                    <a:gd name="connsiteY16" fmla="*/ 684814 h 1429159"/>
                    <a:gd name="connsiteX17" fmla="*/ 932380 w 1102546"/>
                    <a:gd name="connsiteY17" fmla="*/ 700776 h 1429159"/>
                    <a:gd name="connsiteX18" fmla="*/ 902314 w 1102546"/>
                    <a:gd name="connsiteY18" fmla="*/ 706311 h 1429159"/>
                    <a:gd name="connsiteX19" fmla="*/ 852324 w 1102546"/>
                    <a:gd name="connsiteY19" fmla="*/ 714842 h 1429159"/>
                    <a:gd name="connsiteX20" fmla="*/ 848135 w 1102546"/>
                    <a:gd name="connsiteY20" fmla="*/ 717477 h 1429159"/>
                    <a:gd name="connsiteX21" fmla="*/ 751919 w 1102546"/>
                    <a:gd name="connsiteY21" fmla="*/ 609839 h 1429159"/>
                    <a:gd name="connsiteX22" fmla="*/ 425641 w 1102546"/>
                    <a:gd name="connsiteY22" fmla="*/ 625469 h 1429159"/>
                    <a:gd name="connsiteX23" fmla="*/ 370211 w 1102546"/>
                    <a:gd name="connsiteY23" fmla="*/ 571916 h 1429159"/>
                    <a:gd name="connsiteX24" fmla="*/ 362884 w 1102546"/>
                    <a:gd name="connsiteY24" fmla="*/ 563963 h 1429159"/>
                    <a:gd name="connsiteX25" fmla="*/ 311397 w 1102546"/>
                    <a:gd name="connsiteY25" fmla="*/ 548580 h 1429159"/>
                    <a:gd name="connsiteX26" fmla="*/ 311387 w 1102546"/>
                    <a:gd name="connsiteY26" fmla="*/ 523348 h 1429159"/>
                    <a:gd name="connsiteX27" fmla="*/ 306781 w 1102546"/>
                    <a:gd name="connsiteY27" fmla="*/ 519993 h 1429159"/>
                    <a:gd name="connsiteX28" fmla="*/ 291795 w 1102546"/>
                    <a:gd name="connsiteY28" fmla="*/ 495311 h 1429159"/>
                    <a:gd name="connsiteX29" fmla="*/ 345396 w 1102546"/>
                    <a:gd name="connsiteY29" fmla="*/ 489529 h 1429159"/>
                    <a:gd name="connsiteX30" fmla="*/ 343169 w 1102546"/>
                    <a:gd name="connsiteY30" fmla="*/ 483159 h 1429159"/>
                    <a:gd name="connsiteX31" fmla="*/ 315027 w 1102546"/>
                    <a:gd name="connsiteY31" fmla="*/ 433947 h 1429159"/>
                    <a:gd name="connsiteX32" fmla="*/ 360950 w 1102546"/>
                    <a:gd name="connsiteY32" fmla="*/ 453112 h 1429159"/>
                    <a:gd name="connsiteX33" fmla="*/ 402058 w 1102546"/>
                    <a:gd name="connsiteY33" fmla="*/ 483917 h 1429159"/>
                    <a:gd name="connsiteX34" fmla="*/ 414267 w 1102546"/>
                    <a:gd name="connsiteY34" fmla="*/ 499965 h 1429159"/>
                    <a:gd name="connsiteX35" fmla="*/ 416295 w 1102546"/>
                    <a:gd name="connsiteY35" fmla="*/ 506533 h 1429159"/>
                    <a:gd name="connsiteX36" fmla="*/ 441024 w 1102546"/>
                    <a:gd name="connsiteY36" fmla="*/ 533613 h 1429159"/>
                    <a:gd name="connsiteX37" fmla="*/ 456522 w 1102546"/>
                    <a:gd name="connsiteY37" fmla="*/ 560911 h 1429159"/>
                    <a:gd name="connsiteX38" fmla="*/ 461564 w 1102546"/>
                    <a:gd name="connsiteY38" fmla="*/ 572892 h 1429159"/>
                    <a:gd name="connsiteX39" fmla="*/ 483971 w 1102546"/>
                    <a:gd name="connsiteY39" fmla="*/ 608351 h 1429159"/>
                    <a:gd name="connsiteX40" fmla="*/ 483725 w 1102546"/>
                    <a:gd name="connsiteY40" fmla="*/ 608740 h 1429159"/>
                    <a:gd name="connsiteX41" fmla="*/ 505440 w 1102546"/>
                    <a:gd name="connsiteY41" fmla="*/ 620929 h 1429159"/>
                    <a:gd name="connsiteX42" fmla="*/ 672868 w 1102546"/>
                    <a:gd name="connsiteY42" fmla="*/ 611744 h 1429159"/>
                    <a:gd name="connsiteX43" fmla="*/ 678451 w 1102546"/>
                    <a:gd name="connsiteY43" fmla="*/ 604986 h 1429159"/>
                    <a:gd name="connsiteX44" fmla="*/ 618841 w 1102546"/>
                    <a:gd name="connsiteY44" fmla="*/ 397114 h 1429159"/>
                    <a:gd name="connsiteX45" fmla="*/ 405006 w 1102546"/>
                    <a:gd name="connsiteY45" fmla="*/ 106532 h 1429159"/>
                    <a:gd name="connsiteX46" fmla="*/ 292004 w 1102546"/>
                    <a:gd name="connsiteY46" fmla="*/ 94826 h 1429159"/>
                    <a:gd name="connsiteX47" fmla="*/ 225597 w 1102546"/>
                    <a:gd name="connsiteY47" fmla="*/ 91859 h 1429159"/>
                    <a:gd name="connsiteX48" fmla="*/ 241066 w 1102546"/>
                    <a:gd name="connsiteY48" fmla="*/ 7861 h 1429159"/>
                    <a:gd name="connsiteX49" fmla="*/ 232754 w 1102546"/>
                    <a:gd name="connsiteY49" fmla="*/ 799 h 1429159"/>
                    <a:gd name="connsiteX50" fmla="*/ 95126 w 1102546"/>
                    <a:gd name="connsiteY50" fmla="*/ 48021 h 1429159"/>
                    <a:gd name="connsiteX51" fmla="*/ 36644 w 1102546"/>
                    <a:gd name="connsiteY51" fmla="*/ 66912 h 1429159"/>
                    <a:gd name="connsiteX52" fmla="*/ 7810 w 1102546"/>
                    <a:gd name="connsiteY52" fmla="*/ 137545 h 1429159"/>
                    <a:gd name="connsiteX53" fmla="*/ 150234 w 1102546"/>
                    <a:gd name="connsiteY53" fmla="*/ 589489 h 1429159"/>
                    <a:gd name="connsiteX54" fmla="*/ 123448 w 1102546"/>
                    <a:gd name="connsiteY54" fmla="*/ 1050665 h 1429159"/>
                    <a:gd name="connsiteX55" fmla="*/ 0 w 1102546"/>
                    <a:gd name="connsiteY55" fmla="*/ 1315029 h 1429159"/>
                    <a:gd name="connsiteX56" fmla="*/ 640528 w 1102546"/>
                    <a:gd name="connsiteY56" fmla="*/ 1388402 h 1429159"/>
                    <a:gd name="connsiteX57" fmla="*/ 729038 w 1102546"/>
                    <a:gd name="connsiteY57" fmla="*/ 1098417 h 1429159"/>
                    <a:gd name="connsiteX58" fmla="*/ 739521 w 1102546"/>
                    <a:gd name="connsiteY58" fmla="*/ 1061148 h 1429159"/>
                    <a:gd name="connsiteX59" fmla="*/ 809396 w 1102546"/>
                    <a:gd name="connsiteY59" fmla="*/ 1274272 h 1429159"/>
                    <a:gd name="connsiteX60" fmla="*/ 914209 w 1102546"/>
                    <a:gd name="connsiteY60" fmla="*/ 1429160 h 1429159"/>
                    <a:gd name="connsiteX61" fmla="*/ 831519 w 1102546"/>
                    <a:gd name="connsiteY61" fmla="*/ 874810 h 1429159"/>
                    <a:gd name="connsiteX62" fmla="*/ 1069097 w 1102546"/>
                    <a:gd name="connsiteY62" fmla="*/ 868991 h 1429159"/>
                    <a:gd name="connsiteX63" fmla="*/ 1101703 w 1102546"/>
                    <a:gd name="connsiteY63" fmla="*/ 855019 h 1429159"/>
                    <a:gd name="connsiteX64" fmla="*/ 963118 w 1102546"/>
                    <a:gd name="connsiteY64" fmla="*/ 326309 h 142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02546" h="1429159">
                      <a:moveTo>
                        <a:pt x="963118" y="326309"/>
                      </a:moveTo>
                      <a:cubicBezTo>
                        <a:pt x="938086" y="269325"/>
                        <a:pt x="908086" y="202634"/>
                        <a:pt x="886257" y="144635"/>
                      </a:cubicBezTo>
                      <a:cubicBezTo>
                        <a:pt x="872646" y="91660"/>
                        <a:pt x="832002" y="100835"/>
                        <a:pt x="794297" y="84257"/>
                      </a:cubicBezTo>
                      <a:cubicBezTo>
                        <a:pt x="775056" y="77395"/>
                        <a:pt x="755151" y="70286"/>
                        <a:pt x="736052" y="62352"/>
                      </a:cubicBezTo>
                      <a:cubicBezTo>
                        <a:pt x="731341" y="60201"/>
                        <a:pt x="726147" y="65651"/>
                        <a:pt x="728573" y="70257"/>
                      </a:cubicBezTo>
                      <a:cubicBezTo>
                        <a:pt x="732640" y="79423"/>
                        <a:pt x="746108" y="95499"/>
                        <a:pt x="744962" y="104655"/>
                      </a:cubicBezTo>
                      <a:cubicBezTo>
                        <a:pt x="729199" y="95489"/>
                        <a:pt x="713104" y="85565"/>
                        <a:pt x="695607" y="78049"/>
                      </a:cubicBezTo>
                      <a:cubicBezTo>
                        <a:pt x="690489" y="76219"/>
                        <a:pt x="681731" y="87707"/>
                        <a:pt x="680157" y="89489"/>
                      </a:cubicBezTo>
                      <a:cubicBezTo>
                        <a:pt x="667001" y="103745"/>
                        <a:pt x="653949" y="118929"/>
                        <a:pt x="641352" y="134616"/>
                      </a:cubicBezTo>
                      <a:cubicBezTo>
                        <a:pt x="664679" y="196198"/>
                        <a:pt x="713872" y="263647"/>
                        <a:pt x="741644" y="339257"/>
                      </a:cubicBezTo>
                      <a:cubicBezTo>
                        <a:pt x="742687" y="341949"/>
                        <a:pt x="749426" y="356299"/>
                        <a:pt x="755928" y="374432"/>
                      </a:cubicBezTo>
                      <a:cubicBezTo>
                        <a:pt x="770279" y="436563"/>
                        <a:pt x="789150" y="522495"/>
                        <a:pt x="749814" y="601337"/>
                      </a:cubicBezTo>
                      <a:cubicBezTo>
                        <a:pt x="746213" y="610218"/>
                        <a:pt x="761852" y="612019"/>
                        <a:pt x="766686" y="617640"/>
                      </a:cubicBezTo>
                      <a:cubicBezTo>
                        <a:pt x="770032" y="620067"/>
                        <a:pt x="775198" y="617915"/>
                        <a:pt x="775748" y="613782"/>
                      </a:cubicBezTo>
                      <a:cubicBezTo>
                        <a:pt x="779131" y="602768"/>
                        <a:pt x="829093" y="588797"/>
                        <a:pt x="843974" y="591460"/>
                      </a:cubicBezTo>
                      <a:cubicBezTo>
                        <a:pt x="860722" y="594200"/>
                        <a:pt x="874163" y="604664"/>
                        <a:pt x="889101" y="611792"/>
                      </a:cubicBezTo>
                      <a:cubicBezTo>
                        <a:pt x="927574" y="621081"/>
                        <a:pt x="942815" y="657696"/>
                        <a:pt x="955204" y="684814"/>
                      </a:cubicBezTo>
                      <a:cubicBezTo>
                        <a:pt x="952863" y="685667"/>
                        <a:pt x="939972" y="699686"/>
                        <a:pt x="932380" y="700776"/>
                      </a:cubicBezTo>
                      <a:cubicBezTo>
                        <a:pt x="922323" y="702321"/>
                        <a:pt x="912190" y="704435"/>
                        <a:pt x="902314" y="706311"/>
                      </a:cubicBezTo>
                      <a:cubicBezTo>
                        <a:pt x="885935" y="709496"/>
                        <a:pt x="868988" y="712776"/>
                        <a:pt x="852324" y="714842"/>
                      </a:cubicBezTo>
                      <a:cubicBezTo>
                        <a:pt x="850609" y="715050"/>
                        <a:pt x="849073" y="716017"/>
                        <a:pt x="848135" y="717477"/>
                      </a:cubicBezTo>
                      <a:cubicBezTo>
                        <a:pt x="846893" y="720690"/>
                        <a:pt x="797311" y="634891"/>
                        <a:pt x="751919" y="609839"/>
                      </a:cubicBezTo>
                      <a:cubicBezTo>
                        <a:pt x="654755" y="617052"/>
                        <a:pt x="513203" y="619735"/>
                        <a:pt x="425641" y="625469"/>
                      </a:cubicBezTo>
                      <a:cubicBezTo>
                        <a:pt x="441659" y="607308"/>
                        <a:pt x="353614" y="600598"/>
                        <a:pt x="370211" y="571916"/>
                      </a:cubicBezTo>
                      <a:cubicBezTo>
                        <a:pt x="372561" y="567385"/>
                        <a:pt x="367595" y="561982"/>
                        <a:pt x="362884" y="563963"/>
                      </a:cubicBezTo>
                      <a:cubicBezTo>
                        <a:pt x="350012" y="568864"/>
                        <a:pt x="322193" y="562162"/>
                        <a:pt x="311397" y="548580"/>
                      </a:cubicBezTo>
                      <a:cubicBezTo>
                        <a:pt x="301966" y="537461"/>
                        <a:pt x="312600" y="532874"/>
                        <a:pt x="311387" y="523348"/>
                      </a:cubicBezTo>
                      <a:cubicBezTo>
                        <a:pt x="310534" y="521509"/>
                        <a:pt x="308790" y="520239"/>
                        <a:pt x="306781" y="519993"/>
                      </a:cubicBezTo>
                      <a:cubicBezTo>
                        <a:pt x="289245" y="518381"/>
                        <a:pt x="281227" y="507974"/>
                        <a:pt x="291795" y="495311"/>
                      </a:cubicBezTo>
                      <a:cubicBezTo>
                        <a:pt x="304203" y="488429"/>
                        <a:pt x="341017" y="499898"/>
                        <a:pt x="345396" y="489529"/>
                      </a:cubicBezTo>
                      <a:cubicBezTo>
                        <a:pt x="346088" y="487150"/>
                        <a:pt x="345187" y="484591"/>
                        <a:pt x="343169" y="483159"/>
                      </a:cubicBezTo>
                      <a:cubicBezTo>
                        <a:pt x="324477" y="469804"/>
                        <a:pt x="302658" y="452525"/>
                        <a:pt x="315027" y="433947"/>
                      </a:cubicBezTo>
                      <a:cubicBezTo>
                        <a:pt x="331633" y="436402"/>
                        <a:pt x="344988" y="445558"/>
                        <a:pt x="360950" y="453112"/>
                      </a:cubicBezTo>
                      <a:cubicBezTo>
                        <a:pt x="372201" y="459169"/>
                        <a:pt x="403139" y="472335"/>
                        <a:pt x="402058" y="483917"/>
                      </a:cubicBezTo>
                      <a:cubicBezTo>
                        <a:pt x="404248" y="488733"/>
                        <a:pt x="415034" y="495747"/>
                        <a:pt x="414267" y="499965"/>
                      </a:cubicBezTo>
                      <a:cubicBezTo>
                        <a:pt x="413433" y="502363"/>
                        <a:pt x="414257" y="505017"/>
                        <a:pt x="416295" y="506533"/>
                      </a:cubicBezTo>
                      <a:cubicBezTo>
                        <a:pt x="420693" y="509813"/>
                        <a:pt x="431679" y="521471"/>
                        <a:pt x="441024" y="533613"/>
                      </a:cubicBezTo>
                      <a:cubicBezTo>
                        <a:pt x="454673" y="551348"/>
                        <a:pt x="456816" y="559414"/>
                        <a:pt x="456522" y="560911"/>
                      </a:cubicBezTo>
                      <a:cubicBezTo>
                        <a:pt x="454730" y="565565"/>
                        <a:pt x="459536" y="569148"/>
                        <a:pt x="461564" y="572892"/>
                      </a:cubicBezTo>
                      <a:cubicBezTo>
                        <a:pt x="469394" y="584352"/>
                        <a:pt x="477479" y="596190"/>
                        <a:pt x="483971" y="608351"/>
                      </a:cubicBezTo>
                      <a:cubicBezTo>
                        <a:pt x="483934" y="608474"/>
                        <a:pt x="483820" y="608645"/>
                        <a:pt x="483725" y="608740"/>
                      </a:cubicBezTo>
                      <a:cubicBezTo>
                        <a:pt x="486227" y="616559"/>
                        <a:pt x="498113" y="621640"/>
                        <a:pt x="505440" y="620929"/>
                      </a:cubicBezTo>
                      <a:cubicBezTo>
                        <a:pt x="564946" y="616569"/>
                        <a:pt x="606102" y="613650"/>
                        <a:pt x="672868" y="611744"/>
                      </a:cubicBezTo>
                      <a:cubicBezTo>
                        <a:pt x="676271" y="611706"/>
                        <a:pt x="679086" y="608361"/>
                        <a:pt x="678451" y="604986"/>
                      </a:cubicBezTo>
                      <a:cubicBezTo>
                        <a:pt x="665276" y="524163"/>
                        <a:pt x="645779" y="456165"/>
                        <a:pt x="618841" y="397114"/>
                      </a:cubicBezTo>
                      <a:cubicBezTo>
                        <a:pt x="570671" y="288462"/>
                        <a:pt x="499251" y="191611"/>
                        <a:pt x="405006" y="106532"/>
                      </a:cubicBezTo>
                      <a:cubicBezTo>
                        <a:pt x="364988" y="97906"/>
                        <a:pt x="325690" y="96826"/>
                        <a:pt x="292004" y="94826"/>
                      </a:cubicBezTo>
                      <a:cubicBezTo>
                        <a:pt x="272431" y="93764"/>
                        <a:pt x="247038" y="95157"/>
                        <a:pt x="225597" y="91859"/>
                      </a:cubicBezTo>
                      <a:cubicBezTo>
                        <a:pt x="224820" y="63262"/>
                        <a:pt x="230953" y="33102"/>
                        <a:pt x="241066" y="7861"/>
                      </a:cubicBezTo>
                      <a:cubicBezTo>
                        <a:pt x="243057" y="3188"/>
                        <a:pt x="237180" y="-2025"/>
                        <a:pt x="232754" y="799"/>
                      </a:cubicBezTo>
                      <a:cubicBezTo>
                        <a:pt x="191039" y="24012"/>
                        <a:pt x="144736" y="39898"/>
                        <a:pt x="95126" y="48021"/>
                      </a:cubicBezTo>
                      <a:cubicBezTo>
                        <a:pt x="63610" y="52305"/>
                        <a:pt x="47212" y="57604"/>
                        <a:pt x="36644" y="66912"/>
                      </a:cubicBezTo>
                      <a:cubicBezTo>
                        <a:pt x="20151" y="81707"/>
                        <a:pt x="15782" y="113223"/>
                        <a:pt x="7810" y="137545"/>
                      </a:cubicBezTo>
                      <a:cubicBezTo>
                        <a:pt x="23402" y="309997"/>
                        <a:pt x="58207" y="444951"/>
                        <a:pt x="150234" y="589489"/>
                      </a:cubicBezTo>
                      <a:cubicBezTo>
                        <a:pt x="189020" y="749249"/>
                        <a:pt x="205920" y="886033"/>
                        <a:pt x="123448" y="1050665"/>
                      </a:cubicBezTo>
                      <a:cubicBezTo>
                        <a:pt x="87685" y="1139563"/>
                        <a:pt x="44672" y="1230633"/>
                        <a:pt x="0" y="1315029"/>
                      </a:cubicBezTo>
                      <a:cubicBezTo>
                        <a:pt x="121438" y="1370601"/>
                        <a:pt x="484512" y="1453064"/>
                        <a:pt x="640528" y="1388402"/>
                      </a:cubicBezTo>
                      <a:cubicBezTo>
                        <a:pt x="684470" y="1290603"/>
                        <a:pt x="715815" y="1188207"/>
                        <a:pt x="729038" y="1098417"/>
                      </a:cubicBezTo>
                      <a:cubicBezTo>
                        <a:pt x="730573" y="1086778"/>
                        <a:pt x="736488" y="1072247"/>
                        <a:pt x="739521" y="1061148"/>
                      </a:cubicBezTo>
                      <a:cubicBezTo>
                        <a:pt x="739786" y="1060172"/>
                        <a:pt x="761757" y="1158492"/>
                        <a:pt x="809396" y="1274272"/>
                      </a:cubicBezTo>
                      <a:cubicBezTo>
                        <a:pt x="830846" y="1318963"/>
                        <a:pt x="866296" y="1411150"/>
                        <a:pt x="914209" y="1429160"/>
                      </a:cubicBezTo>
                      <a:cubicBezTo>
                        <a:pt x="890096" y="1259798"/>
                        <a:pt x="848770" y="1043044"/>
                        <a:pt x="831519" y="874810"/>
                      </a:cubicBezTo>
                      <a:cubicBezTo>
                        <a:pt x="912257" y="876668"/>
                        <a:pt x="988179" y="881094"/>
                        <a:pt x="1069097" y="868991"/>
                      </a:cubicBezTo>
                      <a:cubicBezTo>
                        <a:pt x="1076045" y="866545"/>
                        <a:pt x="1099770" y="864100"/>
                        <a:pt x="1101703" y="855019"/>
                      </a:cubicBezTo>
                      <a:cubicBezTo>
                        <a:pt x="1111296" y="665961"/>
                        <a:pt x="1037449" y="495548"/>
                        <a:pt x="963118" y="326309"/>
                      </a:cubicBezTo>
                      <a:close/>
                    </a:path>
                  </a:pathLst>
                </a:custGeom>
                <a:solidFill>
                  <a:schemeClr val="accent1">
                    <a:lumMod val="50000"/>
                  </a:schemeClr>
                </a:solidFill>
                <a:ln w="9452" cap="flat">
                  <a:noFill/>
                  <a:prstDash val="solid"/>
                  <a:miter/>
                </a:ln>
              </p:spPr>
              <p:txBody>
                <a:bodyPr rtlCol="0" anchor="ctr"/>
                <a:lstStyle/>
                <a:p>
                  <a:endParaRPr lang="en-US"/>
                </a:p>
              </p:txBody>
            </p:sp>
            <p:sp>
              <p:nvSpPr>
                <p:cNvPr id="52" name="Полілінія: фігура 51">
                  <a:extLst>
                    <a:ext uri="{FF2B5EF4-FFF2-40B4-BE49-F238E27FC236}">
                      <a16:creationId xmlns:a16="http://schemas.microsoft.com/office/drawing/2014/main" id="{0C51DD63-A7C1-0E1B-F9EB-EBD70DCEA522}"/>
                    </a:ext>
                  </a:extLst>
                </p:cNvPr>
                <p:cNvSpPr/>
                <p:nvPr/>
              </p:nvSpPr>
              <p:spPr>
                <a:xfrm>
                  <a:off x="911334" y="4756110"/>
                  <a:ext cx="1131086" cy="3854510"/>
                </a:xfrm>
                <a:custGeom>
                  <a:avLst/>
                  <a:gdLst>
                    <a:gd name="connsiteX0" fmla="*/ 1130532 w 1131086"/>
                    <a:gd name="connsiteY0" fmla="*/ 969150 h 3854510"/>
                    <a:gd name="connsiteX1" fmla="*/ 901759 w 1131086"/>
                    <a:gd name="connsiteY1" fmla="*/ 310565 h 3854510"/>
                    <a:gd name="connsiteX2" fmla="*/ 842585 w 1131086"/>
                    <a:gd name="connsiteY2" fmla="*/ 263713 h 3854510"/>
                    <a:gd name="connsiteX3" fmla="*/ 726834 w 1131086"/>
                    <a:gd name="connsiteY3" fmla="*/ 225686 h 3854510"/>
                    <a:gd name="connsiteX4" fmla="*/ 706465 w 1131086"/>
                    <a:gd name="connsiteY4" fmla="*/ 200871 h 3854510"/>
                    <a:gd name="connsiteX5" fmla="*/ 616410 w 1131086"/>
                    <a:gd name="connsiteY5" fmla="*/ 131867 h 3854510"/>
                    <a:gd name="connsiteX6" fmla="*/ 718019 w 1131086"/>
                    <a:gd name="connsiteY6" fmla="*/ 232643 h 3854510"/>
                    <a:gd name="connsiteX7" fmla="*/ 721839 w 1131086"/>
                    <a:gd name="connsiteY7" fmla="*/ 240273 h 3854510"/>
                    <a:gd name="connsiteX8" fmla="*/ 751923 w 1131086"/>
                    <a:gd name="connsiteY8" fmla="*/ 281220 h 3854510"/>
                    <a:gd name="connsiteX9" fmla="*/ 699071 w 1131086"/>
                    <a:gd name="connsiteY9" fmla="*/ 259249 h 3854510"/>
                    <a:gd name="connsiteX10" fmla="*/ 695706 w 1131086"/>
                    <a:gd name="connsiteY10" fmla="*/ 261400 h 3854510"/>
                    <a:gd name="connsiteX11" fmla="*/ 690105 w 1131086"/>
                    <a:gd name="connsiteY11" fmla="*/ 265391 h 3854510"/>
                    <a:gd name="connsiteX12" fmla="*/ 606836 w 1131086"/>
                    <a:gd name="connsiteY12" fmla="*/ 364308 h 3854510"/>
                    <a:gd name="connsiteX13" fmla="*/ 617869 w 1131086"/>
                    <a:gd name="connsiteY13" fmla="*/ 255363 h 3854510"/>
                    <a:gd name="connsiteX14" fmla="*/ 617680 w 1131086"/>
                    <a:gd name="connsiteY14" fmla="*/ 247922 h 3854510"/>
                    <a:gd name="connsiteX15" fmla="*/ 579358 w 1131086"/>
                    <a:gd name="connsiteY15" fmla="*/ 133081 h 3854510"/>
                    <a:gd name="connsiteX16" fmla="*/ 562107 w 1131086"/>
                    <a:gd name="connsiteY16" fmla="*/ 159166 h 3854510"/>
                    <a:gd name="connsiteX17" fmla="*/ 610580 w 1131086"/>
                    <a:gd name="connsiteY17" fmla="*/ 258585 h 3854510"/>
                    <a:gd name="connsiteX18" fmla="*/ 594808 w 1131086"/>
                    <a:gd name="connsiteY18" fmla="*/ 355939 h 3854510"/>
                    <a:gd name="connsiteX19" fmla="*/ 478090 w 1131086"/>
                    <a:gd name="connsiteY19" fmla="*/ 284462 h 3854510"/>
                    <a:gd name="connsiteX20" fmla="*/ 316662 w 1131086"/>
                    <a:gd name="connsiteY20" fmla="*/ 114209 h 3854510"/>
                    <a:gd name="connsiteX21" fmla="*/ 312870 w 1131086"/>
                    <a:gd name="connsiteY21" fmla="*/ 10704 h 3854510"/>
                    <a:gd name="connsiteX22" fmla="*/ 301534 w 1131086"/>
                    <a:gd name="connsiteY22" fmla="*/ 12960 h 3854510"/>
                    <a:gd name="connsiteX23" fmla="*/ 307837 w 1131086"/>
                    <a:gd name="connsiteY23" fmla="*/ 91328 h 3854510"/>
                    <a:gd name="connsiteX24" fmla="*/ 255090 w 1131086"/>
                    <a:gd name="connsiteY24" fmla="*/ 169213 h 3854510"/>
                    <a:gd name="connsiteX25" fmla="*/ 123860 w 1131086"/>
                    <a:gd name="connsiteY25" fmla="*/ 207591 h 3854510"/>
                    <a:gd name="connsiteX26" fmla="*/ 17729 w 1131086"/>
                    <a:gd name="connsiteY26" fmla="*/ 256225 h 3854510"/>
                    <a:gd name="connsiteX27" fmla="*/ 8573 w 1131086"/>
                    <a:gd name="connsiteY27" fmla="*/ 316669 h 3854510"/>
                    <a:gd name="connsiteX28" fmla="*/ 157291 w 1131086"/>
                    <a:gd name="connsiteY28" fmla="*/ 795646 h 3854510"/>
                    <a:gd name="connsiteX29" fmla="*/ 172703 w 1131086"/>
                    <a:gd name="connsiteY29" fmla="*/ 1082598 h 3854510"/>
                    <a:gd name="connsiteX30" fmla="*/ 4469 w 1131086"/>
                    <a:gd name="connsiteY30" fmla="*/ 1481016 h 3854510"/>
                    <a:gd name="connsiteX31" fmla="*/ 289 w 1131086"/>
                    <a:gd name="connsiteY31" fmla="*/ 1496210 h 3854510"/>
                    <a:gd name="connsiteX32" fmla="*/ 10611 w 1131086"/>
                    <a:gd name="connsiteY32" fmla="*/ 1510845 h 3854510"/>
                    <a:gd name="connsiteX33" fmla="*/ 46696 w 1131086"/>
                    <a:gd name="connsiteY33" fmla="*/ 1529480 h 3854510"/>
                    <a:gd name="connsiteX34" fmla="*/ 45227 w 1131086"/>
                    <a:gd name="connsiteY34" fmla="*/ 2243162 h 3854510"/>
                    <a:gd name="connsiteX35" fmla="*/ 37047 w 1131086"/>
                    <a:gd name="connsiteY35" fmla="*/ 2342364 h 3854510"/>
                    <a:gd name="connsiteX36" fmla="*/ 34165 w 1131086"/>
                    <a:gd name="connsiteY36" fmla="*/ 2443595 h 3854510"/>
                    <a:gd name="connsiteX37" fmla="*/ 41795 w 1131086"/>
                    <a:gd name="connsiteY37" fmla="*/ 2449168 h 3854510"/>
                    <a:gd name="connsiteX38" fmla="*/ 75188 w 1131086"/>
                    <a:gd name="connsiteY38" fmla="*/ 2464665 h 3854510"/>
                    <a:gd name="connsiteX39" fmla="*/ 189081 w 1131086"/>
                    <a:gd name="connsiteY39" fmla="*/ 2498494 h 3854510"/>
                    <a:gd name="connsiteX40" fmla="*/ 269165 w 1131086"/>
                    <a:gd name="connsiteY40" fmla="*/ 3367386 h 3854510"/>
                    <a:gd name="connsiteX41" fmla="*/ 240976 w 1131086"/>
                    <a:gd name="connsiteY41" fmla="*/ 3388192 h 3854510"/>
                    <a:gd name="connsiteX42" fmla="*/ 215906 w 1131086"/>
                    <a:gd name="connsiteY42" fmla="*/ 3414333 h 3854510"/>
                    <a:gd name="connsiteX43" fmla="*/ 214190 w 1131086"/>
                    <a:gd name="connsiteY43" fmla="*/ 3558549 h 3854510"/>
                    <a:gd name="connsiteX44" fmla="*/ 229232 w 1131086"/>
                    <a:gd name="connsiteY44" fmla="*/ 3637315 h 3854510"/>
                    <a:gd name="connsiteX45" fmla="*/ 230275 w 1131086"/>
                    <a:gd name="connsiteY45" fmla="*/ 3681693 h 3854510"/>
                    <a:gd name="connsiteX46" fmla="*/ 244076 w 1131086"/>
                    <a:gd name="connsiteY46" fmla="*/ 3743635 h 3854510"/>
                    <a:gd name="connsiteX47" fmla="*/ 287952 w 1131086"/>
                    <a:gd name="connsiteY47" fmla="*/ 3744649 h 3854510"/>
                    <a:gd name="connsiteX48" fmla="*/ 318937 w 1131086"/>
                    <a:gd name="connsiteY48" fmla="*/ 3802108 h 3854510"/>
                    <a:gd name="connsiteX49" fmla="*/ 517378 w 1131086"/>
                    <a:gd name="connsiteY49" fmla="*/ 3854458 h 3854510"/>
                    <a:gd name="connsiteX50" fmla="*/ 611433 w 1131086"/>
                    <a:gd name="connsiteY50" fmla="*/ 3845339 h 3854510"/>
                    <a:gd name="connsiteX51" fmla="*/ 609187 w 1131086"/>
                    <a:gd name="connsiteY51" fmla="*/ 3792079 h 3854510"/>
                    <a:gd name="connsiteX52" fmla="*/ 730635 w 1131086"/>
                    <a:gd name="connsiteY52" fmla="*/ 3795226 h 3854510"/>
                    <a:gd name="connsiteX53" fmla="*/ 765174 w 1131086"/>
                    <a:gd name="connsiteY53" fmla="*/ 3739853 h 3854510"/>
                    <a:gd name="connsiteX54" fmla="*/ 683214 w 1131086"/>
                    <a:gd name="connsiteY54" fmla="*/ 3593657 h 3854510"/>
                    <a:gd name="connsiteX55" fmla="*/ 660191 w 1131086"/>
                    <a:gd name="connsiteY55" fmla="*/ 2943831 h 3854510"/>
                    <a:gd name="connsiteX56" fmla="*/ 682939 w 1131086"/>
                    <a:gd name="connsiteY56" fmla="*/ 2590255 h 3854510"/>
                    <a:gd name="connsiteX57" fmla="*/ 704740 w 1131086"/>
                    <a:gd name="connsiteY57" fmla="*/ 2477110 h 3854510"/>
                    <a:gd name="connsiteX58" fmla="*/ 851940 w 1131086"/>
                    <a:gd name="connsiteY58" fmla="*/ 2408420 h 3854510"/>
                    <a:gd name="connsiteX59" fmla="*/ 854158 w 1131086"/>
                    <a:gd name="connsiteY59" fmla="*/ 2400761 h 3854510"/>
                    <a:gd name="connsiteX60" fmla="*/ 848272 w 1131086"/>
                    <a:gd name="connsiteY60" fmla="*/ 2330308 h 3854510"/>
                    <a:gd name="connsiteX61" fmla="*/ 862774 w 1131086"/>
                    <a:gd name="connsiteY61" fmla="*/ 2115316 h 3854510"/>
                    <a:gd name="connsiteX62" fmla="*/ 882527 w 1131086"/>
                    <a:gd name="connsiteY62" fmla="*/ 1606417 h 3854510"/>
                    <a:gd name="connsiteX63" fmla="*/ 935076 w 1131086"/>
                    <a:gd name="connsiteY63" fmla="*/ 1623411 h 3854510"/>
                    <a:gd name="connsiteX64" fmla="*/ 940422 w 1131086"/>
                    <a:gd name="connsiteY64" fmla="*/ 1606113 h 3854510"/>
                    <a:gd name="connsiteX65" fmla="*/ 910309 w 1131086"/>
                    <a:gd name="connsiteY65" fmla="*/ 1397558 h 3854510"/>
                    <a:gd name="connsiteX66" fmla="*/ 852092 w 1131086"/>
                    <a:gd name="connsiteY66" fmla="*/ 1067669 h 3854510"/>
                    <a:gd name="connsiteX67" fmla="*/ 1105575 w 1131086"/>
                    <a:gd name="connsiteY67" fmla="*/ 1052579 h 3854510"/>
                    <a:gd name="connsiteX68" fmla="*/ 1130532 w 1131086"/>
                    <a:gd name="connsiteY68" fmla="*/ 969150 h 3854510"/>
                    <a:gd name="connsiteX69" fmla="*/ 695517 w 1131086"/>
                    <a:gd name="connsiteY69" fmla="*/ 276196 h 3854510"/>
                    <a:gd name="connsiteX70" fmla="*/ 758103 w 1131086"/>
                    <a:gd name="connsiteY70" fmla="*/ 519774 h 3854510"/>
                    <a:gd name="connsiteX71" fmla="*/ 656977 w 1131086"/>
                    <a:gd name="connsiteY71" fmla="*/ 321030 h 3854510"/>
                    <a:gd name="connsiteX72" fmla="*/ 695517 w 1131086"/>
                    <a:gd name="connsiteY72" fmla="*/ 276196 h 3854510"/>
                    <a:gd name="connsiteX73" fmla="*/ 595064 w 1131086"/>
                    <a:gd name="connsiteY73" fmla="*/ 372375 h 3854510"/>
                    <a:gd name="connsiteX74" fmla="*/ 596410 w 1131086"/>
                    <a:gd name="connsiteY74" fmla="*/ 375815 h 3854510"/>
                    <a:gd name="connsiteX75" fmla="*/ 588789 w 1131086"/>
                    <a:gd name="connsiteY75" fmla="*/ 383341 h 3854510"/>
                    <a:gd name="connsiteX76" fmla="*/ 594486 w 1131086"/>
                    <a:gd name="connsiteY76" fmla="*/ 389038 h 3854510"/>
                    <a:gd name="connsiteX77" fmla="*/ 649546 w 1131086"/>
                    <a:gd name="connsiteY77" fmla="*/ 330394 h 3854510"/>
                    <a:gd name="connsiteX78" fmla="*/ 746985 w 1131086"/>
                    <a:gd name="connsiteY78" fmla="*/ 787807 h 3854510"/>
                    <a:gd name="connsiteX79" fmla="*/ 699555 w 1131086"/>
                    <a:gd name="connsiteY79" fmla="*/ 788281 h 3854510"/>
                    <a:gd name="connsiteX80" fmla="*/ 432176 w 1131086"/>
                    <a:gd name="connsiteY80" fmla="*/ 296784 h 3854510"/>
                    <a:gd name="connsiteX81" fmla="*/ 595064 w 1131086"/>
                    <a:gd name="connsiteY81" fmla="*/ 372375 h 3854510"/>
                    <a:gd name="connsiteX82" fmla="*/ 617026 w 1131086"/>
                    <a:gd name="connsiteY82" fmla="*/ 565698 h 3854510"/>
                    <a:gd name="connsiteX83" fmla="*/ 302899 w 1131086"/>
                    <a:gd name="connsiteY83" fmla="*/ 283447 h 3854510"/>
                    <a:gd name="connsiteX84" fmla="*/ 412186 w 1131086"/>
                    <a:gd name="connsiteY84" fmla="*/ 293646 h 3854510"/>
                    <a:gd name="connsiteX85" fmla="*/ 617026 w 1131086"/>
                    <a:gd name="connsiteY85" fmla="*/ 565698 h 3854510"/>
                    <a:gd name="connsiteX86" fmla="*/ 285165 w 1131086"/>
                    <a:gd name="connsiteY86" fmla="*/ 141336 h 3854510"/>
                    <a:gd name="connsiteX87" fmla="*/ 306273 w 1131086"/>
                    <a:gd name="connsiteY87" fmla="*/ 108010 h 3854510"/>
                    <a:gd name="connsiteX88" fmla="*/ 441446 w 1131086"/>
                    <a:gd name="connsiteY88" fmla="*/ 282111 h 3854510"/>
                    <a:gd name="connsiteX89" fmla="*/ 245810 w 1131086"/>
                    <a:gd name="connsiteY89" fmla="*/ 269713 h 3854510"/>
                    <a:gd name="connsiteX90" fmla="*/ 285165 w 1131086"/>
                    <a:gd name="connsiteY90" fmla="*/ 141336 h 3854510"/>
                    <a:gd name="connsiteX91" fmla="*/ 54013 w 1131086"/>
                    <a:gd name="connsiteY91" fmla="*/ 498154 h 3854510"/>
                    <a:gd name="connsiteX92" fmla="*/ 24706 w 1131086"/>
                    <a:gd name="connsiteY92" fmla="*/ 319797 h 3854510"/>
                    <a:gd name="connsiteX93" fmla="*/ 107083 w 1131086"/>
                    <a:gd name="connsiteY93" fmla="*/ 236567 h 3854510"/>
                    <a:gd name="connsiteX94" fmla="*/ 246673 w 1131086"/>
                    <a:gd name="connsiteY94" fmla="*/ 188672 h 3854510"/>
                    <a:gd name="connsiteX95" fmla="*/ 231545 w 1131086"/>
                    <a:gd name="connsiteY95" fmla="*/ 271903 h 3854510"/>
                    <a:gd name="connsiteX96" fmla="*/ 289885 w 1131086"/>
                    <a:gd name="connsiteY96" fmla="*/ 283125 h 3854510"/>
                    <a:gd name="connsiteX97" fmla="*/ 624627 w 1131086"/>
                    <a:gd name="connsiteY97" fmla="*/ 582304 h 3854510"/>
                    <a:gd name="connsiteX98" fmla="*/ 683792 w 1131086"/>
                    <a:gd name="connsiteY98" fmla="*/ 788698 h 3854510"/>
                    <a:gd name="connsiteX99" fmla="*/ 484488 w 1131086"/>
                    <a:gd name="connsiteY99" fmla="*/ 798897 h 3854510"/>
                    <a:gd name="connsiteX100" fmla="*/ 381428 w 1131086"/>
                    <a:gd name="connsiteY100" fmla="*/ 746879 h 3854510"/>
                    <a:gd name="connsiteX101" fmla="*/ 339135 w 1131086"/>
                    <a:gd name="connsiteY101" fmla="*/ 735391 h 3854510"/>
                    <a:gd name="connsiteX102" fmla="*/ 328728 w 1131086"/>
                    <a:gd name="connsiteY102" fmla="*/ 710700 h 3854510"/>
                    <a:gd name="connsiteX103" fmla="*/ 344121 w 1131086"/>
                    <a:gd name="connsiteY103" fmla="*/ 708539 h 3854510"/>
                    <a:gd name="connsiteX104" fmla="*/ 464204 w 1131086"/>
                    <a:gd name="connsiteY104" fmla="*/ 753372 h 3854510"/>
                    <a:gd name="connsiteX105" fmla="*/ 491701 w 1131086"/>
                    <a:gd name="connsiteY105" fmla="*/ 795409 h 3854510"/>
                    <a:gd name="connsiteX106" fmla="*/ 500383 w 1131086"/>
                    <a:gd name="connsiteY106" fmla="*/ 788708 h 3854510"/>
                    <a:gd name="connsiteX107" fmla="*/ 473028 w 1131086"/>
                    <a:gd name="connsiteY107" fmla="*/ 745855 h 3854510"/>
                    <a:gd name="connsiteX108" fmla="*/ 430868 w 1131086"/>
                    <a:gd name="connsiteY108" fmla="*/ 684643 h 3854510"/>
                    <a:gd name="connsiteX109" fmla="*/ 418186 w 1131086"/>
                    <a:gd name="connsiteY109" fmla="*/ 663743 h 3854510"/>
                    <a:gd name="connsiteX110" fmla="*/ 362159 w 1131086"/>
                    <a:gd name="connsiteY110" fmla="*/ 624114 h 3854510"/>
                    <a:gd name="connsiteX111" fmla="*/ 352614 w 1131086"/>
                    <a:gd name="connsiteY111" fmla="*/ 586816 h 3854510"/>
                    <a:gd name="connsiteX112" fmla="*/ 331306 w 1131086"/>
                    <a:gd name="connsiteY112" fmla="*/ 504950 h 3854510"/>
                    <a:gd name="connsiteX113" fmla="*/ 330813 w 1131086"/>
                    <a:gd name="connsiteY113" fmla="*/ 474344 h 3854510"/>
                    <a:gd name="connsiteX114" fmla="*/ 66420 w 1131086"/>
                    <a:gd name="connsiteY114" fmla="*/ 271239 h 3854510"/>
                    <a:gd name="connsiteX115" fmla="*/ 65169 w 1131086"/>
                    <a:gd name="connsiteY115" fmla="*/ 280490 h 3854510"/>
                    <a:gd name="connsiteX116" fmla="*/ 310908 w 1131086"/>
                    <a:gd name="connsiteY116" fmla="*/ 457814 h 3854510"/>
                    <a:gd name="connsiteX117" fmla="*/ 328671 w 1131086"/>
                    <a:gd name="connsiteY117" fmla="*/ 551651 h 3854510"/>
                    <a:gd name="connsiteX118" fmla="*/ 347837 w 1131086"/>
                    <a:gd name="connsiteY118" fmla="*/ 617706 h 3854510"/>
                    <a:gd name="connsiteX119" fmla="*/ 327041 w 1131086"/>
                    <a:gd name="connsiteY119" fmla="*/ 610967 h 3854510"/>
                    <a:gd name="connsiteX120" fmla="*/ 316956 w 1131086"/>
                    <a:gd name="connsiteY120" fmla="*/ 622426 h 3854510"/>
                    <a:gd name="connsiteX121" fmla="*/ 350889 w 1131086"/>
                    <a:gd name="connsiteY121" fmla="*/ 670691 h 3854510"/>
                    <a:gd name="connsiteX122" fmla="*/ 302018 w 1131086"/>
                    <a:gd name="connsiteY122" fmla="*/ 672331 h 3854510"/>
                    <a:gd name="connsiteX123" fmla="*/ 299003 w 1131086"/>
                    <a:gd name="connsiteY123" fmla="*/ 673591 h 3854510"/>
                    <a:gd name="connsiteX124" fmla="*/ 317174 w 1131086"/>
                    <a:gd name="connsiteY124" fmla="*/ 708558 h 3854510"/>
                    <a:gd name="connsiteX125" fmla="*/ 376035 w 1131086"/>
                    <a:gd name="connsiteY125" fmla="*/ 752187 h 3854510"/>
                    <a:gd name="connsiteX126" fmla="*/ 433219 w 1131086"/>
                    <a:gd name="connsiteY126" fmla="*/ 803608 h 3854510"/>
                    <a:gd name="connsiteX127" fmla="*/ 579007 w 1131086"/>
                    <a:gd name="connsiteY127" fmla="*/ 806811 h 3854510"/>
                    <a:gd name="connsiteX128" fmla="*/ 763734 w 1131086"/>
                    <a:gd name="connsiteY128" fmla="*/ 798395 h 3854510"/>
                    <a:gd name="connsiteX129" fmla="*/ 855485 w 1131086"/>
                    <a:gd name="connsiteY129" fmla="*/ 930468 h 3854510"/>
                    <a:gd name="connsiteX130" fmla="*/ 699858 w 1131086"/>
                    <a:gd name="connsiteY130" fmla="*/ 990429 h 3854510"/>
                    <a:gd name="connsiteX131" fmla="*/ 445086 w 1131086"/>
                    <a:gd name="connsiteY131" fmla="*/ 1056693 h 3854510"/>
                    <a:gd name="connsiteX132" fmla="*/ 54013 w 1131086"/>
                    <a:gd name="connsiteY132" fmla="*/ 498154 h 3854510"/>
                    <a:gd name="connsiteX133" fmla="*/ 476858 w 1131086"/>
                    <a:gd name="connsiteY133" fmla="*/ 799485 h 3854510"/>
                    <a:gd name="connsiteX134" fmla="*/ 447209 w 1131086"/>
                    <a:gd name="connsiteY134" fmla="*/ 802082 h 3854510"/>
                    <a:gd name="connsiteX135" fmla="*/ 407580 w 1131086"/>
                    <a:gd name="connsiteY135" fmla="*/ 778490 h 3854510"/>
                    <a:gd name="connsiteX136" fmla="*/ 476858 w 1131086"/>
                    <a:gd name="connsiteY136" fmla="*/ 799485 h 3854510"/>
                    <a:gd name="connsiteX137" fmla="*/ 406290 w 1131086"/>
                    <a:gd name="connsiteY137" fmla="*/ 685638 h 3854510"/>
                    <a:gd name="connsiteX138" fmla="*/ 450290 w 1131086"/>
                    <a:gd name="connsiteY138" fmla="*/ 723704 h 3854510"/>
                    <a:gd name="connsiteX139" fmla="*/ 333865 w 1131086"/>
                    <a:gd name="connsiteY139" fmla="*/ 699174 h 3854510"/>
                    <a:gd name="connsiteX140" fmla="*/ 304994 w 1131086"/>
                    <a:gd name="connsiteY140" fmla="*/ 680217 h 3854510"/>
                    <a:gd name="connsiteX141" fmla="*/ 306122 w 1131086"/>
                    <a:gd name="connsiteY141" fmla="*/ 678700 h 3854510"/>
                    <a:gd name="connsiteX142" fmla="*/ 306890 w 1131086"/>
                    <a:gd name="connsiteY142" fmla="*/ 680473 h 3854510"/>
                    <a:gd name="connsiteX143" fmla="*/ 406290 w 1131086"/>
                    <a:gd name="connsiteY143" fmla="*/ 685638 h 3854510"/>
                    <a:gd name="connsiteX144" fmla="*/ 329932 w 1131086"/>
                    <a:gd name="connsiteY144" fmla="*/ 620455 h 3854510"/>
                    <a:gd name="connsiteX145" fmla="*/ 412423 w 1131086"/>
                    <a:gd name="connsiteY145" fmla="*/ 674909 h 3854510"/>
                    <a:gd name="connsiteX146" fmla="*/ 375902 w 1131086"/>
                    <a:gd name="connsiteY146" fmla="*/ 670814 h 3854510"/>
                    <a:gd name="connsiteX147" fmla="*/ 329932 w 1131086"/>
                    <a:gd name="connsiteY147" fmla="*/ 620455 h 3854510"/>
                    <a:gd name="connsiteX148" fmla="*/ 788027 w 1131086"/>
                    <a:gd name="connsiteY148" fmla="*/ 800726 h 3854510"/>
                    <a:gd name="connsiteX149" fmla="*/ 835732 w 1131086"/>
                    <a:gd name="connsiteY149" fmla="*/ 781940 h 3854510"/>
                    <a:gd name="connsiteX150" fmla="*/ 837723 w 1131086"/>
                    <a:gd name="connsiteY150" fmla="*/ 779485 h 3854510"/>
                    <a:gd name="connsiteX151" fmla="*/ 902584 w 1131086"/>
                    <a:gd name="connsiteY151" fmla="*/ 801105 h 3854510"/>
                    <a:gd name="connsiteX152" fmla="*/ 954953 w 1131086"/>
                    <a:gd name="connsiteY152" fmla="*/ 870611 h 3854510"/>
                    <a:gd name="connsiteX153" fmla="*/ 859997 w 1131086"/>
                    <a:gd name="connsiteY153" fmla="*/ 893255 h 3854510"/>
                    <a:gd name="connsiteX154" fmla="*/ 788027 w 1131086"/>
                    <a:gd name="connsiteY154" fmla="*/ 800726 h 3854510"/>
                    <a:gd name="connsiteX155" fmla="*/ 148874 w 1131086"/>
                    <a:gd name="connsiteY155" fmla="*/ 1237561 h 3854510"/>
                    <a:gd name="connsiteX156" fmla="*/ 182608 w 1131086"/>
                    <a:gd name="connsiteY156" fmla="*/ 833228 h 3854510"/>
                    <a:gd name="connsiteX157" fmla="*/ 391893 w 1131086"/>
                    <a:gd name="connsiteY157" fmla="*/ 1046551 h 3854510"/>
                    <a:gd name="connsiteX158" fmla="*/ 447029 w 1131086"/>
                    <a:gd name="connsiteY158" fmla="*/ 1069261 h 3854510"/>
                    <a:gd name="connsiteX159" fmla="*/ 536819 w 1131086"/>
                    <a:gd name="connsiteY159" fmla="*/ 1053366 h 3854510"/>
                    <a:gd name="connsiteX160" fmla="*/ 549975 w 1131086"/>
                    <a:gd name="connsiteY160" fmla="*/ 1050475 h 3854510"/>
                    <a:gd name="connsiteX161" fmla="*/ 606732 w 1131086"/>
                    <a:gd name="connsiteY161" fmla="*/ 1036570 h 3854510"/>
                    <a:gd name="connsiteX162" fmla="*/ 609955 w 1131086"/>
                    <a:gd name="connsiteY162" fmla="*/ 1041195 h 3854510"/>
                    <a:gd name="connsiteX163" fmla="*/ 695981 w 1131086"/>
                    <a:gd name="connsiteY163" fmla="*/ 1054863 h 3854510"/>
                    <a:gd name="connsiteX164" fmla="*/ 734786 w 1131086"/>
                    <a:gd name="connsiteY164" fmla="*/ 1242045 h 3854510"/>
                    <a:gd name="connsiteX165" fmla="*/ 725924 w 1131086"/>
                    <a:gd name="connsiteY165" fmla="*/ 1295352 h 3854510"/>
                    <a:gd name="connsiteX166" fmla="*/ 651906 w 1131086"/>
                    <a:gd name="connsiteY166" fmla="*/ 1550854 h 3854510"/>
                    <a:gd name="connsiteX167" fmla="*/ 28573 w 1131086"/>
                    <a:gd name="connsiteY167" fmla="*/ 1495888 h 3854510"/>
                    <a:gd name="connsiteX168" fmla="*/ 148874 w 1131086"/>
                    <a:gd name="connsiteY168" fmla="*/ 1237561 h 3854510"/>
                    <a:gd name="connsiteX169" fmla="*/ 281118 w 1131086"/>
                    <a:gd name="connsiteY169" fmla="*/ 3384220 h 3854510"/>
                    <a:gd name="connsiteX170" fmla="*/ 290786 w 1131086"/>
                    <a:gd name="connsiteY170" fmla="*/ 3328553 h 3854510"/>
                    <a:gd name="connsiteX171" fmla="*/ 254853 w 1131086"/>
                    <a:gd name="connsiteY171" fmla="*/ 3201958 h 3854510"/>
                    <a:gd name="connsiteX172" fmla="*/ 211375 w 1131086"/>
                    <a:gd name="connsiteY172" fmla="*/ 2503337 h 3854510"/>
                    <a:gd name="connsiteX173" fmla="*/ 487057 w 1131086"/>
                    <a:gd name="connsiteY173" fmla="*/ 2519792 h 3854510"/>
                    <a:gd name="connsiteX174" fmla="*/ 407305 w 1131086"/>
                    <a:gd name="connsiteY174" fmla="*/ 2956779 h 3854510"/>
                    <a:gd name="connsiteX175" fmla="*/ 467559 w 1131086"/>
                    <a:gd name="connsiteY175" fmla="*/ 3586671 h 3854510"/>
                    <a:gd name="connsiteX176" fmla="*/ 506999 w 1131086"/>
                    <a:gd name="connsiteY176" fmla="*/ 3710820 h 3854510"/>
                    <a:gd name="connsiteX177" fmla="*/ 379874 w 1131086"/>
                    <a:gd name="connsiteY177" fmla="*/ 3707124 h 3854510"/>
                    <a:gd name="connsiteX178" fmla="*/ 325382 w 1131086"/>
                    <a:gd name="connsiteY178" fmla="*/ 3630519 h 3854510"/>
                    <a:gd name="connsiteX179" fmla="*/ 281118 w 1131086"/>
                    <a:gd name="connsiteY179" fmla="*/ 3384220 h 3854510"/>
                    <a:gd name="connsiteX180" fmla="*/ 431541 w 1131086"/>
                    <a:gd name="connsiteY180" fmla="*/ 3062729 h 3854510"/>
                    <a:gd name="connsiteX181" fmla="*/ 432527 w 1131086"/>
                    <a:gd name="connsiteY181" fmla="*/ 3276251 h 3854510"/>
                    <a:gd name="connsiteX182" fmla="*/ 432385 w 1131086"/>
                    <a:gd name="connsiteY182" fmla="*/ 3277407 h 3854510"/>
                    <a:gd name="connsiteX183" fmla="*/ 431541 w 1131086"/>
                    <a:gd name="connsiteY183" fmla="*/ 3062729 h 3854510"/>
                    <a:gd name="connsiteX184" fmla="*/ 453863 w 1131086"/>
                    <a:gd name="connsiteY184" fmla="*/ 3820970 h 3854510"/>
                    <a:gd name="connsiteX185" fmla="*/ 326207 w 1131086"/>
                    <a:gd name="connsiteY185" fmla="*/ 3762630 h 3854510"/>
                    <a:gd name="connsiteX186" fmla="*/ 296283 w 1131086"/>
                    <a:gd name="connsiteY186" fmla="*/ 3677655 h 3854510"/>
                    <a:gd name="connsiteX187" fmla="*/ 275260 w 1131086"/>
                    <a:gd name="connsiteY187" fmla="*/ 3684262 h 3854510"/>
                    <a:gd name="connsiteX188" fmla="*/ 272777 w 1131086"/>
                    <a:gd name="connsiteY188" fmla="*/ 3723427 h 3854510"/>
                    <a:gd name="connsiteX189" fmla="*/ 260777 w 1131086"/>
                    <a:gd name="connsiteY189" fmla="*/ 3722413 h 3854510"/>
                    <a:gd name="connsiteX190" fmla="*/ 253241 w 1131086"/>
                    <a:gd name="connsiteY190" fmla="*/ 3572984 h 3854510"/>
                    <a:gd name="connsiteX191" fmla="*/ 256132 w 1131086"/>
                    <a:gd name="connsiteY191" fmla="*/ 3409604 h 3854510"/>
                    <a:gd name="connsiteX192" fmla="*/ 333135 w 1131086"/>
                    <a:gd name="connsiteY192" fmla="*/ 3678186 h 3854510"/>
                    <a:gd name="connsiteX193" fmla="*/ 418954 w 1131086"/>
                    <a:gd name="connsiteY193" fmla="*/ 3730962 h 3854510"/>
                    <a:gd name="connsiteX194" fmla="*/ 513284 w 1131086"/>
                    <a:gd name="connsiteY194" fmla="*/ 3722915 h 3854510"/>
                    <a:gd name="connsiteX195" fmla="*/ 532430 w 1131086"/>
                    <a:gd name="connsiteY195" fmla="*/ 3727294 h 3854510"/>
                    <a:gd name="connsiteX196" fmla="*/ 590173 w 1131086"/>
                    <a:gd name="connsiteY196" fmla="*/ 3820828 h 3854510"/>
                    <a:gd name="connsiteX197" fmla="*/ 453863 w 1131086"/>
                    <a:gd name="connsiteY197" fmla="*/ 3820970 h 3854510"/>
                    <a:gd name="connsiteX198" fmla="*/ 698237 w 1131086"/>
                    <a:gd name="connsiteY198" fmla="*/ 3663523 h 3854510"/>
                    <a:gd name="connsiteX199" fmla="*/ 736635 w 1131086"/>
                    <a:gd name="connsiteY199" fmla="*/ 3762924 h 3854510"/>
                    <a:gd name="connsiteX200" fmla="*/ 622826 w 1131086"/>
                    <a:gd name="connsiteY200" fmla="*/ 3757455 h 3854510"/>
                    <a:gd name="connsiteX201" fmla="*/ 585889 w 1131086"/>
                    <a:gd name="connsiteY201" fmla="*/ 3748327 h 3854510"/>
                    <a:gd name="connsiteX202" fmla="*/ 537653 w 1131086"/>
                    <a:gd name="connsiteY202" fmla="*/ 3694366 h 3854510"/>
                    <a:gd name="connsiteX203" fmla="*/ 516061 w 1131086"/>
                    <a:gd name="connsiteY203" fmla="*/ 3619723 h 3854510"/>
                    <a:gd name="connsiteX204" fmla="*/ 670712 w 1131086"/>
                    <a:gd name="connsiteY204" fmla="*/ 3614661 h 3854510"/>
                    <a:gd name="connsiteX205" fmla="*/ 698237 w 1131086"/>
                    <a:gd name="connsiteY205" fmla="*/ 3663523 h 3854510"/>
                    <a:gd name="connsiteX206" fmla="*/ 665243 w 1131086"/>
                    <a:gd name="connsiteY206" fmla="*/ 2517091 h 3854510"/>
                    <a:gd name="connsiteX207" fmla="*/ 654949 w 1131086"/>
                    <a:gd name="connsiteY207" fmla="*/ 2566995 h 3854510"/>
                    <a:gd name="connsiteX208" fmla="*/ 634864 w 1131086"/>
                    <a:gd name="connsiteY208" fmla="*/ 2912362 h 3854510"/>
                    <a:gd name="connsiteX209" fmla="*/ 659110 w 1131086"/>
                    <a:gd name="connsiteY209" fmla="*/ 3599799 h 3854510"/>
                    <a:gd name="connsiteX210" fmla="*/ 625566 w 1131086"/>
                    <a:gd name="connsiteY210" fmla="*/ 3620595 h 3854510"/>
                    <a:gd name="connsiteX211" fmla="*/ 510431 w 1131086"/>
                    <a:gd name="connsiteY211" fmla="*/ 3601439 h 3854510"/>
                    <a:gd name="connsiteX212" fmla="*/ 439560 w 1131086"/>
                    <a:gd name="connsiteY212" fmla="*/ 3346610 h 3854510"/>
                    <a:gd name="connsiteX213" fmla="*/ 454043 w 1131086"/>
                    <a:gd name="connsiteY213" fmla="*/ 3214157 h 3854510"/>
                    <a:gd name="connsiteX214" fmla="*/ 434878 w 1131086"/>
                    <a:gd name="connsiteY214" fmla="*/ 2994455 h 3854510"/>
                    <a:gd name="connsiteX215" fmla="*/ 511340 w 1131086"/>
                    <a:gd name="connsiteY215" fmla="*/ 2517584 h 3854510"/>
                    <a:gd name="connsiteX216" fmla="*/ 678332 w 1131086"/>
                    <a:gd name="connsiteY216" fmla="*/ 2485025 h 3854510"/>
                    <a:gd name="connsiteX217" fmla="*/ 665243 w 1131086"/>
                    <a:gd name="connsiteY217" fmla="*/ 2517091 h 3854510"/>
                    <a:gd name="connsiteX218" fmla="*/ 839580 w 1131086"/>
                    <a:gd name="connsiteY218" fmla="*/ 2096625 h 3854510"/>
                    <a:gd name="connsiteX219" fmla="*/ 834642 w 1131086"/>
                    <a:gd name="connsiteY219" fmla="*/ 2397510 h 3854510"/>
                    <a:gd name="connsiteX220" fmla="*/ 211517 w 1131086"/>
                    <a:gd name="connsiteY220" fmla="*/ 2480238 h 3854510"/>
                    <a:gd name="connsiteX221" fmla="*/ 198314 w 1131086"/>
                    <a:gd name="connsiteY221" fmla="*/ 2477622 h 3854510"/>
                    <a:gd name="connsiteX222" fmla="*/ 51274 w 1131086"/>
                    <a:gd name="connsiteY222" fmla="*/ 2437377 h 3854510"/>
                    <a:gd name="connsiteX223" fmla="*/ 71368 w 1131086"/>
                    <a:gd name="connsiteY223" fmla="*/ 2269058 h 3854510"/>
                    <a:gd name="connsiteX224" fmla="*/ 49947 w 1131086"/>
                    <a:gd name="connsiteY224" fmla="*/ 1638406 h 3854510"/>
                    <a:gd name="connsiteX225" fmla="*/ 60620 w 1131086"/>
                    <a:gd name="connsiteY225" fmla="*/ 1534636 h 3854510"/>
                    <a:gd name="connsiteX226" fmla="*/ 669868 w 1131086"/>
                    <a:gd name="connsiteY226" fmla="*/ 1551432 h 3854510"/>
                    <a:gd name="connsiteX227" fmla="*/ 747649 w 1131086"/>
                    <a:gd name="connsiteY227" fmla="*/ 1289532 h 3854510"/>
                    <a:gd name="connsiteX228" fmla="*/ 866187 w 1131086"/>
                    <a:gd name="connsiteY228" fmla="*/ 1588000 h 3854510"/>
                    <a:gd name="connsiteX229" fmla="*/ 839580 w 1131086"/>
                    <a:gd name="connsiteY229" fmla="*/ 2096625 h 3854510"/>
                    <a:gd name="connsiteX230" fmla="*/ 915389 w 1131086"/>
                    <a:gd name="connsiteY230" fmla="*/ 1592872 h 3854510"/>
                    <a:gd name="connsiteX231" fmla="*/ 834472 w 1131086"/>
                    <a:gd name="connsiteY231" fmla="*/ 1449917 h 3854510"/>
                    <a:gd name="connsiteX232" fmla="*/ 715109 w 1131086"/>
                    <a:gd name="connsiteY232" fmla="*/ 1057081 h 3854510"/>
                    <a:gd name="connsiteX233" fmla="*/ 785041 w 1131086"/>
                    <a:gd name="connsiteY233" fmla="*/ 1063451 h 3854510"/>
                    <a:gd name="connsiteX234" fmla="*/ 796055 w 1131086"/>
                    <a:gd name="connsiteY234" fmla="*/ 1064257 h 3854510"/>
                    <a:gd name="connsiteX235" fmla="*/ 834415 w 1131086"/>
                    <a:gd name="connsiteY235" fmla="*/ 1066740 h 3854510"/>
                    <a:gd name="connsiteX236" fmla="*/ 847078 w 1131086"/>
                    <a:gd name="connsiteY236" fmla="*/ 1174425 h 3854510"/>
                    <a:gd name="connsiteX237" fmla="*/ 915389 w 1131086"/>
                    <a:gd name="connsiteY237" fmla="*/ 1592872 h 3854510"/>
                    <a:gd name="connsiteX238" fmla="*/ 1101262 w 1131086"/>
                    <a:gd name="connsiteY238" fmla="*/ 1037546 h 3854510"/>
                    <a:gd name="connsiteX239" fmla="*/ 1028420 w 1131086"/>
                    <a:gd name="connsiteY239" fmla="*/ 1046447 h 3854510"/>
                    <a:gd name="connsiteX240" fmla="*/ 619784 w 1131086"/>
                    <a:gd name="connsiteY240" fmla="*/ 1033101 h 3854510"/>
                    <a:gd name="connsiteX241" fmla="*/ 862888 w 1131086"/>
                    <a:gd name="connsiteY241" fmla="*/ 937634 h 3854510"/>
                    <a:gd name="connsiteX242" fmla="*/ 864139 w 1131086"/>
                    <a:gd name="connsiteY242" fmla="*/ 903397 h 3854510"/>
                    <a:gd name="connsiteX243" fmla="*/ 938792 w 1131086"/>
                    <a:gd name="connsiteY243" fmla="*/ 890222 h 3854510"/>
                    <a:gd name="connsiteX244" fmla="*/ 963625 w 1131086"/>
                    <a:gd name="connsiteY244" fmla="*/ 880118 h 3854510"/>
                    <a:gd name="connsiteX245" fmla="*/ 969331 w 1131086"/>
                    <a:gd name="connsiteY245" fmla="*/ 872564 h 3854510"/>
                    <a:gd name="connsiteX246" fmla="*/ 1069405 w 1131086"/>
                    <a:gd name="connsiteY246" fmla="*/ 916203 h 3854510"/>
                    <a:gd name="connsiteX247" fmla="*/ 1075453 w 1131086"/>
                    <a:gd name="connsiteY247" fmla="*/ 912686 h 3854510"/>
                    <a:gd name="connsiteX248" fmla="*/ 971587 w 1131086"/>
                    <a:gd name="connsiteY248" fmla="*/ 861995 h 3854510"/>
                    <a:gd name="connsiteX249" fmla="*/ 968829 w 1131086"/>
                    <a:gd name="connsiteY249" fmla="*/ 862355 h 3854510"/>
                    <a:gd name="connsiteX250" fmla="*/ 902802 w 1131086"/>
                    <a:gd name="connsiteY250" fmla="*/ 789371 h 3854510"/>
                    <a:gd name="connsiteX251" fmla="*/ 870556 w 1131086"/>
                    <a:gd name="connsiteY251" fmla="*/ 772556 h 3854510"/>
                    <a:gd name="connsiteX252" fmla="*/ 870016 w 1131086"/>
                    <a:gd name="connsiteY252" fmla="*/ 337143 h 3854510"/>
                    <a:gd name="connsiteX253" fmla="*/ 855827 w 1131086"/>
                    <a:gd name="connsiteY253" fmla="*/ 337143 h 3854510"/>
                    <a:gd name="connsiteX254" fmla="*/ 883703 w 1131086"/>
                    <a:gd name="connsiteY254" fmla="*/ 508637 h 3854510"/>
                    <a:gd name="connsiteX255" fmla="*/ 855466 w 1131086"/>
                    <a:gd name="connsiteY255" fmla="*/ 768443 h 3854510"/>
                    <a:gd name="connsiteX256" fmla="*/ 829514 w 1131086"/>
                    <a:gd name="connsiteY256" fmla="*/ 772007 h 3854510"/>
                    <a:gd name="connsiteX257" fmla="*/ 781108 w 1131086"/>
                    <a:gd name="connsiteY257" fmla="*/ 795636 h 3854510"/>
                    <a:gd name="connsiteX258" fmla="*/ 766160 w 1131086"/>
                    <a:gd name="connsiteY258" fmla="*/ 786660 h 3854510"/>
                    <a:gd name="connsiteX259" fmla="*/ 772274 w 1131086"/>
                    <a:gd name="connsiteY259" fmla="*/ 559755 h 3854510"/>
                    <a:gd name="connsiteX260" fmla="*/ 774653 w 1131086"/>
                    <a:gd name="connsiteY260" fmla="*/ 485984 h 3854510"/>
                    <a:gd name="connsiteX261" fmla="*/ 702825 w 1131086"/>
                    <a:gd name="connsiteY261" fmla="*/ 268415 h 3854510"/>
                    <a:gd name="connsiteX262" fmla="*/ 704806 w 1131086"/>
                    <a:gd name="connsiteY262" fmla="*/ 266329 h 3854510"/>
                    <a:gd name="connsiteX263" fmla="*/ 752729 w 1131086"/>
                    <a:gd name="connsiteY263" fmla="*/ 288556 h 3854510"/>
                    <a:gd name="connsiteX264" fmla="*/ 763089 w 1131086"/>
                    <a:gd name="connsiteY264" fmla="*/ 289495 h 3854510"/>
                    <a:gd name="connsiteX265" fmla="*/ 744928 w 1131086"/>
                    <a:gd name="connsiteY265" fmla="*/ 250510 h 3854510"/>
                    <a:gd name="connsiteX266" fmla="*/ 817913 w 1131086"/>
                    <a:gd name="connsiteY266" fmla="*/ 277694 h 3854510"/>
                    <a:gd name="connsiteX267" fmla="*/ 887219 w 1131086"/>
                    <a:gd name="connsiteY267" fmla="*/ 332423 h 3854510"/>
                    <a:gd name="connsiteX268" fmla="*/ 1101262 w 1131086"/>
                    <a:gd name="connsiteY268" fmla="*/ 1037546 h 38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131086" h="3854510">
                      <a:moveTo>
                        <a:pt x="1130532" y="969150"/>
                      </a:moveTo>
                      <a:cubicBezTo>
                        <a:pt x="1114845" y="733296"/>
                        <a:pt x="985900" y="526476"/>
                        <a:pt x="901759" y="310565"/>
                      </a:cubicBezTo>
                      <a:cubicBezTo>
                        <a:pt x="893361" y="280594"/>
                        <a:pt x="870167" y="271343"/>
                        <a:pt x="842585" y="263713"/>
                      </a:cubicBezTo>
                      <a:cubicBezTo>
                        <a:pt x="804320" y="250282"/>
                        <a:pt x="766331" y="235069"/>
                        <a:pt x="726834" y="225686"/>
                      </a:cubicBezTo>
                      <a:cubicBezTo>
                        <a:pt x="720294" y="217212"/>
                        <a:pt x="713517" y="208918"/>
                        <a:pt x="706465" y="200871"/>
                      </a:cubicBezTo>
                      <a:cubicBezTo>
                        <a:pt x="703062" y="193089"/>
                        <a:pt x="611594" y="105631"/>
                        <a:pt x="616410" y="131867"/>
                      </a:cubicBezTo>
                      <a:cubicBezTo>
                        <a:pt x="651831" y="163895"/>
                        <a:pt x="688768" y="194530"/>
                        <a:pt x="718019" y="232643"/>
                      </a:cubicBezTo>
                      <a:cubicBezTo>
                        <a:pt x="717412" y="235553"/>
                        <a:pt x="718388" y="238633"/>
                        <a:pt x="721839" y="240273"/>
                      </a:cubicBezTo>
                      <a:cubicBezTo>
                        <a:pt x="734957" y="250415"/>
                        <a:pt x="741838" y="267827"/>
                        <a:pt x="751923" y="281220"/>
                      </a:cubicBezTo>
                      <a:cubicBezTo>
                        <a:pt x="740388" y="274964"/>
                        <a:pt x="710882" y="250832"/>
                        <a:pt x="699071" y="259249"/>
                      </a:cubicBezTo>
                      <a:cubicBezTo>
                        <a:pt x="697934" y="259950"/>
                        <a:pt x="696815" y="260661"/>
                        <a:pt x="695706" y="261400"/>
                      </a:cubicBezTo>
                      <a:cubicBezTo>
                        <a:pt x="693043" y="261040"/>
                        <a:pt x="690304" y="262794"/>
                        <a:pt x="690105" y="265391"/>
                      </a:cubicBezTo>
                      <a:cubicBezTo>
                        <a:pt x="655783" y="292158"/>
                        <a:pt x="635319" y="331882"/>
                        <a:pt x="606836" y="364308"/>
                      </a:cubicBezTo>
                      <a:cubicBezTo>
                        <a:pt x="617329" y="326394"/>
                        <a:pt x="649148" y="293191"/>
                        <a:pt x="617869" y="255363"/>
                      </a:cubicBezTo>
                      <a:cubicBezTo>
                        <a:pt x="619367" y="253372"/>
                        <a:pt x="619699" y="250680"/>
                        <a:pt x="617680" y="247922"/>
                      </a:cubicBezTo>
                      <a:cubicBezTo>
                        <a:pt x="589794" y="212548"/>
                        <a:pt x="572249" y="179023"/>
                        <a:pt x="579358" y="133081"/>
                      </a:cubicBezTo>
                      <a:cubicBezTo>
                        <a:pt x="569102" y="118872"/>
                        <a:pt x="561159" y="151763"/>
                        <a:pt x="562107" y="159166"/>
                      </a:cubicBezTo>
                      <a:cubicBezTo>
                        <a:pt x="559700" y="189260"/>
                        <a:pt x="587197" y="241562"/>
                        <a:pt x="610580" y="258585"/>
                      </a:cubicBezTo>
                      <a:cubicBezTo>
                        <a:pt x="632039" y="295646"/>
                        <a:pt x="604817" y="320831"/>
                        <a:pt x="594808" y="355939"/>
                      </a:cubicBezTo>
                      <a:cubicBezTo>
                        <a:pt x="566145" y="318802"/>
                        <a:pt x="518819" y="304575"/>
                        <a:pt x="478090" y="284462"/>
                      </a:cubicBezTo>
                      <a:cubicBezTo>
                        <a:pt x="406452" y="248747"/>
                        <a:pt x="348292" y="187809"/>
                        <a:pt x="316662" y="114209"/>
                      </a:cubicBezTo>
                      <a:cubicBezTo>
                        <a:pt x="331117" y="82077"/>
                        <a:pt x="322340" y="43073"/>
                        <a:pt x="312870" y="10704"/>
                      </a:cubicBezTo>
                      <a:cubicBezTo>
                        <a:pt x="307904" y="-3988"/>
                        <a:pt x="298586" y="-3855"/>
                        <a:pt x="301534" y="12960"/>
                      </a:cubicBezTo>
                      <a:cubicBezTo>
                        <a:pt x="307136" y="38628"/>
                        <a:pt x="311392" y="65054"/>
                        <a:pt x="307837" y="91328"/>
                      </a:cubicBezTo>
                      <a:cubicBezTo>
                        <a:pt x="284283" y="111527"/>
                        <a:pt x="269478" y="141905"/>
                        <a:pt x="255090" y="169213"/>
                      </a:cubicBezTo>
                      <a:cubicBezTo>
                        <a:pt x="212133" y="183648"/>
                        <a:pt x="168589" y="198615"/>
                        <a:pt x="123860" y="207591"/>
                      </a:cubicBezTo>
                      <a:cubicBezTo>
                        <a:pt x="84951" y="215563"/>
                        <a:pt x="38307" y="215799"/>
                        <a:pt x="17729" y="256225"/>
                      </a:cubicBezTo>
                      <a:cubicBezTo>
                        <a:pt x="8962" y="274310"/>
                        <a:pt x="3142" y="296784"/>
                        <a:pt x="8573" y="316669"/>
                      </a:cubicBezTo>
                      <a:cubicBezTo>
                        <a:pt x="9256" y="486183"/>
                        <a:pt x="67103" y="653270"/>
                        <a:pt x="157291" y="795646"/>
                      </a:cubicBezTo>
                      <a:cubicBezTo>
                        <a:pt x="176940" y="889303"/>
                        <a:pt x="201621" y="987396"/>
                        <a:pt x="172703" y="1082598"/>
                      </a:cubicBezTo>
                      <a:cubicBezTo>
                        <a:pt x="133196" y="1221780"/>
                        <a:pt x="59605" y="1347967"/>
                        <a:pt x="4469" y="1481016"/>
                      </a:cubicBezTo>
                      <a:cubicBezTo>
                        <a:pt x="-2128" y="1483405"/>
                        <a:pt x="630" y="1490940"/>
                        <a:pt x="289" y="1496210"/>
                      </a:cubicBezTo>
                      <a:cubicBezTo>
                        <a:pt x="-943" y="1503329"/>
                        <a:pt x="4393" y="1510068"/>
                        <a:pt x="10611" y="1510845"/>
                      </a:cubicBezTo>
                      <a:cubicBezTo>
                        <a:pt x="17104" y="1516485"/>
                        <a:pt x="29587" y="1522816"/>
                        <a:pt x="46696" y="1529480"/>
                      </a:cubicBezTo>
                      <a:cubicBezTo>
                        <a:pt x="-1199" y="1759665"/>
                        <a:pt x="73103" y="2010987"/>
                        <a:pt x="45227" y="2243162"/>
                      </a:cubicBezTo>
                      <a:cubicBezTo>
                        <a:pt x="42838" y="2276261"/>
                        <a:pt x="40118" y="2309332"/>
                        <a:pt x="37047" y="2342364"/>
                      </a:cubicBezTo>
                      <a:cubicBezTo>
                        <a:pt x="34715" y="2375842"/>
                        <a:pt x="27938" y="2410249"/>
                        <a:pt x="34165" y="2443595"/>
                      </a:cubicBezTo>
                      <a:cubicBezTo>
                        <a:pt x="34895" y="2446978"/>
                        <a:pt x="38393" y="2449064"/>
                        <a:pt x="41795" y="2449168"/>
                      </a:cubicBezTo>
                      <a:cubicBezTo>
                        <a:pt x="52705" y="2454750"/>
                        <a:pt x="63710" y="2460438"/>
                        <a:pt x="75188" y="2464665"/>
                      </a:cubicBezTo>
                      <a:cubicBezTo>
                        <a:pt x="112372" y="2478371"/>
                        <a:pt x="150457" y="2489641"/>
                        <a:pt x="189081" y="2498494"/>
                      </a:cubicBezTo>
                      <a:cubicBezTo>
                        <a:pt x="85302" y="2818990"/>
                        <a:pt x="185262" y="3060597"/>
                        <a:pt x="269165" y="3367386"/>
                      </a:cubicBezTo>
                      <a:cubicBezTo>
                        <a:pt x="257838" y="3369462"/>
                        <a:pt x="249156" y="3380789"/>
                        <a:pt x="240976" y="3388192"/>
                      </a:cubicBezTo>
                      <a:cubicBezTo>
                        <a:pt x="231820" y="3396485"/>
                        <a:pt x="223308" y="3404362"/>
                        <a:pt x="215906" y="3414333"/>
                      </a:cubicBezTo>
                      <a:cubicBezTo>
                        <a:pt x="177470" y="3461650"/>
                        <a:pt x="194408" y="3508009"/>
                        <a:pt x="214190" y="3558549"/>
                      </a:cubicBezTo>
                      <a:cubicBezTo>
                        <a:pt x="221905" y="3584198"/>
                        <a:pt x="227109" y="3610604"/>
                        <a:pt x="229232" y="3637315"/>
                      </a:cubicBezTo>
                      <a:cubicBezTo>
                        <a:pt x="230408" y="3652073"/>
                        <a:pt x="230758" y="3666897"/>
                        <a:pt x="230275" y="3681693"/>
                      </a:cubicBezTo>
                      <a:cubicBezTo>
                        <a:pt x="232190" y="3700290"/>
                        <a:pt x="214853" y="3742858"/>
                        <a:pt x="244076" y="3743635"/>
                      </a:cubicBezTo>
                      <a:cubicBezTo>
                        <a:pt x="253734" y="3753872"/>
                        <a:pt x="281269" y="3762222"/>
                        <a:pt x="287952" y="3744649"/>
                      </a:cubicBezTo>
                      <a:cubicBezTo>
                        <a:pt x="293885" y="3765796"/>
                        <a:pt x="301297" y="3787843"/>
                        <a:pt x="318937" y="3802108"/>
                      </a:cubicBezTo>
                      <a:cubicBezTo>
                        <a:pt x="376888" y="3839377"/>
                        <a:pt x="449427" y="3851472"/>
                        <a:pt x="517378" y="3854458"/>
                      </a:cubicBezTo>
                      <a:cubicBezTo>
                        <a:pt x="548970" y="3854960"/>
                        <a:pt x="580524" y="3851879"/>
                        <a:pt x="611433" y="3845339"/>
                      </a:cubicBezTo>
                      <a:cubicBezTo>
                        <a:pt x="633404" y="3836941"/>
                        <a:pt x="613026" y="3807188"/>
                        <a:pt x="609187" y="3792079"/>
                      </a:cubicBezTo>
                      <a:cubicBezTo>
                        <a:pt x="648542" y="3803255"/>
                        <a:pt x="690484" y="3799643"/>
                        <a:pt x="730635" y="3795226"/>
                      </a:cubicBezTo>
                      <a:cubicBezTo>
                        <a:pt x="760653" y="3793786"/>
                        <a:pt x="773999" y="3766905"/>
                        <a:pt x="765174" y="3739853"/>
                      </a:cubicBezTo>
                      <a:cubicBezTo>
                        <a:pt x="746758" y="3689153"/>
                        <a:pt x="722303" y="3631505"/>
                        <a:pt x="683214" y="3593657"/>
                      </a:cubicBezTo>
                      <a:cubicBezTo>
                        <a:pt x="588713" y="3387614"/>
                        <a:pt x="639120" y="3159931"/>
                        <a:pt x="660191" y="2943831"/>
                      </a:cubicBezTo>
                      <a:cubicBezTo>
                        <a:pt x="671347" y="2826203"/>
                        <a:pt x="676863" y="2708186"/>
                        <a:pt x="682939" y="2590255"/>
                      </a:cubicBezTo>
                      <a:cubicBezTo>
                        <a:pt x="685271" y="2551810"/>
                        <a:pt x="691309" y="2513299"/>
                        <a:pt x="704740" y="2477110"/>
                      </a:cubicBezTo>
                      <a:cubicBezTo>
                        <a:pt x="756274" y="2460561"/>
                        <a:pt x="807742" y="2439718"/>
                        <a:pt x="851940" y="2408420"/>
                      </a:cubicBezTo>
                      <a:cubicBezTo>
                        <a:pt x="854547" y="2406316"/>
                        <a:pt x="855002" y="2403406"/>
                        <a:pt x="854158" y="2400761"/>
                      </a:cubicBezTo>
                      <a:cubicBezTo>
                        <a:pt x="854850" y="2377349"/>
                        <a:pt x="849798" y="2353682"/>
                        <a:pt x="848272" y="2330308"/>
                      </a:cubicBezTo>
                      <a:cubicBezTo>
                        <a:pt x="844689" y="2258375"/>
                        <a:pt x="857874" y="2186927"/>
                        <a:pt x="862774" y="2115316"/>
                      </a:cubicBezTo>
                      <a:cubicBezTo>
                        <a:pt x="875513" y="1946059"/>
                        <a:pt x="885845" y="1776186"/>
                        <a:pt x="882527" y="1606417"/>
                      </a:cubicBezTo>
                      <a:cubicBezTo>
                        <a:pt x="896470" y="1619014"/>
                        <a:pt x="915617" y="1628558"/>
                        <a:pt x="935076" y="1623411"/>
                      </a:cubicBezTo>
                      <a:cubicBezTo>
                        <a:pt x="942043" y="1621563"/>
                        <a:pt x="945294" y="1611260"/>
                        <a:pt x="940422" y="1606113"/>
                      </a:cubicBezTo>
                      <a:cubicBezTo>
                        <a:pt x="938640" y="1535935"/>
                        <a:pt x="920043" y="1466950"/>
                        <a:pt x="910309" y="1397558"/>
                      </a:cubicBezTo>
                      <a:cubicBezTo>
                        <a:pt x="889854" y="1287807"/>
                        <a:pt x="875646" y="1176795"/>
                        <a:pt x="852092" y="1067669"/>
                      </a:cubicBezTo>
                      <a:cubicBezTo>
                        <a:pt x="936432" y="1070674"/>
                        <a:pt x="1023217" y="1072929"/>
                        <a:pt x="1105575" y="1052579"/>
                      </a:cubicBezTo>
                      <a:cubicBezTo>
                        <a:pt x="1137982" y="1070560"/>
                        <a:pt x="1130115" y="985898"/>
                        <a:pt x="1130532" y="969150"/>
                      </a:cubicBezTo>
                      <a:close/>
                      <a:moveTo>
                        <a:pt x="695517" y="276196"/>
                      </a:moveTo>
                      <a:cubicBezTo>
                        <a:pt x="739516" y="349494"/>
                        <a:pt x="758824" y="434582"/>
                        <a:pt x="758103" y="519774"/>
                      </a:cubicBezTo>
                      <a:cubicBezTo>
                        <a:pt x="729403" y="451122"/>
                        <a:pt x="693896" y="385464"/>
                        <a:pt x="656977" y="321030"/>
                      </a:cubicBezTo>
                      <a:cubicBezTo>
                        <a:pt x="669328" y="305637"/>
                        <a:pt x="682171" y="290670"/>
                        <a:pt x="695517" y="276196"/>
                      </a:cubicBezTo>
                      <a:close/>
                      <a:moveTo>
                        <a:pt x="595064" y="372375"/>
                      </a:moveTo>
                      <a:cubicBezTo>
                        <a:pt x="595415" y="373550"/>
                        <a:pt x="595860" y="374697"/>
                        <a:pt x="596410" y="375815"/>
                      </a:cubicBezTo>
                      <a:cubicBezTo>
                        <a:pt x="593927" y="378384"/>
                        <a:pt x="591396" y="380896"/>
                        <a:pt x="588789" y="383341"/>
                      </a:cubicBezTo>
                      <a:cubicBezTo>
                        <a:pt x="584922" y="386971"/>
                        <a:pt x="590533" y="392185"/>
                        <a:pt x="594486" y="389038"/>
                      </a:cubicBezTo>
                      <a:cubicBezTo>
                        <a:pt x="615831" y="372043"/>
                        <a:pt x="632760" y="351664"/>
                        <a:pt x="649546" y="330394"/>
                      </a:cubicBezTo>
                      <a:cubicBezTo>
                        <a:pt x="712881" y="471918"/>
                        <a:pt x="828927" y="629896"/>
                        <a:pt x="746985" y="787807"/>
                      </a:cubicBezTo>
                      <a:cubicBezTo>
                        <a:pt x="731052" y="787949"/>
                        <a:pt x="715422" y="788044"/>
                        <a:pt x="699555" y="788281"/>
                      </a:cubicBezTo>
                      <a:cubicBezTo>
                        <a:pt x="671574" y="600237"/>
                        <a:pt x="573870" y="423208"/>
                        <a:pt x="432176" y="296784"/>
                      </a:cubicBezTo>
                      <a:cubicBezTo>
                        <a:pt x="491910" y="306689"/>
                        <a:pt x="553510" y="326044"/>
                        <a:pt x="595064" y="372375"/>
                      </a:cubicBezTo>
                      <a:close/>
                      <a:moveTo>
                        <a:pt x="617026" y="565698"/>
                      </a:moveTo>
                      <a:cubicBezTo>
                        <a:pt x="495407" y="492619"/>
                        <a:pt x="388793" y="396384"/>
                        <a:pt x="302899" y="283447"/>
                      </a:cubicBezTo>
                      <a:cubicBezTo>
                        <a:pt x="339477" y="284680"/>
                        <a:pt x="375969" y="288499"/>
                        <a:pt x="412186" y="293646"/>
                      </a:cubicBezTo>
                      <a:cubicBezTo>
                        <a:pt x="497066" y="370185"/>
                        <a:pt x="568467" y="462231"/>
                        <a:pt x="617026" y="565698"/>
                      </a:cubicBezTo>
                      <a:close/>
                      <a:moveTo>
                        <a:pt x="285165" y="141336"/>
                      </a:moveTo>
                      <a:cubicBezTo>
                        <a:pt x="291686" y="129877"/>
                        <a:pt x="299221" y="119100"/>
                        <a:pt x="306273" y="108010"/>
                      </a:cubicBezTo>
                      <a:cubicBezTo>
                        <a:pt x="321818" y="180056"/>
                        <a:pt x="380613" y="241884"/>
                        <a:pt x="441446" y="282111"/>
                      </a:cubicBezTo>
                      <a:cubicBezTo>
                        <a:pt x="376765" y="271609"/>
                        <a:pt x="311193" y="264898"/>
                        <a:pt x="245810" y="269713"/>
                      </a:cubicBezTo>
                      <a:cubicBezTo>
                        <a:pt x="247782" y="224396"/>
                        <a:pt x="262653" y="180502"/>
                        <a:pt x="285165" y="141336"/>
                      </a:cubicBezTo>
                      <a:close/>
                      <a:moveTo>
                        <a:pt x="54013" y="498154"/>
                      </a:moveTo>
                      <a:cubicBezTo>
                        <a:pt x="38686" y="439624"/>
                        <a:pt x="30175" y="379948"/>
                        <a:pt x="24706" y="319797"/>
                      </a:cubicBezTo>
                      <a:cubicBezTo>
                        <a:pt x="44781" y="260964"/>
                        <a:pt x="34838" y="246377"/>
                        <a:pt x="107083" y="236567"/>
                      </a:cubicBezTo>
                      <a:cubicBezTo>
                        <a:pt x="155916" y="228567"/>
                        <a:pt x="203422" y="212738"/>
                        <a:pt x="246673" y="188672"/>
                      </a:cubicBezTo>
                      <a:cubicBezTo>
                        <a:pt x="237137" y="215041"/>
                        <a:pt x="228901" y="243685"/>
                        <a:pt x="231545" y="271903"/>
                      </a:cubicBezTo>
                      <a:cubicBezTo>
                        <a:pt x="209906" y="284680"/>
                        <a:pt x="284151" y="282310"/>
                        <a:pt x="289885" y="283125"/>
                      </a:cubicBezTo>
                      <a:cubicBezTo>
                        <a:pt x="375201" y="405398"/>
                        <a:pt x="492450" y="513519"/>
                        <a:pt x="624627" y="582304"/>
                      </a:cubicBezTo>
                      <a:cubicBezTo>
                        <a:pt x="654475" y="647753"/>
                        <a:pt x="672238" y="717856"/>
                        <a:pt x="683792" y="788698"/>
                      </a:cubicBezTo>
                      <a:cubicBezTo>
                        <a:pt x="617291" y="790594"/>
                        <a:pt x="550818" y="793807"/>
                        <a:pt x="484488" y="798897"/>
                      </a:cubicBezTo>
                      <a:cubicBezTo>
                        <a:pt x="466839" y="770556"/>
                        <a:pt x="415873" y="731315"/>
                        <a:pt x="381428" y="746879"/>
                      </a:cubicBezTo>
                      <a:cubicBezTo>
                        <a:pt x="381533" y="737732"/>
                        <a:pt x="348633" y="742765"/>
                        <a:pt x="339135" y="735391"/>
                      </a:cubicBezTo>
                      <a:cubicBezTo>
                        <a:pt x="328216" y="731884"/>
                        <a:pt x="315269" y="720140"/>
                        <a:pt x="328728" y="710700"/>
                      </a:cubicBezTo>
                      <a:cubicBezTo>
                        <a:pt x="333666" y="711079"/>
                        <a:pt x="339581" y="711439"/>
                        <a:pt x="344121" y="708539"/>
                      </a:cubicBezTo>
                      <a:cubicBezTo>
                        <a:pt x="385675" y="716813"/>
                        <a:pt x="437655" y="714463"/>
                        <a:pt x="464204" y="753372"/>
                      </a:cubicBezTo>
                      <a:cubicBezTo>
                        <a:pt x="473929" y="766917"/>
                        <a:pt x="481161" y="782518"/>
                        <a:pt x="491701" y="795409"/>
                      </a:cubicBezTo>
                      <a:cubicBezTo>
                        <a:pt x="495928" y="800584"/>
                        <a:pt x="502876" y="793987"/>
                        <a:pt x="500383" y="788708"/>
                      </a:cubicBezTo>
                      <a:cubicBezTo>
                        <a:pt x="492469" y="773836"/>
                        <a:pt x="482479" y="759798"/>
                        <a:pt x="473028" y="745855"/>
                      </a:cubicBezTo>
                      <a:cubicBezTo>
                        <a:pt x="477607" y="734405"/>
                        <a:pt x="440972" y="692169"/>
                        <a:pt x="430868" y="684643"/>
                      </a:cubicBezTo>
                      <a:cubicBezTo>
                        <a:pt x="433721" y="676388"/>
                        <a:pt x="421949" y="670198"/>
                        <a:pt x="418186" y="663743"/>
                      </a:cubicBezTo>
                      <a:cubicBezTo>
                        <a:pt x="421939" y="650928"/>
                        <a:pt x="372831" y="630787"/>
                        <a:pt x="362159" y="624114"/>
                      </a:cubicBezTo>
                      <a:cubicBezTo>
                        <a:pt x="368092" y="614806"/>
                        <a:pt x="354282" y="597403"/>
                        <a:pt x="352614" y="586816"/>
                      </a:cubicBezTo>
                      <a:cubicBezTo>
                        <a:pt x="345126" y="559641"/>
                        <a:pt x="338794" y="532125"/>
                        <a:pt x="331306" y="504950"/>
                      </a:cubicBezTo>
                      <a:cubicBezTo>
                        <a:pt x="333221" y="495130"/>
                        <a:pt x="332292" y="483889"/>
                        <a:pt x="330813" y="474344"/>
                      </a:cubicBezTo>
                      <a:cubicBezTo>
                        <a:pt x="308472" y="352783"/>
                        <a:pt x="179793" y="285182"/>
                        <a:pt x="66420" y="271239"/>
                      </a:cubicBezTo>
                      <a:cubicBezTo>
                        <a:pt x="60809" y="270832"/>
                        <a:pt x="60477" y="278775"/>
                        <a:pt x="65169" y="280490"/>
                      </a:cubicBezTo>
                      <a:cubicBezTo>
                        <a:pt x="163916" y="307599"/>
                        <a:pt x="277743" y="350290"/>
                        <a:pt x="310908" y="457814"/>
                      </a:cubicBezTo>
                      <a:cubicBezTo>
                        <a:pt x="311060" y="488325"/>
                        <a:pt x="323553" y="520760"/>
                        <a:pt x="328671" y="551651"/>
                      </a:cubicBezTo>
                      <a:cubicBezTo>
                        <a:pt x="334662" y="573612"/>
                        <a:pt x="335704" y="597944"/>
                        <a:pt x="347837" y="617706"/>
                      </a:cubicBezTo>
                      <a:cubicBezTo>
                        <a:pt x="341145" y="615811"/>
                        <a:pt x="333951" y="610048"/>
                        <a:pt x="327041" y="610967"/>
                      </a:cubicBezTo>
                      <a:cubicBezTo>
                        <a:pt x="321704" y="609792"/>
                        <a:pt x="317714" y="617858"/>
                        <a:pt x="316956" y="622426"/>
                      </a:cubicBezTo>
                      <a:cubicBezTo>
                        <a:pt x="314311" y="644246"/>
                        <a:pt x="335088" y="659487"/>
                        <a:pt x="350889" y="670691"/>
                      </a:cubicBezTo>
                      <a:cubicBezTo>
                        <a:pt x="334813" y="671553"/>
                        <a:pt x="317610" y="667402"/>
                        <a:pt x="302018" y="672331"/>
                      </a:cubicBezTo>
                      <a:cubicBezTo>
                        <a:pt x="300899" y="672245"/>
                        <a:pt x="299790" y="672596"/>
                        <a:pt x="299003" y="673591"/>
                      </a:cubicBezTo>
                      <a:cubicBezTo>
                        <a:pt x="283828" y="692634"/>
                        <a:pt x="295695" y="706017"/>
                        <a:pt x="317174" y="708558"/>
                      </a:cubicBezTo>
                      <a:cubicBezTo>
                        <a:pt x="296899" y="738746"/>
                        <a:pt x="352396" y="761192"/>
                        <a:pt x="376035" y="752187"/>
                      </a:cubicBezTo>
                      <a:cubicBezTo>
                        <a:pt x="361723" y="782044"/>
                        <a:pt x="415541" y="791276"/>
                        <a:pt x="433219" y="803608"/>
                      </a:cubicBezTo>
                      <a:cubicBezTo>
                        <a:pt x="289885" y="825494"/>
                        <a:pt x="558553" y="807816"/>
                        <a:pt x="579007" y="806811"/>
                      </a:cubicBezTo>
                      <a:cubicBezTo>
                        <a:pt x="640447" y="801892"/>
                        <a:pt x="702910" y="806101"/>
                        <a:pt x="763734" y="798395"/>
                      </a:cubicBezTo>
                      <a:cubicBezTo>
                        <a:pt x="808207" y="831001"/>
                        <a:pt x="839637" y="878014"/>
                        <a:pt x="855485" y="930468"/>
                      </a:cubicBezTo>
                      <a:cubicBezTo>
                        <a:pt x="802984" y="948600"/>
                        <a:pt x="753051" y="973889"/>
                        <a:pt x="699858" y="990429"/>
                      </a:cubicBezTo>
                      <a:cubicBezTo>
                        <a:pt x="616883" y="1019727"/>
                        <a:pt x="530279" y="1035670"/>
                        <a:pt x="445086" y="1056693"/>
                      </a:cubicBezTo>
                      <a:cubicBezTo>
                        <a:pt x="260246" y="916989"/>
                        <a:pt x="110799" y="725770"/>
                        <a:pt x="54013" y="498154"/>
                      </a:cubicBezTo>
                      <a:close/>
                      <a:moveTo>
                        <a:pt x="476858" y="799485"/>
                      </a:moveTo>
                      <a:cubicBezTo>
                        <a:pt x="466972" y="800243"/>
                        <a:pt x="457095" y="801096"/>
                        <a:pt x="447209" y="802082"/>
                      </a:cubicBezTo>
                      <a:cubicBezTo>
                        <a:pt x="443380" y="791854"/>
                        <a:pt x="417551" y="785447"/>
                        <a:pt x="407580" y="778490"/>
                      </a:cubicBezTo>
                      <a:cubicBezTo>
                        <a:pt x="340756" y="747732"/>
                        <a:pt x="434726" y="739732"/>
                        <a:pt x="476858" y="799485"/>
                      </a:cubicBezTo>
                      <a:close/>
                      <a:moveTo>
                        <a:pt x="406290" y="685638"/>
                      </a:moveTo>
                      <a:cubicBezTo>
                        <a:pt x="426717" y="689819"/>
                        <a:pt x="438953" y="707733"/>
                        <a:pt x="450290" y="723704"/>
                      </a:cubicBezTo>
                      <a:cubicBezTo>
                        <a:pt x="415921" y="702738"/>
                        <a:pt x="372983" y="702349"/>
                        <a:pt x="333865" y="699174"/>
                      </a:cubicBezTo>
                      <a:cubicBezTo>
                        <a:pt x="323430" y="695411"/>
                        <a:pt x="295421" y="698596"/>
                        <a:pt x="304994" y="680217"/>
                      </a:cubicBezTo>
                      <a:cubicBezTo>
                        <a:pt x="305525" y="679857"/>
                        <a:pt x="305942" y="679288"/>
                        <a:pt x="306122" y="678700"/>
                      </a:cubicBezTo>
                      <a:cubicBezTo>
                        <a:pt x="306378" y="679288"/>
                        <a:pt x="306634" y="679885"/>
                        <a:pt x="306890" y="680473"/>
                      </a:cubicBezTo>
                      <a:cubicBezTo>
                        <a:pt x="339628" y="685070"/>
                        <a:pt x="373637" y="680615"/>
                        <a:pt x="406290" y="685638"/>
                      </a:cubicBezTo>
                      <a:close/>
                      <a:moveTo>
                        <a:pt x="329932" y="620455"/>
                      </a:moveTo>
                      <a:cubicBezTo>
                        <a:pt x="358623" y="636123"/>
                        <a:pt x="393570" y="647014"/>
                        <a:pt x="412423" y="674909"/>
                      </a:cubicBezTo>
                      <a:cubicBezTo>
                        <a:pt x="400727" y="671468"/>
                        <a:pt x="388348" y="670947"/>
                        <a:pt x="375902" y="670814"/>
                      </a:cubicBezTo>
                      <a:cubicBezTo>
                        <a:pt x="364509" y="656198"/>
                        <a:pt x="324377" y="645601"/>
                        <a:pt x="329932" y="620455"/>
                      </a:cubicBezTo>
                      <a:close/>
                      <a:moveTo>
                        <a:pt x="788027" y="800726"/>
                      </a:moveTo>
                      <a:cubicBezTo>
                        <a:pt x="804567" y="796821"/>
                        <a:pt x="821192" y="790878"/>
                        <a:pt x="835732" y="781940"/>
                      </a:cubicBezTo>
                      <a:cubicBezTo>
                        <a:pt x="836680" y="781267"/>
                        <a:pt x="837325" y="780404"/>
                        <a:pt x="837723" y="779485"/>
                      </a:cubicBezTo>
                      <a:cubicBezTo>
                        <a:pt x="868528" y="777021"/>
                        <a:pt x="881542" y="802698"/>
                        <a:pt x="902584" y="801105"/>
                      </a:cubicBezTo>
                      <a:cubicBezTo>
                        <a:pt x="929247" y="813911"/>
                        <a:pt x="949607" y="841683"/>
                        <a:pt x="954953" y="870611"/>
                      </a:cubicBezTo>
                      <a:cubicBezTo>
                        <a:pt x="923275" y="875616"/>
                        <a:pt x="890821" y="884118"/>
                        <a:pt x="859997" y="893255"/>
                      </a:cubicBezTo>
                      <a:cubicBezTo>
                        <a:pt x="844329" y="856972"/>
                        <a:pt x="819420" y="824773"/>
                        <a:pt x="788027" y="800726"/>
                      </a:cubicBezTo>
                      <a:close/>
                      <a:moveTo>
                        <a:pt x="148874" y="1237561"/>
                      </a:moveTo>
                      <a:cubicBezTo>
                        <a:pt x="210778" y="1107052"/>
                        <a:pt x="228711" y="971984"/>
                        <a:pt x="182608" y="833228"/>
                      </a:cubicBezTo>
                      <a:cubicBezTo>
                        <a:pt x="240853" y="914108"/>
                        <a:pt x="309600" y="989595"/>
                        <a:pt x="391893" y="1046551"/>
                      </a:cubicBezTo>
                      <a:cubicBezTo>
                        <a:pt x="402452" y="1052039"/>
                        <a:pt x="439190" y="1084958"/>
                        <a:pt x="447029" y="1069261"/>
                      </a:cubicBezTo>
                      <a:cubicBezTo>
                        <a:pt x="477218" y="1066342"/>
                        <a:pt x="507208" y="1059498"/>
                        <a:pt x="536819" y="1053366"/>
                      </a:cubicBezTo>
                      <a:cubicBezTo>
                        <a:pt x="394509" y="1237647"/>
                        <a:pt x="454308" y="1224377"/>
                        <a:pt x="549975" y="1050475"/>
                      </a:cubicBezTo>
                      <a:cubicBezTo>
                        <a:pt x="568979" y="1046191"/>
                        <a:pt x="587898" y="1041499"/>
                        <a:pt x="606732" y="1036570"/>
                      </a:cubicBezTo>
                      <a:cubicBezTo>
                        <a:pt x="606618" y="1038627"/>
                        <a:pt x="607604" y="1040722"/>
                        <a:pt x="609955" y="1041195"/>
                      </a:cubicBezTo>
                      <a:cubicBezTo>
                        <a:pt x="638409" y="1046902"/>
                        <a:pt x="667138" y="1051319"/>
                        <a:pt x="695981" y="1054863"/>
                      </a:cubicBezTo>
                      <a:cubicBezTo>
                        <a:pt x="703867" y="1118180"/>
                        <a:pt x="719014" y="1180283"/>
                        <a:pt x="734786" y="1242045"/>
                      </a:cubicBezTo>
                      <a:cubicBezTo>
                        <a:pt x="730094" y="1259286"/>
                        <a:pt x="728834" y="1277940"/>
                        <a:pt x="725924" y="1295352"/>
                      </a:cubicBezTo>
                      <a:cubicBezTo>
                        <a:pt x="712389" y="1383359"/>
                        <a:pt x="685508" y="1468599"/>
                        <a:pt x="651906" y="1550854"/>
                      </a:cubicBezTo>
                      <a:cubicBezTo>
                        <a:pt x="542610" y="1612578"/>
                        <a:pt x="145793" y="1548683"/>
                        <a:pt x="28573" y="1495888"/>
                      </a:cubicBezTo>
                      <a:cubicBezTo>
                        <a:pt x="77444" y="1414354"/>
                        <a:pt x="111737" y="1324849"/>
                        <a:pt x="148874" y="1237561"/>
                      </a:cubicBezTo>
                      <a:close/>
                      <a:moveTo>
                        <a:pt x="281118" y="3384220"/>
                      </a:moveTo>
                      <a:cubicBezTo>
                        <a:pt x="310634" y="3386514"/>
                        <a:pt x="293449" y="3345027"/>
                        <a:pt x="290786" y="3328553"/>
                      </a:cubicBezTo>
                      <a:cubicBezTo>
                        <a:pt x="280113" y="3286014"/>
                        <a:pt x="267137" y="3244062"/>
                        <a:pt x="254853" y="3201958"/>
                      </a:cubicBezTo>
                      <a:cubicBezTo>
                        <a:pt x="174977" y="2962987"/>
                        <a:pt x="145746" y="2750034"/>
                        <a:pt x="211375" y="2503337"/>
                      </a:cubicBezTo>
                      <a:cubicBezTo>
                        <a:pt x="301913" y="2521906"/>
                        <a:pt x="394907" y="2527100"/>
                        <a:pt x="487057" y="2519792"/>
                      </a:cubicBezTo>
                      <a:cubicBezTo>
                        <a:pt x="421276" y="2654718"/>
                        <a:pt x="422574" y="2810222"/>
                        <a:pt x="407305" y="2956779"/>
                      </a:cubicBezTo>
                      <a:cubicBezTo>
                        <a:pt x="389542" y="3169286"/>
                        <a:pt x="392386" y="3384495"/>
                        <a:pt x="467559" y="3586671"/>
                      </a:cubicBezTo>
                      <a:cubicBezTo>
                        <a:pt x="481370" y="3627675"/>
                        <a:pt x="488156" y="3671826"/>
                        <a:pt x="506999" y="3710820"/>
                      </a:cubicBezTo>
                      <a:cubicBezTo>
                        <a:pt x="466469" y="3720564"/>
                        <a:pt x="418603" y="3725171"/>
                        <a:pt x="379874" y="3707124"/>
                      </a:cubicBezTo>
                      <a:cubicBezTo>
                        <a:pt x="351429" y="3690887"/>
                        <a:pt x="338301" y="3659002"/>
                        <a:pt x="325382" y="3630519"/>
                      </a:cubicBezTo>
                      <a:cubicBezTo>
                        <a:pt x="293269" y="3554416"/>
                        <a:pt x="236844" y="3466588"/>
                        <a:pt x="281118" y="3384220"/>
                      </a:cubicBezTo>
                      <a:close/>
                      <a:moveTo>
                        <a:pt x="431541" y="3062729"/>
                      </a:moveTo>
                      <a:cubicBezTo>
                        <a:pt x="440546" y="3133533"/>
                        <a:pt x="440877" y="3205371"/>
                        <a:pt x="432527" y="3276251"/>
                      </a:cubicBezTo>
                      <a:cubicBezTo>
                        <a:pt x="432479" y="3276640"/>
                        <a:pt x="432432" y="3277019"/>
                        <a:pt x="432385" y="3277407"/>
                      </a:cubicBezTo>
                      <a:cubicBezTo>
                        <a:pt x="428717" y="3205883"/>
                        <a:pt x="428963" y="3134377"/>
                        <a:pt x="431541" y="3062729"/>
                      </a:cubicBezTo>
                      <a:close/>
                      <a:moveTo>
                        <a:pt x="453863" y="3820970"/>
                      </a:moveTo>
                      <a:cubicBezTo>
                        <a:pt x="412688" y="3811463"/>
                        <a:pt x="349192" y="3801520"/>
                        <a:pt x="326207" y="3762630"/>
                      </a:cubicBezTo>
                      <a:cubicBezTo>
                        <a:pt x="314984" y="3734754"/>
                        <a:pt x="310444" y="3704480"/>
                        <a:pt x="296283" y="3677655"/>
                      </a:cubicBezTo>
                      <a:cubicBezTo>
                        <a:pt x="291203" y="3667494"/>
                        <a:pt x="273156" y="3672679"/>
                        <a:pt x="275260" y="3684262"/>
                      </a:cubicBezTo>
                      <a:cubicBezTo>
                        <a:pt x="268672" y="3695911"/>
                        <a:pt x="271431" y="3710754"/>
                        <a:pt x="272777" y="3723427"/>
                      </a:cubicBezTo>
                      <a:cubicBezTo>
                        <a:pt x="268890" y="3722706"/>
                        <a:pt x="264663" y="3722346"/>
                        <a:pt x="260777" y="3722413"/>
                      </a:cubicBezTo>
                      <a:cubicBezTo>
                        <a:pt x="268274" y="3672859"/>
                        <a:pt x="264464" y="3621704"/>
                        <a:pt x="253241" y="3572984"/>
                      </a:cubicBezTo>
                      <a:cubicBezTo>
                        <a:pt x="235526" y="3504995"/>
                        <a:pt x="202399" y="3473536"/>
                        <a:pt x="256132" y="3409604"/>
                      </a:cubicBezTo>
                      <a:cubicBezTo>
                        <a:pt x="232493" y="3496484"/>
                        <a:pt x="296956" y="3600159"/>
                        <a:pt x="333135" y="3678186"/>
                      </a:cubicBezTo>
                      <a:cubicBezTo>
                        <a:pt x="350348" y="3709750"/>
                        <a:pt x="382888" y="3730232"/>
                        <a:pt x="418954" y="3730962"/>
                      </a:cubicBezTo>
                      <a:cubicBezTo>
                        <a:pt x="450365" y="3732413"/>
                        <a:pt x="482848" y="3731578"/>
                        <a:pt x="513284" y="3722915"/>
                      </a:cubicBezTo>
                      <a:cubicBezTo>
                        <a:pt x="517047" y="3729578"/>
                        <a:pt x="526023" y="3730488"/>
                        <a:pt x="532430" y="3727294"/>
                      </a:cubicBezTo>
                      <a:cubicBezTo>
                        <a:pt x="559093" y="3753455"/>
                        <a:pt x="579026" y="3785179"/>
                        <a:pt x="590173" y="3820828"/>
                      </a:cubicBezTo>
                      <a:cubicBezTo>
                        <a:pt x="545169" y="3828212"/>
                        <a:pt x="498848" y="3828600"/>
                        <a:pt x="453863" y="3820970"/>
                      </a:cubicBezTo>
                      <a:close/>
                      <a:moveTo>
                        <a:pt x="698237" y="3663523"/>
                      </a:moveTo>
                      <a:cubicBezTo>
                        <a:pt x="708853" y="3685077"/>
                        <a:pt x="741943" y="3741303"/>
                        <a:pt x="736635" y="3762924"/>
                      </a:cubicBezTo>
                      <a:cubicBezTo>
                        <a:pt x="700275" y="3769350"/>
                        <a:pt x="659129" y="3766109"/>
                        <a:pt x="622826" y="3757455"/>
                      </a:cubicBezTo>
                      <a:cubicBezTo>
                        <a:pt x="610068" y="3755104"/>
                        <a:pt x="599225" y="3744602"/>
                        <a:pt x="585889" y="3748327"/>
                      </a:cubicBezTo>
                      <a:cubicBezTo>
                        <a:pt x="572306" y="3728488"/>
                        <a:pt x="556828" y="3708963"/>
                        <a:pt x="537653" y="3694366"/>
                      </a:cubicBezTo>
                      <a:cubicBezTo>
                        <a:pt x="533681" y="3668745"/>
                        <a:pt x="522800" y="3644708"/>
                        <a:pt x="516061" y="3619723"/>
                      </a:cubicBezTo>
                      <a:cubicBezTo>
                        <a:pt x="563794" y="3642016"/>
                        <a:pt x="627556" y="3651921"/>
                        <a:pt x="670712" y="3614661"/>
                      </a:cubicBezTo>
                      <a:cubicBezTo>
                        <a:pt x="679508" y="3630822"/>
                        <a:pt x="689583" y="3647125"/>
                        <a:pt x="698237" y="3663523"/>
                      </a:cubicBezTo>
                      <a:close/>
                      <a:moveTo>
                        <a:pt x="665243" y="2517091"/>
                      </a:moveTo>
                      <a:cubicBezTo>
                        <a:pt x="660503" y="2533422"/>
                        <a:pt x="657309" y="2550161"/>
                        <a:pt x="654949" y="2566995"/>
                      </a:cubicBezTo>
                      <a:cubicBezTo>
                        <a:pt x="645793" y="2681846"/>
                        <a:pt x="647651" y="2797616"/>
                        <a:pt x="634864" y="2912362"/>
                      </a:cubicBezTo>
                      <a:cubicBezTo>
                        <a:pt x="619405" y="3138614"/>
                        <a:pt x="547728" y="3387746"/>
                        <a:pt x="659110" y="3599799"/>
                      </a:cubicBezTo>
                      <a:cubicBezTo>
                        <a:pt x="657366" y="3611562"/>
                        <a:pt x="635414" y="3616822"/>
                        <a:pt x="625566" y="3620595"/>
                      </a:cubicBezTo>
                      <a:cubicBezTo>
                        <a:pt x="586439" y="3631419"/>
                        <a:pt x="545747" y="3618510"/>
                        <a:pt x="510431" y="3601439"/>
                      </a:cubicBezTo>
                      <a:cubicBezTo>
                        <a:pt x="485625" y="3516900"/>
                        <a:pt x="455000" y="3433556"/>
                        <a:pt x="439560" y="3346610"/>
                      </a:cubicBezTo>
                      <a:cubicBezTo>
                        <a:pt x="448631" y="3303179"/>
                        <a:pt x="452441" y="3258479"/>
                        <a:pt x="454043" y="3214157"/>
                      </a:cubicBezTo>
                      <a:cubicBezTo>
                        <a:pt x="456204" y="3140538"/>
                        <a:pt x="450318" y="3066502"/>
                        <a:pt x="434878" y="2994455"/>
                      </a:cubicBezTo>
                      <a:cubicBezTo>
                        <a:pt x="447967" y="2834089"/>
                        <a:pt x="455474" y="2669723"/>
                        <a:pt x="511340" y="2517584"/>
                      </a:cubicBezTo>
                      <a:cubicBezTo>
                        <a:pt x="567870" y="2511678"/>
                        <a:pt x="623869" y="2500873"/>
                        <a:pt x="678332" y="2485025"/>
                      </a:cubicBezTo>
                      <a:cubicBezTo>
                        <a:pt x="673034" y="2495309"/>
                        <a:pt x="668484" y="2505925"/>
                        <a:pt x="665243" y="2517091"/>
                      </a:cubicBezTo>
                      <a:close/>
                      <a:moveTo>
                        <a:pt x="839580" y="2096625"/>
                      </a:moveTo>
                      <a:cubicBezTo>
                        <a:pt x="834841" y="2196054"/>
                        <a:pt x="802851" y="2300147"/>
                        <a:pt x="834642" y="2397510"/>
                      </a:cubicBezTo>
                      <a:cubicBezTo>
                        <a:pt x="640570" y="2484958"/>
                        <a:pt x="421901" y="2521887"/>
                        <a:pt x="211517" y="2480238"/>
                      </a:cubicBezTo>
                      <a:cubicBezTo>
                        <a:pt x="208370" y="2476210"/>
                        <a:pt x="202560" y="2474845"/>
                        <a:pt x="198314" y="2477622"/>
                      </a:cubicBezTo>
                      <a:cubicBezTo>
                        <a:pt x="148466" y="2467272"/>
                        <a:pt x="99946" y="2452305"/>
                        <a:pt x="51274" y="2437377"/>
                      </a:cubicBezTo>
                      <a:cubicBezTo>
                        <a:pt x="65984" y="2382695"/>
                        <a:pt x="65473" y="2325132"/>
                        <a:pt x="71368" y="2269058"/>
                      </a:cubicBezTo>
                      <a:cubicBezTo>
                        <a:pt x="94420" y="2058114"/>
                        <a:pt x="40980" y="1849132"/>
                        <a:pt x="49947" y="1638406"/>
                      </a:cubicBezTo>
                      <a:cubicBezTo>
                        <a:pt x="51606" y="1608871"/>
                        <a:pt x="57738" y="1566891"/>
                        <a:pt x="60620" y="1534636"/>
                      </a:cubicBezTo>
                      <a:cubicBezTo>
                        <a:pt x="221280" y="1591137"/>
                        <a:pt x="677669" y="1664491"/>
                        <a:pt x="669868" y="1551432"/>
                      </a:cubicBezTo>
                      <a:cubicBezTo>
                        <a:pt x="710389" y="1469396"/>
                        <a:pt x="734199" y="1379805"/>
                        <a:pt x="747649" y="1289532"/>
                      </a:cubicBezTo>
                      <a:cubicBezTo>
                        <a:pt x="779430" y="1391264"/>
                        <a:pt x="810538" y="1496447"/>
                        <a:pt x="866187" y="1588000"/>
                      </a:cubicBezTo>
                      <a:cubicBezTo>
                        <a:pt x="857296" y="1757333"/>
                        <a:pt x="856973" y="1927604"/>
                        <a:pt x="839580" y="2096625"/>
                      </a:cubicBezTo>
                      <a:close/>
                      <a:moveTo>
                        <a:pt x="915389" y="1592872"/>
                      </a:moveTo>
                      <a:cubicBezTo>
                        <a:pt x="871750" y="1557991"/>
                        <a:pt x="856111" y="1499376"/>
                        <a:pt x="834472" y="1449917"/>
                      </a:cubicBezTo>
                      <a:cubicBezTo>
                        <a:pt x="782292" y="1323076"/>
                        <a:pt x="744615" y="1190861"/>
                        <a:pt x="715109" y="1057081"/>
                      </a:cubicBezTo>
                      <a:cubicBezTo>
                        <a:pt x="738388" y="1059641"/>
                        <a:pt x="761724" y="1061697"/>
                        <a:pt x="785041" y="1063451"/>
                      </a:cubicBezTo>
                      <a:cubicBezTo>
                        <a:pt x="843448" y="1241931"/>
                        <a:pt x="877362" y="1252964"/>
                        <a:pt x="796055" y="1064257"/>
                      </a:cubicBezTo>
                      <a:cubicBezTo>
                        <a:pt x="808832" y="1065186"/>
                        <a:pt x="821609" y="1066001"/>
                        <a:pt x="834415" y="1066740"/>
                      </a:cubicBezTo>
                      <a:cubicBezTo>
                        <a:pt x="836566" y="1102919"/>
                        <a:pt x="841988" y="1138568"/>
                        <a:pt x="847078" y="1174425"/>
                      </a:cubicBezTo>
                      <a:cubicBezTo>
                        <a:pt x="869239" y="1313910"/>
                        <a:pt x="885125" y="1454903"/>
                        <a:pt x="915389" y="1592872"/>
                      </a:cubicBezTo>
                      <a:close/>
                      <a:moveTo>
                        <a:pt x="1101262" y="1037546"/>
                      </a:moveTo>
                      <a:cubicBezTo>
                        <a:pt x="1077130" y="1040816"/>
                        <a:pt x="1052818" y="1044940"/>
                        <a:pt x="1028420" y="1046447"/>
                      </a:cubicBezTo>
                      <a:cubicBezTo>
                        <a:pt x="892205" y="1055821"/>
                        <a:pt x="755383" y="1047120"/>
                        <a:pt x="619784" y="1033101"/>
                      </a:cubicBezTo>
                      <a:cubicBezTo>
                        <a:pt x="702929" y="1008571"/>
                        <a:pt x="789013" y="984031"/>
                        <a:pt x="862888" y="937634"/>
                      </a:cubicBezTo>
                      <a:cubicBezTo>
                        <a:pt x="878073" y="934837"/>
                        <a:pt x="867125" y="912819"/>
                        <a:pt x="864139" y="903397"/>
                      </a:cubicBezTo>
                      <a:cubicBezTo>
                        <a:pt x="889153" y="900298"/>
                        <a:pt x="913949" y="894639"/>
                        <a:pt x="938792" y="890222"/>
                      </a:cubicBezTo>
                      <a:cubicBezTo>
                        <a:pt x="947057" y="888488"/>
                        <a:pt x="959550" y="888781"/>
                        <a:pt x="963625" y="880118"/>
                      </a:cubicBezTo>
                      <a:cubicBezTo>
                        <a:pt x="967161" y="879654"/>
                        <a:pt x="968658" y="875625"/>
                        <a:pt x="969331" y="872564"/>
                      </a:cubicBezTo>
                      <a:cubicBezTo>
                        <a:pt x="1007103" y="872668"/>
                        <a:pt x="1046230" y="884658"/>
                        <a:pt x="1069405" y="916203"/>
                      </a:cubicBezTo>
                      <a:cubicBezTo>
                        <a:pt x="1071661" y="918904"/>
                        <a:pt x="1076761" y="916004"/>
                        <a:pt x="1075453" y="912686"/>
                      </a:cubicBezTo>
                      <a:cubicBezTo>
                        <a:pt x="1059225" y="872962"/>
                        <a:pt x="1011359" y="858573"/>
                        <a:pt x="971587" y="861995"/>
                      </a:cubicBezTo>
                      <a:cubicBezTo>
                        <a:pt x="971360" y="862014"/>
                        <a:pt x="969957" y="862071"/>
                        <a:pt x="968829" y="862355"/>
                      </a:cubicBezTo>
                      <a:cubicBezTo>
                        <a:pt x="959673" y="829399"/>
                        <a:pt x="936299" y="798584"/>
                        <a:pt x="902802" y="789371"/>
                      </a:cubicBezTo>
                      <a:cubicBezTo>
                        <a:pt x="892006" y="783968"/>
                        <a:pt x="881599" y="777495"/>
                        <a:pt x="870556" y="772556"/>
                      </a:cubicBezTo>
                      <a:cubicBezTo>
                        <a:pt x="967038" y="641194"/>
                        <a:pt x="878091" y="479832"/>
                        <a:pt x="870016" y="337143"/>
                      </a:cubicBezTo>
                      <a:cubicBezTo>
                        <a:pt x="870585" y="327864"/>
                        <a:pt x="856869" y="328290"/>
                        <a:pt x="855827" y="337143"/>
                      </a:cubicBezTo>
                      <a:cubicBezTo>
                        <a:pt x="850414" y="395730"/>
                        <a:pt x="875665" y="451302"/>
                        <a:pt x="883703" y="508637"/>
                      </a:cubicBezTo>
                      <a:cubicBezTo>
                        <a:pt x="902830" y="619972"/>
                        <a:pt x="907209" y="665705"/>
                        <a:pt x="855466" y="768443"/>
                      </a:cubicBezTo>
                      <a:cubicBezTo>
                        <a:pt x="847362" y="767912"/>
                        <a:pt x="836595" y="766869"/>
                        <a:pt x="829514" y="772007"/>
                      </a:cubicBezTo>
                      <a:cubicBezTo>
                        <a:pt x="817913" y="772642"/>
                        <a:pt x="783155" y="783039"/>
                        <a:pt x="781108" y="795636"/>
                      </a:cubicBezTo>
                      <a:cubicBezTo>
                        <a:pt x="776615" y="792537"/>
                        <a:pt x="771733" y="788869"/>
                        <a:pt x="766160" y="786660"/>
                      </a:cubicBezTo>
                      <a:cubicBezTo>
                        <a:pt x="800472" y="716140"/>
                        <a:pt x="794283" y="632986"/>
                        <a:pt x="772274" y="559755"/>
                      </a:cubicBezTo>
                      <a:cubicBezTo>
                        <a:pt x="781961" y="539689"/>
                        <a:pt x="774160" y="508410"/>
                        <a:pt x="774653" y="485984"/>
                      </a:cubicBezTo>
                      <a:cubicBezTo>
                        <a:pt x="769752" y="409113"/>
                        <a:pt x="748843" y="331181"/>
                        <a:pt x="702825" y="268415"/>
                      </a:cubicBezTo>
                      <a:cubicBezTo>
                        <a:pt x="703488" y="267723"/>
                        <a:pt x="704142" y="267021"/>
                        <a:pt x="704806" y="266329"/>
                      </a:cubicBezTo>
                      <a:cubicBezTo>
                        <a:pt x="721441" y="272102"/>
                        <a:pt x="736056" y="282917"/>
                        <a:pt x="752729" y="288556"/>
                      </a:cubicBezTo>
                      <a:cubicBezTo>
                        <a:pt x="754663" y="292158"/>
                        <a:pt x="760814" y="293770"/>
                        <a:pt x="763089" y="289495"/>
                      </a:cubicBezTo>
                      <a:cubicBezTo>
                        <a:pt x="768577" y="277959"/>
                        <a:pt x="750037" y="261116"/>
                        <a:pt x="744928" y="250510"/>
                      </a:cubicBezTo>
                      <a:cubicBezTo>
                        <a:pt x="768890" y="260472"/>
                        <a:pt x="793477" y="268879"/>
                        <a:pt x="817913" y="277694"/>
                      </a:cubicBezTo>
                      <a:cubicBezTo>
                        <a:pt x="855353" y="291362"/>
                        <a:pt x="875305" y="288973"/>
                        <a:pt x="887219" y="332423"/>
                      </a:cubicBezTo>
                      <a:cubicBezTo>
                        <a:pt x="973161" y="560978"/>
                        <a:pt x="1114058" y="785665"/>
                        <a:pt x="1101262" y="1037546"/>
                      </a:cubicBezTo>
                      <a:close/>
                    </a:path>
                  </a:pathLst>
                </a:custGeom>
                <a:solidFill>
                  <a:srgbClr val="000000"/>
                </a:solidFill>
                <a:ln w="9452" cap="flat">
                  <a:noFill/>
                  <a:prstDash val="solid"/>
                  <a:miter/>
                </a:ln>
              </p:spPr>
              <p:txBody>
                <a:bodyPr rtlCol="0" anchor="ctr"/>
                <a:lstStyle/>
                <a:p>
                  <a:endParaRPr lang="en-US"/>
                </a:p>
              </p:txBody>
            </p:sp>
          </p:grpSp>
          <p:pic>
            <p:nvPicPr>
              <p:cNvPr id="46" name="Графіка 45" descr="Woman with long straight hair">
                <a:extLst>
                  <a:ext uri="{FF2B5EF4-FFF2-40B4-BE49-F238E27FC236}">
                    <a16:creationId xmlns:a16="http://schemas.microsoft.com/office/drawing/2014/main" id="{EB5594D5-90CB-E754-4A87-9B60C312D8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0289" y="3265911"/>
                <a:ext cx="723900" cy="762000"/>
              </a:xfrm>
              <a:prstGeom prst="rect">
                <a:avLst/>
              </a:prstGeom>
            </p:spPr>
          </p:pic>
        </p:grpSp>
        <p:pic>
          <p:nvPicPr>
            <p:cNvPr id="6" name="Графіка 5" descr="A smiling woman">
              <a:extLst>
                <a:ext uri="{FF2B5EF4-FFF2-40B4-BE49-F238E27FC236}">
                  <a16:creationId xmlns:a16="http://schemas.microsoft.com/office/drawing/2014/main" id="{A349669D-EF24-DE6D-7FD5-0E86C44753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946" y="4400411"/>
              <a:ext cx="346969" cy="379497"/>
            </a:xfrm>
            <a:prstGeom prst="rect">
              <a:avLst/>
            </a:prstGeom>
          </p:spPr>
        </p:pic>
      </p:grpSp>
    </p:spTree>
    <p:extLst>
      <p:ext uri="{BB962C8B-B14F-4D97-AF65-F5344CB8AC3E}">
        <p14:creationId xmlns:p14="http://schemas.microsoft.com/office/powerpoint/2010/main" val="259975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withEffect">
                                  <p:stCondLst>
                                    <p:cond delay="0"/>
                                  </p:stCondLst>
                                  <p:childTnLst>
                                    <p:animMotion origin="layout" path="M 3.54167E-6 4.44444E-6 L -0.00183 -2.01412 " pathEditMode="relative" rAng="0" ptsTypes="AA">
                                      <p:cBhvr>
                                        <p:cTn id="6" dur="500" fill="hold"/>
                                        <p:tgtEl>
                                          <p:spTgt spid="19"/>
                                        </p:tgtEl>
                                        <p:attrNameLst>
                                          <p:attrName>ppt_x</p:attrName>
                                          <p:attrName>ppt_y</p:attrName>
                                        </p:attrNameLst>
                                      </p:cBhvr>
                                      <p:rCtr x="-91" y="-100694"/>
                                    </p:animMotion>
                                  </p:childTnLst>
                                </p:cTn>
                              </p:par>
                              <p:par>
                                <p:cTn id="7" presetID="64" presetClass="path" presetSubtype="0" accel="50000" decel="50000" fill="hold" nodeType="withEffect">
                                  <p:stCondLst>
                                    <p:cond delay="0"/>
                                  </p:stCondLst>
                                  <p:childTnLst>
                                    <p:animMotion origin="layout" path="M -1.25E-6 1.85185E-6 L 0.01966 -2.17639 " pathEditMode="relative" rAng="0" ptsTypes="AA">
                                      <p:cBhvr>
                                        <p:cTn id="8" dur="500" fill="hold"/>
                                        <p:tgtEl>
                                          <p:spTgt spid="3"/>
                                        </p:tgtEl>
                                        <p:attrNameLst>
                                          <p:attrName>ppt_x</p:attrName>
                                          <p:attrName>ppt_y</p:attrName>
                                        </p:attrNameLst>
                                      </p:cBhvr>
                                      <p:rCtr x="977" y="-108819"/>
                                    </p:animMotion>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4" grpId="0" animBg="1"/>
      <p:bldP spid="59"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phere">
          <a:fgClr>
            <a:schemeClr val="accent6"/>
          </a:fgClr>
          <a:bgClr>
            <a:srgbClr val="00B0F0"/>
          </a:bgClr>
        </a:pattFill>
        <a:effectLst/>
      </p:bgPr>
    </p:bg>
    <p:spTree>
      <p:nvGrpSpPr>
        <p:cNvPr id="1" name=""/>
        <p:cNvGrpSpPr/>
        <p:nvPr/>
      </p:nvGrpSpPr>
      <p:grpSpPr>
        <a:xfrm>
          <a:off x="0" y="0"/>
          <a:ext cx="0" cy="0"/>
          <a:chOff x="0" y="0"/>
          <a:chExt cx="0" cy="0"/>
        </a:xfrm>
      </p:grpSpPr>
      <p:grpSp>
        <p:nvGrpSpPr>
          <p:cNvPr id="3" name="Графіка 6" descr="Girl wearing necklace">
            <a:extLst>
              <a:ext uri="{FF2B5EF4-FFF2-40B4-BE49-F238E27FC236}">
                <a16:creationId xmlns:a16="http://schemas.microsoft.com/office/drawing/2014/main" id="{1C3D31C1-CE0E-BE8D-E8C0-14BBBEB9477D}"/>
              </a:ext>
            </a:extLst>
          </p:cNvPr>
          <p:cNvGrpSpPr/>
          <p:nvPr/>
        </p:nvGrpSpPr>
        <p:grpSpPr>
          <a:xfrm flipH="1">
            <a:off x="6691974" y="1436079"/>
            <a:ext cx="2870880" cy="10062730"/>
            <a:chOff x="9484880" y="2078244"/>
            <a:chExt cx="1217959" cy="4269072"/>
          </a:xfrm>
        </p:grpSpPr>
        <p:grpSp>
          <p:nvGrpSpPr>
            <p:cNvPr id="4" name="Графіка 6" descr="Girl wearing necklace">
              <a:extLst>
                <a:ext uri="{FF2B5EF4-FFF2-40B4-BE49-F238E27FC236}">
                  <a16:creationId xmlns:a16="http://schemas.microsoft.com/office/drawing/2014/main" id="{F56B0C44-89D0-144B-C554-C94F5003905E}"/>
                </a:ext>
              </a:extLst>
            </p:cNvPr>
            <p:cNvGrpSpPr/>
            <p:nvPr/>
          </p:nvGrpSpPr>
          <p:grpSpPr>
            <a:xfrm>
              <a:off x="9484880" y="2589075"/>
              <a:ext cx="1217959" cy="3758241"/>
              <a:chOff x="9484880" y="2589075"/>
              <a:chExt cx="1217959" cy="3758241"/>
            </a:xfrm>
          </p:grpSpPr>
          <p:sp>
            <p:nvSpPr>
              <p:cNvPr id="23" name="Полілінія: фігура 22">
                <a:extLst>
                  <a:ext uri="{FF2B5EF4-FFF2-40B4-BE49-F238E27FC236}">
                    <a16:creationId xmlns:a16="http://schemas.microsoft.com/office/drawing/2014/main" id="{8446B0FA-5714-C9DF-C87C-DE0315577797}"/>
                  </a:ext>
                </a:extLst>
              </p:cNvPr>
              <p:cNvSpPr/>
              <p:nvPr/>
            </p:nvSpPr>
            <p:spPr>
              <a:xfrm>
                <a:off x="9494586" y="2597589"/>
                <a:ext cx="1200285" cy="3736595"/>
              </a:xfrm>
              <a:custGeom>
                <a:avLst/>
                <a:gdLst>
                  <a:gd name="connsiteX0" fmla="*/ 1199063 w 1200285"/>
                  <a:gd name="connsiteY0" fmla="*/ 2429571 h 3736595"/>
                  <a:gd name="connsiteX1" fmla="*/ 1141665 w 1200285"/>
                  <a:gd name="connsiteY1" fmla="*/ 1911068 h 3736595"/>
                  <a:gd name="connsiteX2" fmla="*/ 1068342 w 1200285"/>
                  <a:gd name="connsiteY2" fmla="*/ 1621146 h 3736595"/>
                  <a:gd name="connsiteX3" fmla="*/ 1021717 w 1200285"/>
                  <a:gd name="connsiteY3" fmla="*/ 1501188 h 3736595"/>
                  <a:gd name="connsiteX4" fmla="*/ 905321 w 1200285"/>
                  <a:gd name="connsiteY4" fmla="*/ 1243356 h 3736595"/>
                  <a:gd name="connsiteX5" fmla="*/ 967405 w 1200285"/>
                  <a:gd name="connsiteY5" fmla="*/ 1067562 h 3736595"/>
                  <a:gd name="connsiteX6" fmla="*/ 1008620 w 1200285"/>
                  <a:gd name="connsiteY6" fmla="*/ 887063 h 3736595"/>
                  <a:gd name="connsiteX7" fmla="*/ 952613 w 1200285"/>
                  <a:gd name="connsiteY7" fmla="*/ 529742 h 3736595"/>
                  <a:gd name="connsiteX8" fmla="*/ 918009 w 1200285"/>
                  <a:gd name="connsiteY8" fmla="*/ 356140 h 3736595"/>
                  <a:gd name="connsiteX9" fmla="*/ 672959 w 1200285"/>
                  <a:gd name="connsiteY9" fmla="*/ 182537 h 3736595"/>
                  <a:gd name="connsiteX10" fmla="*/ 671568 w 1200285"/>
                  <a:gd name="connsiteY10" fmla="*/ 131178 h 3736595"/>
                  <a:gd name="connsiteX11" fmla="*/ 427357 w 1200285"/>
                  <a:gd name="connsiteY11" fmla="*/ 0 h 3736595"/>
                  <a:gd name="connsiteX12" fmla="*/ 431643 w 1200285"/>
                  <a:gd name="connsiteY12" fmla="*/ 66465 h 3736595"/>
                  <a:gd name="connsiteX13" fmla="*/ 427128 w 1200285"/>
                  <a:gd name="connsiteY13" fmla="*/ 120720 h 3736595"/>
                  <a:gd name="connsiteX14" fmla="*/ 416194 w 1200285"/>
                  <a:gd name="connsiteY14" fmla="*/ 157963 h 3736595"/>
                  <a:gd name="connsiteX15" fmla="*/ 282786 w 1200285"/>
                  <a:gd name="connsiteY15" fmla="*/ 184756 h 3736595"/>
                  <a:gd name="connsiteX16" fmla="*/ 130777 w 1200285"/>
                  <a:gd name="connsiteY16" fmla="*/ 298447 h 3736595"/>
                  <a:gd name="connsiteX17" fmla="*/ 47786 w 1200285"/>
                  <a:gd name="connsiteY17" fmla="*/ 525256 h 3736595"/>
                  <a:gd name="connsiteX18" fmla="*/ 38022 w 1200285"/>
                  <a:gd name="connsiteY18" fmla="*/ 787051 h 3736595"/>
                  <a:gd name="connsiteX19" fmla="*/ 33831 w 1200285"/>
                  <a:gd name="connsiteY19" fmla="*/ 911533 h 3736595"/>
                  <a:gd name="connsiteX20" fmla="*/ 323 w 1200285"/>
                  <a:gd name="connsiteY20" fmla="*/ 1259881 h 3736595"/>
                  <a:gd name="connsiteX21" fmla="*/ 61568 w 1200285"/>
                  <a:gd name="connsiteY21" fmla="*/ 1609754 h 3736595"/>
                  <a:gd name="connsiteX22" fmla="*/ 41451 w 1200285"/>
                  <a:gd name="connsiteY22" fmla="*/ 1750324 h 3736595"/>
                  <a:gd name="connsiteX23" fmla="*/ 41651 w 1200285"/>
                  <a:gd name="connsiteY23" fmla="*/ 1813855 h 3736595"/>
                  <a:gd name="connsiteX24" fmla="*/ 75703 w 1200285"/>
                  <a:gd name="connsiteY24" fmla="*/ 1896466 h 3736595"/>
                  <a:gd name="connsiteX25" fmla="*/ 81285 w 1200285"/>
                  <a:gd name="connsiteY25" fmla="*/ 2084861 h 3736595"/>
                  <a:gd name="connsiteX26" fmla="*/ 264146 w 1200285"/>
                  <a:gd name="connsiteY26" fmla="*/ 2118884 h 3736595"/>
                  <a:gd name="connsiteX27" fmla="*/ 278957 w 1200285"/>
                  <a:gd name="connsiteY27" fmla="*/ 2237165 h 3736595"/>
                  <a:gd name="connsiteX28" fmla="*/ 284282 w 1200285"/>
                  <a:gd name="connsiteY28" fmla="*/ 2324329 h 3736595"/>
                  <a:gd name="connsiteX29" fmla="*/ 251649 w 1200285"/>
                  <a:gd name="connsiteY29" fmla="*/ 2723102 h 3736595"/>
                  <a:gd name="connsiteX30" fmla="*/ 383132 w 1200285"/>
                  <a:gd name="connsiteY30" fmla="*/ 3162595 h 3736595"/>
                  <a:gd name="connsiteX31" fmla="*/ 436482 w 1200285"/>
                  <a:gd name="connsiteY31" fmla="*/ 3333179 h 3736595"/>
                  <a:gd name="connsiteX32" fmla="*/ 400401 w 1200285"/>
                  <a:gd name="connsiteY32" fmla="*/ 3369469 h 3736595"/>
                  <a:gd name="connsiteX33" fmla="*/ 363282 w 1200285"/>
                  <a:gd name="connsiteY33" fmla="*/ 3531384 h 3736595"/>
                  <a:gd name="connsiteX34" fmla="*/ 365321 w 1200285"/>
                  <a:gd name="connsiteY34" fmla="*/ 3554064 h 3736595"/>
                  <a:gd name="connsiteX35" fmla="*/ 445502 w 1200285"/>
                  <a:gd name="connsiteY35" fmla="*/ 3688290 h 3736595"/>
                  <a:gd name="connsiteX36" fmla="*/ 729376 w 1200285"/>
                  <a:gd name="connsiteY36" fmla="*/ 3731829 h 3736595"/>
                  <a:gd name="connsiteX37" fmla="*/ 744825 w 1200285"/>
                  <a:gd name="connsiteY37" fmla="*/ 3715512 h 3736595"/>
                  <a:gd name="connsiteX38" fmla="*/ 741558 w 1200285"/>
                  <a:gd name="connsiteY38" fmla="*/ 3627806 h 3736595"/>
                  <a:gd name="connsiteX39" fmla="*/ 681903 w 1200285"/>
                  <a:gd name="connsiteY39" fmla="*/ 3544548 h 3736595"/>
                  <a:gd name="connsiteX40" fmla="*/ 605989 w 1200285"/>
                  <a:gd name="connsiteY40" fmla="*/ 3493751 h 3736595"/>
                  <a:gd name="connsiteX41" fmla="*/ 764561 w 1200285"/>
                  <a:gd name="connsiteY41" fmla="*/ 3506257 h 3736595"/>
                  <a:gd name="connsiteX42" fmla="*/ 803756 w 1200285"/>
                  <a:gd name="connsiteY42" fmla="*/ 3481035 h 3736595"/>
                  <a:gd name="connsiteX43" fmla="*/ 700134 w 1200285"/>
                  <a:gd name="connsiteY43" fmla="*/ 3333960 h 3736595"/>
                  <a:gd name="connsiteX44" fmla="*/ 675950 w 1200285"/>
                  <a:gd name="connsiteY44" fmla="*/ 3279267 h 3736595"/>
                  <a:gd name="connsiteX45" fmla="*/ 682217 w 1200285"/>
                  <a:gd name="connsiteY45" fmla="*/ 3163710 h 3736595"/>
                  <a:gd name="connsiteX46" fmla="*/ 677988 w 1200285"/>
                  <a:gd name="connsiteY46" fmla="*/ 3077328 h 3736595"/>
                  <a:gd name="connsiteX47" fmla="*/ 911722 w 1200285"/>
                  <a:gd name="connsiteY47" fmla="*/ 2775299 h 3736595"/>
                  <a:gd name="connsiteX48" fmla="*/ 1199063 w 1200285"/>
                  <a:gd name="connsiteY48" fmla="*/ 2429571 h 3736595"/>
                  <a:gd name="connsiteX49" fmla="*/ 178850 w 1200285"/>
                  <a:gd name="connsiteY49" fmla="*/ 1259672 h 3736595"/>
                  <a:gd name="connsiteX50" fmla="*/ 215302 w 1200285"/>
                  <a:gd name="connsiteY50" fmla="*/ 819893 h 3736595"/>
                  <a:gd name="connsiteX51" fmla="*/ 220331 w 1200285"/>
                  <a:gd name="connsiteY51" fmla="*/ 819521 h 3736595"/>
                  <a:gd name="connsiteX52" fmla="*/ 266880 w 1200285"/>
                  <a:gd name="connsiteY52" fmla="*/ 1017337 h 3736595"/>
                  <a:gd name="connsiteX53" fmla="*/ 185269 w 1200285"/>
                  <a:gd name="connsiteY53" fmla="*/ 1260996 h 3736595"/>
                  <a:gd name="connsiteX54" fmla="*/ 178850 w 1200285"/>
                  <a:gd name="connsiteY54" fmla="*/ 1259672 h 3736595"/>
                  <a:gd name="connsiteX55" fmla="*/ 656214 w 1200285"/>
                  <a:gd name="connsiteY55" fmla="*/ 2803570 h 3736595"/>
                  <a:gd name="connsiteX56" fmla="*/ 558526 w 1200285"/>
                  <a:gd name="connsiteY56" fmla="*/ 2947302 h 3736595"/>
                  <a:gd name="connsiteX57" fmla="*/ 575271 w 1200285"/>
                  <a:gd name="connsiteY57" fmla="*/ 2477014 h 3736595"/>
                  <a:gd name="connsiteX58" fmla="*/ 625505 w 1200285"/>
                  <a:gd name="connsiteY58" fmla="*/ 2077622 h 3736595"/>
                  <a:gd name="connsiteX59" fmla="*/ 746911 w 1200285"/>
                  <a:gd name="connsiteY59" fmla="*/ 2024872 h 3736595"/>
                  <a:gd name="connsiteX60" fmla="*/ 894834 w 1200285"/>
                  <a:gd name="connsiteY60" fmla="*/ 2417007 h 3736595"/>
                  <a:gd name="connsiteX61" fmla="*/ 656214 w 1200285"/>
                  <a:gd name="connsiteY61" fmla="*/ 2803570 h 373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00285" h="3736595">
                    <a:moveTo>
                      <a:pt x="1199063" y="2429571"/>
                    </a:moveTo>
                    <a:cubicBezTo>
                      <a:pt x="1207902" y="2409196"/>
                      <a:pt x="1166783" y="2011547"/>
                      <a:pt x="1141665" y="1911068"/>
                    </a:cubicBezTo>
                    <a:cubicBezTo>
                      <a:pt x="1121548" y="1830600"/>
                      <a:pt x="1084772" y="1685801"/>
                      <a:pt x="1068342" y="1621146"/>
                    </a:cubicBezTo>
                    <a:cubicBezTo>
                      <a:pt x="1064008" y="1604115"/>
                      <a:pt x="1029432" y="1516980"/>
                      <a:pt x="1021717" y="1501188"/>
                    </a:cubicBezTo>
                    <a:lnTo>
                      <a:pt x="905321" y="1243356"/>
                    </a:lnTo>
                    <a:cubicBezTo>
                      <a:pt x="905321" y="1243356"/>
                      <a:pt x="929734" y="1151296"/>
                      <a:pt x="967405" y="1067562"/>
                    </a:cubicBezTo>
                    <a:cubicBezTo>
                      <a:pt x="1005077" y="983828"/>
                      <a:pt x="1008620" y="887063"/>
                      <a:pt x="1008620" y="887063"/>
                    </a:cubicBezTo>
                    <a:lnTo>
                      <a:pt x="952613" y="529742"/>
                    </a:lnTo>
                    <a:lnTo>
                      <a:pt x="918009" y="356140"/>
                    </a:lnTo>
                    <a:cubicBezTo>
                      <a:pt x="864421" y="195939"/>
                      <a:pt x="672959" y="182537"/>
                      <a:pt x="672959" y="182537"/>
                    </a:cubicBezTo>
                    <a:lnTo>
                      <a:pt x="671568" y="131178"/>
                    </a:lnTo>
                    <a:cubicBezTo>
                      <a:pt x="642260" y="73962"/>
                      <a:pt x="427357" y="0"/>
                      <a:pt x="427357" y="0"/>
                    </a:cubicBezTo>
                    <a:lnTo>
                      <a:pt x="431643" y="66465"/>
                    </a:lnTo>
                    <a:cubicBezTo>
                      <a:pt x="432815" y="84677"/>
                      <a:pt x="431310" y="102965"/>
                      <a:pt x="427128" y="120720"/>
                    </a:cubicBezTo>
                    <a:cubicBezTo>
                      <a:pt x="423013" y="138217"/>
                      <a:pt x="416194" y="157963"/>
                      <a:pt x="416194" y="157963"/>
                    </a:cubicBezTo>
                    <a:cubicBezTo>
                      <a:pt x="379732" y="162706"/>
                      <a:pt x="325449" y="170155"/>
                      <a:pt x="282786" y="184756"/>
                    </a:cubicBezTo>
                    <a:cubicBezTo>
                      <a:pt x="223084" y="205188"/>
                      <a:pt x="170268" y="249231"/>
                      <a:pt x="130777" y="298447"/>
                    </a:cubicBezTo>
                    <a:cubicBezTo>
                      <a:pt x="55596" y="392154"/>
                      <a:pt x="47786" y="525256"/>
                      <a:pt x="47786" y="525256"/>
                    </a:cubicBezTo>
                    <a:lnTo>
                      <a:pt x="38022" y="787051"/>
                    </a:lnTo>
                    <a:lnTo>
                      <a:pt x="33831" y="911533"/>
                    </a:lnTo>
                    <a:cubicBezTo>
                      <a:pt x="33831" y="911533"/>
                      <a:pt x="-3849" y="1073210"/>
                      <a:pt x="323" y="1259881"/>
                    </a:cubicBezTo>
                    <a:cubicBezTo>
                      <a:pt x="4380" y="1441637"/>
                      <a:pt x="61568" y="1609754"/>
                      <a:pt x="61568" y="1609754"/>
                    </a:cubicBezTo>
                    <a:lnTo>
                      <a:pt x="41451" y="1750324"/>
                    </a:lnTo>
                    <a:cubicBezTo>
                      <a:pt x="35270" y="1779651"/>
                      <a:pt x="29802" y="1786328"/>
                      <a:pt x="41651" y="1813855"/>
                    </a:cubicBezTo>
                    <a:lnTo>
                      <a:pt x="75703" y="1896466"/>
                    </a:lnTo>
                    <a:lnTo>
                      <a:pt x="81285" y="2084861"/>
                    </a:lnTo>
                    <a:cubicBezTo>
                      <a:pt x="93848" y="2109978"/>
                      <a:pt x="264146" y="2118884"/>
                      <a:pt x="264146" y="2118884"/>
                    </a:cubicBezTo>
                    <a:lnTo>
                      <a:pt x="278957" y="2237165"/>
                    </a:lnTo>
                    <a:cubicBezTo>
                      <a:pt x="283063" y="2264826"/>
                      <a:pt x="286454" y="2296449"/>
                      <a:pt x="284282" y="2324329"/>
                    </a:cubicBezTo>
                    <a:cubicBezTo>
                      <a:pt x="275833" y="2432828"/>
                      <a:pt x="248639" y="2650398"/>
                      <a:pt x="251649" y="2723102"/>
                    </a:cubicBezTo>
                    <a:cubicBezTo>
                      <a:pt x="254516" y="2792473"/>
                      <a:pt x="383132" y="3162595"/>
                      <a:pt x="383132" y="3162595"/>
                    </a:cubicBezTo>
                    <a:lnTo>
                      <a:pt x="436482" y="3333179"/>
                    </a:lnTo>
                    <a:cubicBezTo>
                      <a:pt x="418737" y="3335712"/>
                      <a:pt x="404897" y="3352114"/>
                      <a:pt x="400401" y="3369469"/>
                    </a:cubicBezTo>
                    <a:lnTo>
                      <a:pt x="363282" y="3531384"/>
                    </a:lnTo>
                    <a:cubicBezTo>
                      <a:pt x="361539" y="3538966"/>
                      <a:pt x="362206" y="3546929"/>
                      <a:pt x="365321" y="3554064"/>
                    </a:cubicBezTo>
                    <a:cubicBezTo>
                      <a:pt x="374265" y="3574552"/>
                      <a:pt x="389343" y="3628482"/>
                      <a:pt x="445502" y="3688290"/>
                    </a:cubicBezTo>
                    <a:cubicBezTo>
                      <a:pt x="503195" y="3749736"/>
                      <a:pt x="677436" y="3737124"/>
                      <a:pt x="729376" y="3731829"/>
                    </a:cubicBezTo>
                    <a:cubicBezTo>
                      <a:pt x="737853" y="3730962"/>
                      <a:pt x="744425" y="3724028"/>
                      <a:pt x="744825" y="3715512"/>
                    </a:cubicBezTo>
                    <a:lnTo>
                      <a:pt x="741558" y="3627806"/>
                    </a:lnTo>
                    <a:cubicBezTo>
                      <a:pt x="741558" y="3603012"/>
                      <a:pt x="713917" y="3569656"/>
                      <a:pt x="681903" y="3544548"/>
                    </a:cubicBezTo>
                    <a:cubicBezTo>
                      <a:pt x="645756" y="3516192"/>
                      <a:pt x="605160" y="3493513"/>
                      <a:pt x="605989" y="3493751"/>
                    </a:cubicBezTo>
                    <a:cubicBezTo>
                      <a:pt x="675864" y="3512525"/>
                      <a:pt x="730099" y="3513458"/>
                      <a:pt x="764561" y="3506257"/>
                    </a:cubicBezTo>
                    <a:cubicBezTo>
                      <a:pt x="778125" y="3503429"/>
                      <a:pt x="805128" y="3494827"/>
                      <a:pt x="803756" y="3481035"/>
                    </a:cubicBezTo>
                    <a:cubicBezTo>
                      <a:pt x="788421" y="3326987"/>
                      <a:pt x="700134" y="3333960"/>
                      <a:pt x="700134" y="3333960"/>
                    </a:cubicBezTo>
                    <a:lnTo>
                      <a:pt x="675950" y="3279267"/>
                    </a:lnTo>
                    <a:cubicBezTo>
                      <a:pt x="667330" y="3246835"/>
                      <a:pt x="670854" y="3195276"/>
                      <a:pt x="682217" y="3163710"/>
                    </a:cubicBezTo>
                    <a:cubicBezTo>
                      <a:pt x="703553" y="3104436"/>
                      <a:pt x="677988" y="3077328"/>
                      <a:pt x="677988" y="3077328"/>
                    </a:cubicBezTo>
                    <a:lnTo>
                      <a:pt x="911722" y="2775299"/>
                    </a:lnTo>
                    <a:cubicBezTo>
                      <a:pt x="911722" y="2775328"/>
                      <a:pt x="1190224" y="2449954"/>
                      <a:pt x="1199063" y="2429571"/>
                    </a:cubicBezTo>
                    <a:close/>
                    <a:moveTo>
                      <a:pt x="178850" y="1259672"/>
                    </a:moveTo>
                    <a:lnTo>
                      <a:pt x="215302" y="819893"/>
                    </a:lnTo>
                    <a:cubicBezTo>
                      <a:pt x="215540" y="816997"/>
                      <a:pt x="219664" y="816693"/>
                      <a:pt x="220331" y="819521"/>
                    </a:cubicBezTo>
                    <a:lnTo>
                      <a:pt x="266880" y="1017337"/>
                    </a:lnTo>
                    <a:lnTo>
                      <a:pt x="185269" y="1260996"/>
                    </a:lnTo>
                    <a:cubicBezTo>
                      <a:pt x="184022" y="1264682"/>
                      <a:pt x="178526" y="1263548"/>
                      <a:pt x="178850" y="1259672"/>
                    </a:cubicBezTo>
                    <a:close/>
                    <a:moveTo>
                      <a:pt x="656214" y="2803570"/>
                    </a:moveTo>
                    <a:cubicBezTo>
                      <a:pt x="597607" y="2946559"/>
                      <a:pt x="558526" y="2947302"/>
                      <a:pt x="558526" y="2947302"/>
                    </a:cubicBezTo>
                    <a:lnTo>
                      <a:pt x="575271" y="2477014"/>
                    </a:lnTo>
                    <a:lnTo>
                      <a:pt x="625505" y="2077622"/>
                    </a:lnTo>
                    <a:lnTo>
                      <a:pt x="746911" y="2024872"/>
                    </a:lnTo>
                    <a:lnTo>
                      <a:pt x="894834" y="2417007"/>
                    </a:lnTo>
                    <a:cubicBezTo>
                      <a:pt x="762265" y="2477024"/>
                      <a:pt x="678426" y="2749372"/>
                      <a:pt x="656214" y="2803570"/>
                    </a:cubicBezTo>
                    <a:close/>
                  </a:path>
                </a:pathLst>
              </a:custGeom>
              <a:solidFill>
                <a:srgbClr val="FFFFFF"/>
              </a:solidFill>
              <a:ln w="9525" cap="flat">
                <a:noFill/>
                <a:prstDash val="solid"/>
                <a:miter/>
              </a:ln>
            </p:spPr>
            <p:txBody>
              <a:bodyPr rtlCol="0" anchor="ctr"/>
              <a:lstStyle/>
              <a:p>
                <a:endParaRPr lang="en-US"/>
              </a:p>
            </p:txBody>
          </p:sp>
          <p:sp>
            <p:nvSpPr>
              <p:cNvPr id="24" name="Полілінія: фігура 23">
                <a:extLst>
                  <a:ext uri="{FF2B5EF4-FFF2-40B4-BE49-F238E27FC236}">
                    <a16:creationId xmlns:a16="http://schemas.microsoft.com/office/drawing/2014/main" id="{7DEC01EC-5EDC-D0A9-FD1E-4422058A4FA4}"/>
                  </a:ext>
                </a:extLst>
              </p:cNvPr>
              <p:cNvSpPr/>
              <p:nvPr/>
            </p:nvSpPr>
            <p:spPr>
              <a:xfrm>
                <a:off x="9547324" y="2755247"/>
                <a:ext cx="899877" cy="874189"/>
              </a:xfrm>
              <a:custGeom>
                <a:avLst/>
                <a:gdLst>
                  <a:gd name="connsiteX0" fmla="*/ 899874 w 899877"/>
                  <a:gd name="connsiteY0" fmla="*/ 412490 h 874189"/>
                  <a:gd name="connsiteX1" fmla="*/ 628593 w 899877"/>
                  <a:gd name="connsiteY1" fmla="*/ 25365 h 874189"/>
                  <a:gd name="connsiteX2" fmla="*/ 622440 w 899877"/>
                  <a:gd name="connsiteY2" fmla="*/ 31442 h 874189"/>
                  <a:gd name="connsiteX3" fmla="*/ 604914 w 899877"/>
                  <a:gd name="connsiteY3" fmla="*/ 242440 h 874189"/>
                  <a:gd name="connsiteX4" fmla="*/ 602494 w 899877"/>
                  <a:gd name="connsiteY4" fmla="*/ 244402 h 874189"/>
                  <a:gd name="connsiteX5" fmla="*/ 348339 w 899877"/>
                  <a:gd name="connsiteY5" fmla="*/ 26918 h 874189"/>
                  <a:gd name="connsiteX6" fmla="*/ 348444 w 899877"/>
                  <a:gd name="connsiteY6" fmla="*/ 0 h 874189"/>
                  <a:gd name="connsiteX7" fmla="*/ 0 w 899877"/>
                  <a:gd name="connsiteY7" fmla="*/ 379600 h 874189"/>
                  <a:gd name="connsiteX8" fmla="*/ 165030 w 899877"/>
                  <a:gd name="connsiteY8" fmla="*/ 442093 h 874189"/>
                  <a:gd name="connsiteX9" fmla="*/ 177356 w 899877"/>
                  <a:gd name="connsiteY9" fmla="*/ 451914 h 874189"/>
                  <a:gd name="connsiteX10" fmla="*/ 165021 w 899877"/>
                  <a:gd name="connsiteY10" fmla="*/ 639070 h 874189"/>
                  <a:gd name="connsiteX11" fmla="*/ 202149 w 899877"/>
                  <a:gd name="connsiteY11" fmla="*/ 784803 h 874189"/>
                  <a:gd name="connsiteX12" fmla="*/ 214427 w 899877"/>
                  <a:gd name="connsiteY12" fmla="*/ 841353 h 874189"/>
                  <a:gd name="connsiteX13" fmla="*/ 218675 w 899877"/>
                  <a:gd name="connsiteY13" fmla="*/ 845915 h 874189"/>
                  <a:gd name="connsiteX14" fmla="*/ 665817 w 899877"/>
                  <a:gd name="connsiteY14" fmla="*/ 862679 h 874189"/>
                  <a:gd name="connsiteX15" fmla="*/ 789956 w 899877"/>
                  <a:gd name="connsiteY15" fmla="*/ 838552 h 874189"/>
                  <a:gd name="connsiteX16" fmla="*/ 794899 w 899877"/>
                  <a:gd name="connsiteY16" fmla="*/ 832857 h 874189"/>
                  <a:gd name="connsiteX17" fmla="*/ 822274 w 899877"/>
                  <a:gd name="connsiteY17" fmla="*/ 562223 h 874189"/>
                  <a:gd name="connsiteX18" fmla="*/ 832914 w 899877"/>
                  <a:gd name="connsiteY18" fmla="*/ 499710 h 874189"/>
                  <a:gd name="connsiteX19" fmla="*/ 854021 w 899877"/>
                  <a:gd name="connsiteY19" fmla="*/ 454428 h 874189"/>
                  <a:gd name="connsiteX20" fmla="*/ 871090 w 899877"/>
                  <a:gd name="connsiteY20" fmla="*/ 440474 h 874189"/>
                  <a:gd name="connsiteX21" fmla="*/ 888168 w 899877"/>
                  <a:gd name="connsiteY21" fmla="*/ 427082 h 874189"/>
                  <a:gd name="connsiteX22" fmla="*/ 899874 w 899877"/>
                  <a:gd name="connsiteY22" fmla="*/ 412490 h 87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99877" h="874189">
                    <a:moveTo>
                      <a:pt x="899874" y="412490"/>
                    </a:moveTo>
                    <a:cubicBezTo>
                      <a:pt x="878129" y="219075"/>
                      <a:pt x="849325" y="61179"/>
                      <a:pt x="628593" y="25365"/>
                    </a:cubicBezTo>
                    <a:cubicBezTo>
                      <a:pt x="625173" y="24917"/>
                      <a:pt x="622040" y="28023"/>
                      <a:pt x="622440" y="31442"/>
                    </a:cubicBezTo>
                    <a:cubicBezTo>
                      <a:pt x="629022" y="102622"/>
                      <a:pt x="603837" y="171260"/>
                      <a:pt x="604914" y="242440"/>
                    </a:cubicBezTo>
                    <a:cubicBezTo>
                      <a:pt x="604761" y="243907"/>
                      <a:pt x="604009" y="244383"/>
                      <a:pt x="602494" y="244402"/>
                    </a:cubicBezTo>
                    <a:cubicBezTo>
                      <a:pt x="537372" y="223190"/>
                      <a:pt x="387363" y="80191"/>
                      <a:pt x="348339" y="26918"/>
                    </a:cubicBezTo>
                    <a:cubicBezTo>
                      <a:pt x="341671" y="18412"/>
                      <a:pt x="366484" y="2572"/>
                      <a:pt x="348444" y="0"/>
                    </a:cubicBezTo>
                    <a:cubicBezTo>
                      <a:pt x="139703" y="34023"/>
                      <a:pt x="1381" y="168764"/>
                      <a:pt x="0" y="379600"/>
                    </a:cubicBezTo>
                    <a:cubicBezTo>
                      <a:pt x="41310" y="419957"/>
                      <a:pt x="110852" y="441074"/>
                      <a:pt x="165030" y="442093"/>
                    </a:cubicBezTo>
                    <a:cubicBezTo>
                      <a:pt x="167440" y="442141"/>
                      <a:pt x="177498" y="450247"/>
                      <a:pt x="177356" y="451914"/>
                    </a:cubicBezTo>
                    <a:cubicBezTo>
                      <a:pt x="172012" y="514360"/>
                      <a:pt x="165687" y="577082"/>
                      <a:pt x="165021" y="639070"/>
                    </a:cubicBezTo>
                    <a:cubicBezTo>
                      <a:pt x="167735" y="642499"/>
                      <a:pt x="190529" y="738168"/>
                      <a:pt x="202149" y="784803"/>
                    </a:cubicBezTo>
                    <a:cubicBezTo>
                      <a:pt x="206702" y="803272"/>
                      <a:pt x="211417" y="822360"/>
                      <a:pt x="214427" y="841353"/>
                    </a:cubicBezTo>
                    <a:cubicBezTo>
                      <a:pt x="214779" y="843601"/>
                      <a:pt x="216465" y="845401"/>
                      <a:pt x="218675" y="845915"/>
                    </a:cubicBezTo>
                    <a:cubicBezTo>
                      <a:pt x="356597" y="878396"/>
                      <a:pt x="518170" y="881329"/>
                      <a:pt x="665817" y="862679"/>
                    </a:cubicBezTo>
                    <a:cubicBezTo>
                      <a:pt x="708470" y="857955"/>
                      <a:pt x="747541" y="843515"/>
                      <a:pt x="789956" y="838552"/>
                    </a:cubicBezTo>
                    <a:cubicBezTo>
                      <a:pt x="792832" y="838219"/>
                      <a:pt x="794976" y="835752"/>
                      <a:pt x="794899" y="832857"/>
                    </a:cubicBezTo>
                    <a:cubicBezTo>
                      <a:pt x="792013" y="741178"/>
                      <a:pt x="818198" y="653158"/>
                      <a:pt x="822274" y="562223"/>
                    </a:cubicBezTo>
                    <a:cubicBezTo>
                      <a:pt x="814578" y="542973"/>
                      <a:pt x="824598" y="517398"/>
                      <a:pt x="832914" y="499710"/>
                    </a:cubicBezTo>
                    <a:cubicBezTo>
                      <a:pt x="842343" y="484965"/>
                      <a:pt x="849220" y="469821"/>
                      <a:pt x="854021" y="454428"/>
                    </a:cubicBezTo>
                    <a:cubicBezTo>
                      <a:pt x="854516" y="452847"/>
                      <a:pt x="868309" y="440941"/>
                      <a:pt x="871090" y="440474"/>
                    </a:cubicBezTo>
                    <a:cubicBezTo>
                      <a:pt x="876786" y="439531"/>
                      <a:pt x="885092" y="430168"/>
                      <a:pt x="888168" y="427082"/>
                    </a:cubicBezTo>
                    <a:cubicBezTo>
                      <a:pt x="891073" y="422701"/>
                      <a:pt x="900074" y="419005"/>
                      <a:pt x="899874" y="412490"/>
                    </a:cubicBezTo>
                    <a:close/>
                  </a:path>
                </a:pathLst>
              </a:custGeom>
              <a:solidFill>
                <a:srgbClr val="FF0000"/>
              </a:solidFill>
              <a:ln w="9525" cap="flat">
                <a:noFill/>
                <a:prstDash val="solid"/>
                <a:miter/>
              </a:ln>
            </p:spPr>
            <p:txBody>
              <a:bodyPr rtlCol="0" anchor="ctr"/>
              <a:lstStyle/>
              <a:p>
                <a:endParaRPr lang="en-US"/>
              </a:p>
            </p:txBody>
          </p:sp>
          <p:grpSp>
            <p:nvGrpSpPr>
              <p:cNvPr id="25" name="Графіка 6" descr="Girl wearing necklace">
                <a:extLst>
                  <a:ext uri="{FF2B5EF4-FFF2-40B4-BE49-F238E27FC236}">
                    <a16:creationId xmlns:a16="http://schemas.microsoft.com/office/drawing/2014/main" id="{F47B6F8C-35B1-A659-1B36-4AC35510D8FF}"/>
                  </a:ext>
                </a:extLst>
              </p:cNvPr>
              <p:cNvGrpSpPr/>
              <p:nvPr/>
            </p:nvGrpSpPr>
            <p:grpSpPr>
              <a:xfrm>
                <a:off x="9885356" y="5496683"/>
                <a:ext cx="335397" cy="468844"/>
                <a:chOff x="9885356" y="5496683"/>
                <a:chExt cx="335397" cy="468844"/>
              </a:xfrm>
              <a:solidFill>
                <a:srgbClr val="FFFFFF"/>
              </a:solidFill>
            </p:grpSpPr>
            <p:sp>
              <p:nvSpPr>
                <p:cNvPr id="32" name="Полілінія: фігура 31">
                  <a:extLst>
                    <a:ext uri="{FF2B5EF4-FFF2-40B4-BE49-F238E27FC236}">
                      <a16:creationId xmlns:a16="http://schemas.microsoft.com/office/drawing/2014/main" id="{CB31BBB9-5640-24EA-BA2E-21126DD574F9}"/>
                    </a:ext>
                  </a:extLst>
                </p:cNvPr>
                <p:cNvSpPr/>
                <p:nvPr/>
              </p:nvSpPr>
              <p:spPr>
                <a:xfrm>
                  <a:off x="10056559" y="5496683"/>
                  <a:ext cx="164194" cy="240982"/>
                </a:xfrm>
                <a:custGeom>
                  <a:avLst/>
                  <a:gdLst>
                    <a:gd name="connsiteX0" fmla="*/ 4192 w 164194"/>
                    <a:gd name="connsiteY0" fmla="*/ 208866 h 240982"/>
                    <a:gd name="connsiteX1" fmla="*/ 5563 w 164194"/>
                    <a:gd name="connsiteY1" fmla="*/ 211228 h 240982"/>
                    <a:gd name="connsiteX2" fmla="*/ 28681 w 164194"/>
                    <a:gd name="connsiteY2" fmla="*/ 236583 h 240982"/>
                    <a:gd name="connsiteX3" fmla="*/ 108033 w 164194"/>
                    <a:gd name="connsiteY3" fmla="*/ 171928 h 240982"/>
                    <a:gd name="connsiteX4" fmla="*/ 115749 w 164194"/>
                    <a:gd name="connsiteY4" fmla="*/ 169099 h 240982"/>
                    <a:gd name="connsiteX5" fmla="*/ 135351 w 164194"/>
                    <a:gd name="connsiteY5" fmla="*/ 135818 h 240982"/>
                    <a:gd name="connsiteX6" fmla="*/ 56855 w 164194"/>
                    <a:gd name="connsiteY6" fmla="*/ 2306 h 240982"/>
                    <a:gd name="connsiteX7" fmla="*/ 4135 w 164194"/>
                    <a:gd name="connsiteY7" fmla="*/ 51522 h 240982"/>
                    <a:gd name="connsiteX8" fmla="*/ 382 w 164194"/>
                    <a:gd name="connsiteY8" fmla="*/ 56780 h 240982"/>
                    <a:gd name="connsiteX9" fmla="*/ 4192 w 164194"/>
                    <a:gd name="connsiteY9" fmla="*/ 208866 h 24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194" h="240982">
                      <a:moveTo>
                        <a:pt x="4192" y="208866"/>
                      </a:moveTo>
                      <a:cubicBezTo>
                        <a:pt x="5001" y="209380"/>
                        <a:pt x="5449" y="210152"/>
                        <a:pt x="5563" y="211228"/>
                      </a:cubicBezTo>
                      <a:cubicBezTo>
                        <a:pt x="6468" y="222610"/>
                        <a:pt x="20632" y="252061"/>
                        <a:pt x="28681" y="236583"/>
                      </a:cubicBezTo>
                      <a:cubicBezTo>
                        <a:pt x="35472" y="202484"/>
                        <a:pt x="67847" y="151697"/>
                        <a:pt x="108033" y="171928"/>
                      </a:cubicBezTo>
                      <a:cubicBezTo>
                        <a:pt x="110929" y="173423"/>
                        <a:pt x="114453" y="172061"/>
                        <a:pt x="115749" y="169099"/>
                      </a:cubicBezTo>
                      <a:cubicBezTo>
                        <a:pt x="122045" y="157383"/>
                        <a:pt x="127998" y="146315"/>
                        <a:pt x="135351" y="135818"/>
                      </a:cubicBezTo>
                      <a:cubicBezTo>
                        <a:pt x="200359" y="50236"/>
                        <a:pt x="147400" y="122245"/>
                        <a:pt x="56855" y="2306"/>
                      </a:cubicBezTo>
                      <a:cubicBezTo>
                        <a:pt x="46416" y="-12229"/>
                        <a:pt x="29195" y="46493"/>
                        <a:pt x="4135" y="51522"/>
                      </a:cubicBezTo>
                      <a:cubicBezTo>
                        <a:pt x="1896" y="52303"/>
                        <a:pt x="391" y="54408"/>
                        <a:pt x="382" y="56780"/>
                      </a:cubicBezTo>
                      <a:cubicBezTo>
                        <a:pt x="2477" y="106176"/>
                        <a:pt x="-3790" y="160488"/>
                        <a:pt x="4192" y="208866"/>
                      </a:cubicBezTo>
                      <a:close/>
                    </a:path>
                  </a:pathLst>
                </a:custGeom>
                <a:solidFill>
                  <a:srgbClr val="FFFFFF"/>
                </a:solidFill>
                <a:ln w="9525" cap="flat">
                  <a:noFill/>
                  <a:prstDash val="solid"/>
                  <a:miter/>
                </a:ln>
              </p:spPr>
              <p:txBody>
                <a:bodyPr rtlCol="0" anchor="ctr"/>
                <a:lstStyle/>
                <a:p>
                  <a:endParaRPr lang="en-US"/>
                </a:p>
              </p:txBody>
            </p:sp>
            <p:sp>
              <p:nvSpPr>
                <p:cNvPr id="33" name="Полілінія: фігура 32">
                  <a:extLst>
                    <a:ext uri="{FF2B5EF4-FFF2-40B4-BE49-F238E27FC236}">
                      <a16:creationId xmlns:a16="http://schemas.microsoft.com/office/drawing/2014/main" id="{015DEABE-2EF8-869F-17C1-72800993A0FB}"/>
                    </a:ext>
                  </a:extLst>
                </p:cNvPr>
                <p:cNvSpPr/>
                <p:nvPr/>
              </p:nvSpPr>
              <p:spPr>
                <a:xfrm>
                  <a:off x="9885356" y="5751590"/>
                  <a:ext cx="159840" cy="213937"/>
                </a:xfrm>
                <a:custGeom>
                  <a:avLst/>
                  <a:gdLst>
                    <a:gd name="connsiteX0" fmla="*/ 159840 w 159840"/>
                    <a:gd name="connsiteY0" fmla="*/ 127342 h 213937"/>
                    <a:gd name="connsiteX1" fmla="*/ 1421 w 159840"/>
                    <a:gd name="connsiteY1" fmla="*/ 15995 h 213937"/>
                    <a:gd name="connsiteX2" fmla="*/ 220 w 159840"/>
                    <a:gd name="connsiteY2" fmla="*/ 21272 h 213937"/>
                    <a:gd name="connsiteX3" fmla="*/ 19680 w 159840"/>
                    <a:gd name="connsiteY3" fmla="*/ 80889 h 213937"/>
                    <a:gd name="connsiteX4" fmla="*/ 51446 w 159840"/>
                    <a:gd name="connsiteY4" fmla="*/ 186178 h 213937"/>
                    <a:gd name="connsiteX5" fmla="*/ 75601 w 159840"/>
                    <a:gd name="connsiteY5" fmla="*/ 211429 h 213937"/>
                    <a:gd name="connsiteX6" fmla="*/ 120121 w 159840"/>
                    <a:gd name="connsiteY6" fmla="*/ 132514 h 213937"/>
                    <a:gd name="connsiteX7" fmla="*/ 159840 w 159840"/>
                    <a:gd name="connsiteY7" fmla="*/ 127342 h 21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840" h="213937">
                      <a:moveTo>
                        <a:pt x="159840" y="127342"/>
                      </a:moveTo>
                      <a:cubicBezTo>
                        <a:pt x="136304" y="-87123"/>
                        <a:pt x="203636" y="39645"/>
                        <a:pt x="1421" y="15995"/>
                      </a:cubicBezTo>
                      <a:cubicBezTo>
                        <a:pt x="135" y="17433"/>
                        <a:pt x="-313" y="19424"/>
                        <a:pt x="220" y="21272"/>
                      </a:cubicBezTo>
                      <a:cubicBezTo>
                        <a:pt x="6012" y="41207"/>
                        <a:pt x="12955" y="61382"/>
                        <a:pt x="19680" y="80889"/>
                      </a:cubicBezTo>
                      <a:cubicBezTo>
                        <a:pt x="32834" y="115026"/>
                        <a:pt x="41511" y="152231"/>
                        <a:pt x="51446" y="186178"/>
                      </a:cubicBezTo>
                      <a:cubicBezTo>
                        <a:pt x="60114" y="192941"/>
                        <a:pt x="68019" y="201199"/>
                        <a:pt x="75601" y="211429"/>
                      </a:cubicBezTo>
                      <a:cubicBezTo>
                        <a:pt x="93899" y="227612"/>
                        <a:pt x="76354" y="161318"/>
                        <a:pt x="120121" y="132514"/>
                      </a:cubicBezTo>
                      <a:cubicBezTo>
                        <a:pt x="138924" y="118646"/>
                        <a:pt x="158964" y="144354"/>
                        <a:pt x="159840" y="127342"/>
                      </a:cubicBezTo>
                      <a:close/>
                    </a:path>
                  </a:pathLst>
                </a:custGeom>
                <a:solidFill>
                  <a:srgbClr val="FFFFFF"/>
                </a:solidFill>
                <a:ln w="9525" cap="flat">
                  <a:noFill/>
                  <a:prstDash val="solid"/>
                  <a:miter/>
                </a:ln>
              </p:spPr>
              <p:txBody>
                <a:bodyPr rtlCol="0" anchor="ctr"/>
                <a:lstStyle/>
                <a:p>
                  <a:endParaRPr lang="en-US"/>
                </a:p>
              </p:txBody>
            </p:sp>
          </p:grpSp>
          <p:grpSp>
            <p:nvGrpSpPr>
              <p:cNvPr id="26" name="Графіка 6" descr="Girl wearing necklace">
                <a:extLst>
                  <a:ext uri="{FF2B5EF4-FFF2-40B4-BE49-F238E27FC236}">
                    <a16:creationId xmlns:a16="http://schemas.microsoft.com/office/drawing/2014/main" id="{A4374D12-F800-DE9E-B2BD-EBD38AEBBAC5}"/>
                  </a:ext>
                </a:extLst>
              </p:cNvPr>
              <p:cNvGrpSpPr/>
              <p:nvPr/>
            </p:nvGrpSpPr>
            <p:grpSpPr>
              <a:xfrm>
                <a:off x="9859305" y="6028064"/>
                <a:ext cx="429747" cy="300381"/>
                <a:chOff x="9859305" y="6028064"/>
                <a:chExt cx="429747" cy="300381"/>
              </a:xfrm>
              <a:solidFill>
                <a:srgbClr val="FFFFFF"/>
              </a:solidFill>
            </p:grpSpPr>
            <p:sp>
              <p:nvSpPr>
                <p:cNvPr id="30" name="Полілінія: фігура 29">
                  <a:extLst>
                    <a:ext uri="{FF2B5EF4-FFF2-40B4-BE49-F238E27FC236}">
                      <a16:creationId xmlns:a16="http://schemas.microsoft.com/office/drawing/2014/main" id="{665C091E-71EE-E323-1ED2-B907590B09D1}"/>
                    </a:ext>
                  </a:extLst>
                </p:cNvPr>
                <p:cNvSpPr/>
                <p:nvPr/>
              </p:nvSpPr>
              <p:spPr>
                <a:xfrm>
                  <a:off x="10086247" y="6028064"/>
                  <a:ext cx="202804" cy="78476"/>
                </a:xfrm>
                <a:custGeom>
                  <a:avLst/>
                  <a:gdLst>
                    <a:gd name="connsiteX0" fmla="*/ 198674 w 202804"/>
                    <a:gd name="connsiteY0" fmla="*/ 29014 h 78476"/>
                    <a:gd name="connsiteX1" fmla="*/ 7336 w 202804"/>
                    <a:gd name="connsiteY1" fmla="*/ 6326 h 78476"/>
                    <a:gd name="connsiteX2" fmla="*/ 1849 w 202804"/>
                    <a:gd name="connsiteY2" fmla="*/ 7478 h 78476"/>
                    <a:gd name="connsiteX3" fmla="*/ 125 w 202804"/>
                    <a:gd name="connsiteY3" fmla="*/ 12812 h 78476"/>
                    <a:gd name="connsiteX4" fmla="*/ 51208 w 202804"/>
                    <a:gd name="connsiteY4" fmla="*/ 71134 h 78476"/>
                    <a:gd name="connsiteX5" fmla="*/ 163641 w 202804"/>
                    <a:gd name="connsiteY5" fmla="*/ 73620 h 78476"/>
                    <a:gd name="connsiteX6" fmla="*/ 198674 w 202804"/>
                    <a:gd name="connsiteY6" fmla="*/ 29014 h 7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04" h="78476">
                      <a:moveTo>
                        <a:pt x="198674" y="29014"/>
                      </a:moveTo>
                      <a:cubicBezTo>
                        <a:pt x="188368" y="-54644"/>
                        <a:pt x="192206" y="76439"/>
                        <a:pt x="7336" y="6326"/>
                      </a:cubicBezTo>
                      <a:cubicBezTo>
                        <a:pt x="5431" y="5697"/>
                        <a:pt x="3335" y="6135"/>
                        <a:pt x="1849" y="7478"/>
                      </a:cubicBezTo>
                      <a:cubicBezTo>
                        <a:pt x="354" y="8821"/>
                        <a:pt x="-294" y="10860"/>
                        <a:pt x="125" y="12812"/>
                      </a:cubicBezTo>
                      <a:cubicBezTo>
                        <a:pt x="7126" y="45274"/>
                        <a:pt x="9022" y="64543"/>
                        <a:pt x="51208" y="71134"/>
                      </a:cubicBezTo>
                      <a:cubicBezTo>
                        <a:pt x="88165" y="79830"/>
                        <a:pt x="126779" y="80983"/>
                        <a:pt x="163641" y="73620"/>
                      </a:cubicBezTo>
                      <a:cubicBezTo>
                        <a:pt x="211142" y="60809"/>
                        <a:pt x="204646" y="68191"/>
                        <a:pt x="198674" y="29014"/>
                      </a:cubicBezTo>
                      <a:close/>
                    </a:path>
                  </a:pathLst>
                </a:custGeom>
                <a:solidFill>
                  <a:srgbClr val="FFFFFF"/>
                </a:solidFill>
                <a:ln w="9525" cap="flat">
                  <a:noFill/>
                  <a:prstDash val="solid"/>
                  <a:miter/>
                </a:ln>
              </p:spPr>
              <p:txBody>
                <a:bodyPr rtlCol="0" anchor="ctr"/>
                <a:lstStyle/>
                <a:p>
                  <a:endParaRPr lang="en-US"/>
                </a:p>
              </p:txBody>
            </p:sp>
            <p:sp>
              <p:nvSpPr>
                <p:cNvPr id="31" name="Полілінія: фігура 30">
                  <a:extLst>
                    <a:ext uri="{FF2B5EF4-FFF2-40B4-BE49-F238E27FC236}">
                      <a16:creationId xmlns:a16="http://schemas.microsoft.com/office/drawing/2014/main" id="{5BD68C2D-926C-EFD9-F84A-9E0B740561E0}"/>
                    </a:ext>
                  </a:extLst>
                </p:cNvPr>
                <p:cNvSpPr/>
                <p:nvPr/>
              </p:nvSpPr>
              <p:spPr>
                <a:xfrm>
                  <a:off x="9859305" y="6088314"/>
                  <a:ext cx="376533" cy="240131"/>
                </a:xfrm>
                <a:custGeom>
                  <a:avLst/>
                  <a:gdLst>
                    <a:gd name="connsiteX0" fmla="*/ 375172 w 376533"/>
                    <a:gd name="connsiteY0" fmla="*/ 181353 h 240131"/>
                    <a:gd name="connsiteX1" fmla="*/ 365704 w 376533"/>
                    <a:gd name="connsiteY1" fmla="*/ 177619 h 240131"/>
                    <a:gd name="connsiteX2" fmla="*/ 322728 w 376533"/>
                    <a:gd name="connsiteY2" fmla="*/ 189554 h 240131"/>
                    <a:gd name="connsiteX3" fmla="*/ 53094 w 376533"/>
                    <a:gd name="connsiteY3" fmla="*/ 64519 h 240131"/>
                    <a:gd name="connsiteX4" fmla="*/ 6755 w 376533"/>
                    <a:gd name="connsiteY4" fmla="*/ 4502 h 240131"/>
                    <a:gd name="connsiteX5" fmla="*/ 182 w 376533"/>
                    <a:gd name="connsiteY5" fmla="*/ 53975 h 240131"/>
                    <a:gd name="connsiteX6" fmla="*/ 1630 w 376533"/>
                    <a:gd name="connsiteY6" fmla="*/ 59328 h 240131"/>
                    <a:gd name="connsiteX7" fmla="*/ 36987 w 376533"/>
                    <a:gd name="connsiteY7" fmla="*/ 114668 h 240131"/>
                    <a:gd name="connsiteX8" fmla="*/ 279894 w 376533"/>
                    <a:gd name="connsiteY8" fmla="*/ 239998 h 240131"/>
                    <a:gd name="connsiteX9" fmla="*/ 367857 w 376533"/>
                    <a:gd name="connsiteY9" fmla="*/ 232350 h 240131"/>
                    <a:gd name="connsiteX10" fmla="*/ 375172 w 376533"/>
                    <a:gd name="connsiteY10" fmla="*/ 181353 h 24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533" h="240131">
                      <a:moveTo>
                        <a:pt x="375172" y="181353"/>
                      </a:moveTo>
                      <a:cubicBezTo>
                        <a:pt x="375067" y="176676"/>
                        <a:pt x="368962" y="174247"/>
                        <a:pt x="365704" y="177619"/>
                      </a:cubicBezTo>
                      <a:cubicBezTo>
                        <a:pt x="355284" y="187773"/>
                        <a:pt x="338739" y="188678"/>
                        <a:pt x="322728" y="189554"/>
                      </a:cubicBezTo>
                      <a:cubicBezTo>
                        <a:pt x="241765" y="201174"/>
                        <a:pt x="83107" y="185686"/>
                        <a:pt x="53094" y="64519"/>
                      </a:cubicBezTo>
                      <a:cubicBezTo>
                        <a:pt x="51837" y="53642"/>
                        <a:pt x="18994" y="-18510"/>
                        <a:pt x="6755" y="4502"/>
                      </a:cubicBezTo>
                      <a:cubicBezTo>
                        <a:pt x="4297" y="22266"/>
                        <a:pt x="5012" y="35525"/>
                        <a:pt x="182" y="53975"/>
                      </a:cubicBezTo>
                      <a:cubicBezTo>
                        <a:pt x="-322" y="55889"/>
                        <a:pt x="240" y="57928"/>
                        <a:pt x="1630" y="59328"/>
                      </a:cubicBezTo>
                      <a:cubicBezTo>
                        <a:pt x="17061" y="74778"/>
                        <a:pt x="26738" y="94151"/>
                        <a:pt x="36987" y="114668"/>
                      </a:cubicBezTo>
                      <a:cubicBezTo>
                        <a:pt x="75173" y="212528"/>
                        <a:pt x="179281" y="242408"/>
                        <a:pt x="279894" y="239998"/>
                      </a:cubicBezTo>
                      <a:cubicBezTo>
                        <a:pt x="310164" y="239055"/>
                        <a:pt x="338844" y="240684"/>
                        <a:pt x="367857" y="232350"/>
                      </a:cubicBezTo>
                      <a:cubicBezTo>
                        <a:pt x="381830" y="220377"/>
                        <a:pt x="374582" y="197374"/>
                        <a:pt x="375172" y="181353"/>
                      </a:cubicBezTo>
                      <a:close/>
                    </a:path>
                  </a:pathLst>
                </a:custGeom>
                <a:solidFill>
                  <a:srgbClr val="FFFFFF"/>
                </a:solidFill>
                <a:ln w="9525" cap="flat">
                  <a:noFill/>
                  <a:prstDash val="solid"/>
                  <a:miter/>
                </a:ln>
              </p:spPr>
              <p:txBody>
                <a:bodyPr rtlCol="0" anchor="ctr"/>
                <a:lstStyle/>
                <a:p>
                  <a:endParaRPr lang="en-US"/>
                </a:p>
              </p:txBody>
            </p:sp>
          </p:grpSp>
          <p:grpSp>
            <p:nvGrpSpPr>
              <p:cNvPr id="27" name="Графіка 6" descr="Girl wearing necklace">
                <a:extLst>
                  <a:ext uri="{FF2B5EF4-FFF2-40B4-BE49-F238E27FC236}">
                    <a16:creationId xmlns:a16="http://schemas.microsoft.com/office/drawing/2014/main" id="{9655E198-B882-6F5D-75B1-EB86D6A551C8}"/>
                  </a:ext>
                </a:extLst>
              </p:cNvPr>
              <p:cNvGrpSpPr/>
              <p:nvPr/>
            </p:nvGrpSpPr>
            <p:grpSpPr>
              <a:xfrm>
                <a:off x="9484880" y="2589075"/>
                <a:ext cx="1217959" cy="3758241"/>
                <a:chOff x="9484880" y="2589075"/>
                <a:chExt cx="1217959" cy="3758241"/>
              </a:xfrm>
              <a:solidFill>
                <a:srgbClr val="000000"/>
              </a:solidFill>
            </p:grpSpPr>
            <p:sp>
              <p:nvSpPr>
                <p:cNvPr id="28" name="Полілінія: фігура 27">
                  <a:extLst>
                    <a:ext uri="{FF2B5EF4-FFF2-40B4-BE49-F238E27FC236}">
                      <a16:creationId xmlns:a16="http://schemas.microsoft.com/office/drawing/2014/main" id="{D7FECE2C-9DA6-2820-AF60-5CDEA20C0E9B}"/>
                    </a:ext>
                  </a:extLst>
                </p:cNvPr>
                <p:cNvSpPr/>
                <p:nvPr/>
              </p:nvSpPr>
              <p:spPr>
                <a:xfrm>
                  <a:off x="10365317" y="3453591"/>
                  <a:ext cx="92085" cy="43915"/>
                </a:xfrm>
                <a:custGeom>
                  <a:avLst/>
                  <a:gdLst>
                    <a:gd name="connsiteX0" fmla="*/ 32437 w 92085"/>
                    <a:gd name="connsiteY0" fmla="*/ 6515 h 43915"/>
                    <a:gd name="connsiteX1" fmla="*/ 605 w 92085"/>
                    <a:gd name="connsiteY1" fmla="*/ 35881 h 43915"/>
                    <a:gd name="connsiteX2" fmla="*/ 8825 w 92085"/>
                    <a:gd name="connsiteY2" fmla="*/ 42225 h 43915"/>
                    <a:gd name="connsiteX3" fmla="*/ 86377 w 92085"/>
                    <a:gd name="connsiteY3" fmla="*/ 19384 h 43915"/>
                    <a:gd name="connsiteX4" fmla="*/ 90359 w 92085"/>
                    <a:gd name="connsiteY4" fmla="*/ 9773 h 43915"/>
                    <a:gd name="connsiteX5" fmla="*/ 32437 w 92085"/>
                    <a:gd name="connsiteY5" fmla="*/ 6515 h 43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085" h="43915">
                      <a:moveTo>
                        <a:pt x="32437" y="6515"/>
                      </a:moveTo>
                      <a:cubicBezTo>
                        <a:pt x="18921" y="12564"/>
                        <a:pt x="7605" y="22765"/>
                        <a:pt x="605" y="35881"/>
                      </a:cubicBezTo>
                      <a:cubicBezTo>
                        <a:pt x="-2072" y="40891"/>
                        <a:pt x="4767" y="46911"/>
                        <a:pt x="8825" y="42225"/>
                      </a:cubicBezTo>
                      <a:cubicBezTo>
                        <a:pt x="27998" y="19088"/>
                        <a:pt x="58631" y="16936"/>
                        <a:pt x="86377" y="19384"/>
                      </a:cubicBezTo>
                      <a:cubicBezTo>
                        <a:pt x="90835" y="19079"/>
                        <a:pt x="94312" y="13202"/>
                        <a:pt x="90359" y="9773"/>
                      </a:cubicBezTo>
                      <a:cubicBezTo>
                        <a:pt x="74604" y="-3867"/>
                        <a:pt x="50458" y="-1552"/>
                        <a:pt x="32437" y="6515"/>
                      </a:cubicBezTo>
                      <a:close/>
                    </a:path>
                  </a:pathLst>
                </a:custGeom>
                <a:solidFill>
                  <a:srgbClr val="000000"/>
                </a:solidFill>
                <a:ln w="9525" cap="flat">
                  <a:noFill/>
                  <a:prstDash val="solid"/>
                  <a:miter/>
                </a:ln>
              </p:spPr>
              <p:txBody>
                <a:bodyPr rtlCol="0" anchor="ctr"/>
                <a:lstStyle/>
                <a:p>
                  <a:endParaRPr lang="en-US"/>
                </a:p>
              </p:txBody>
            </p:sp>
            <p:sp>
              <p:nvSpPr>
                <p:cNvPr id="29" name="Полілінія: фігура 28">
                  <a:extLst>
                    <a:ext uri="{FF2B5EF4-FFF2-40B4-BE49-F238E27FC236}">
                      <a16:creationId xmlns:a16="http://schemas.microsoft.com/office/drawing/2014/main" id="{D4343693-B962-7E3F-DD46-EA33A425C6D7}"/>
                    </a:ext>
                  </a:extLst>
                </p:cNvPr>
                <p:cNvSpPr/>
                <p:nvPr/>
              </p:nvSpPr>
              <p:spPr>
                <a:xfrm>
                  <a:off x="9484880" y="2589075"/>
                  <a:ext cx="1217959" cy="3758241"/>
                </a:xfrm>
                <a:custGeom>
                  <a:avLst/>
                  <a:gdLst>
                    <a:gd name="connsiteX0" fmla="*/ 1217960 w 1217959"/>
                    <a:gd name="connsiteY0" fmla="*/ 2412910 h 3758241"/>
                    <a:gd name="connsiteX1" fmla="*/ 1158657 w 1217959"/>
                    <a:gd name="connsiteY1" fmla="*/ 1917172 h 3758241"/>
                    <a:gd name="connsiteX2" fmla="*/ 1158657 w 1217959"/>
                    <a:gd name="connsiteY2" fmla="*/ 1917172 h 3758241"/>
                    <a:gd name="connsiteX3" fmla="*/ 1158638 w 1217959"/>
                    <a:gd name="connsiteY3" fmla="*/ 1917115 h 3758241"/>
                    <a:gd name="connsiteX4" fmla="*/ 951441 w 1217959"/>
                    <a:gd name="connsiteY4" fmla="*/ 1320183 h 3758241"/>
                    <a:gd name="connsiteX5" fmla="*/ 916256 w 1217959"/>
                    <a:gd name="connsiteY5" fmla="*/ 1243078 h 3758241"/>
                    <a:gd name="connsiteX6" fmla="*/ 937992 w 1217959"/>
                    <a:gd name="connsiteY6" fmla="*/ 1211255 h 3758241"/>
                    <a:gd name="connsiteX7" fmla="*/ 973567 w 1217959"/>
                    <a:gd name="connsiteY7" fmla="*/ 1106328 h 3758241"/>
                    <a:gd name="connsiteX8" fmla="*/ 995380 w 1217959"/>
                    <a:gd name="connsiteY8" fmla="*/ 698144 h 3758241"/>
                    <a:gd name="connsiteX9" fmla="*/ 888243 w 1217959"/>
                    <a:gd name="connsiteY9" fmla="*/ 279777 h 3758241"/>
                    <a:gd name="connsiteX10" fmla="*/ 689637 w 1217959"/>
                    <a:gd name="connsiteY10" fmla="*/ 186384 h 3758241"/>
                    <a:gd name="connsiteX11" fmla="*/ 686417 w 1217959"/>
                    <a:gd name="connsiteY11" fmla="*/ 140312 h 3758241"/>
                    <a:gd name="connsiteX12" fmla="*/ 669777 w 1217959"/>
                    <a:gd name="connsiteY12" fmla="*/ 140312 h 3758241"/>
                    <a:gd name="connsiteX13" fmla="*/ 670415 w 1217959"/>
                    <a:gd name="connsiteY13" fmla="*/ 167515 h 3758241"/>
                    <a:gd name="connsiteX14" fmla="*/ 658223 w 1217959"/>
                    <a:gd name="connsiteY14" fmla="*/ 397858 h 3758241"/>
                    <a:gd name="connsiteX15" fmla="*/ 423308 w 1217959"/>
                    <a:gd name="connsiteY15" fmla="*/ 194833 h 3758241"/>
                    <a:gd name="connsiteX16" fmla="*/ 446987 w 1217959"/>
                    <a:gd name="connsiteY16" fmla="*/ 114280 h 3758241"/>
                    <a:gd name="connsiteX17" fmla="*/ 426852 w 1217959"/>
                    <a:gd name="connsiteY17" fmla="*/ 8048 h 3758241"/>
                    <a:gd name="connsiteX18" fmla="*/ 415460 w 1217959"/>
                    <a:gd name="connsiteY18" fmla="*/ 163705 h 3758241"/>
                    <a:gd name="connsiteX19" fmla="*/ 35955 w 1217959"/>
                    <a:gd name="connsiteY19" fmla="*/ 750807 h 3758241"/>
                    <a:gd name="connsiteX20" fmla="*/ 33812 w 1217959"/>
                    <a:gd name="connsiteY20" fmla="*/ 856135 h 3758241"/>
                    <a:gd name="connsiteX21" fmla="*/ 30954 w 1217959"/>
                    <a:gd name="connsiteY21" fmla="*/ 942536 h 3758241"/>
                    <a:gd name="connsiteX22" fmla="*/ 33850 w 1217959"/>
                    <a:gd name="connsiteY22" fmla="*/ 947603 h 3758241"/>
                    <a:gd name="connsiteX23" fmla="*/ 62692 w 1217959"/>
                    <a:gd name="connsiteY23" fmla="*/ 1623736 h 3758241"/>
                    <a:gd name="connsiteX24" fmla="*/ 36517 w 1217959"/>
                    <a:gd name="connsiteY24" fmla="*/ 1788499 h 3758241"/>
                    <a:gd name="connsiteX25" fmla="*/ 55681 w 1217959"/>
                    <a:gd name="connsiteY25" fmla="*/ 1857508 h 3758241"/>
                    <a:gd name="connsiteX26" fmla="*/ 76341 w 1217959"/>
                    <a:gd name="connsiteY26" fmla="*/ 1905161 h 3758241"/>
                    <a:gd name="connsiteX27" fmla="*/ 79218 w 1217959"/>
                    <a:gd name="connsiteY27" fmla="*/ 2051494 h 3758241"/>
                    <a:gd name="connsiteX28" fmla="*/ 85533 w 1217959"/>
                    <a:gd name="connsiteY28" fmla="*/ 2097033 h 3758241"/>
                    <a:gd name="connsiteX29" fmla="*/ 264860 w 1217959"/>
                    <a:gd name="connsiteY29" fmla="*/ 2136771 h 3758241"/>
                    <a:gd name="connsiteX30" fmla="*/ 273566 w 1217959"/>
                    <a:gd name="connsiteY30" fmla="*/ 2238974 h 3758241"/>
                    <a:gd name="connsiteX31" fmla="*/ 251220 w 1217959"/>
                    <a:gd name="connsiteY31" fmla="*/ 2723140 h 3758241"/>
                    <a:gd name="connsiteX32" fmla="*/ 309437 w 1217959"/>
                    <a:gd name="connsiteY32" fmla="*/ 2956759 h 3758241"/>
                    <a:gd name="connsiteX33" fmla="*/ 429385 w 1217959"/>
                    <a:gd name="connsiteY33" fmla="*/ 3336712 h 3758241"/>
                    <a:gd name="connsiteX34" fmla="*/ 375826 w 1217959"/>
                    <a:gd name="connsiteY34" fmla="*/ 3462299 h 3758241"/>
                    <a:gd name="connsiteX35" fmla="*/ 363844 w 1217959"/>
                    <a:gd name="connsiteY35" fmla="*/ 3524430 h 3758241"/>
                    <a:gd name="connsiteX36" fmla="*/ 365215 w 1217959"/>
                    <a:gd name="connsiteY36" fmla="*/ 3562568 h 3758241"/>
                    <a:gd name="connsiteX37" fmla="*/ 612808 w 1217959"/>
                    <a:gd name="connsiteY37" fmla="*/ 3757031 h 3758241"/>
                    <a:gd name="connsiteX38" fmla="*/ 760179 w 1217959"/>
                    <a:gd name="connsiteY38" fmla="*/ 3731132 h 3758241"/>
                    <a:gd name="connsiteX39" fmla="*/ 757169 w 1217959"/>
                    <a:gd name="connsiteY39" fmla="*/ 3651179 h 3758241"/>
                    <a:gd name="connsiteX40" fmla="*/ 648927 w 1217959"/>
                    <a:gd name="connsiteY40" fmla="*/ 3518820 h 3758241"/>
                    <a:gd name="connsiteX41" fmla="*/ 649203 w 1217959"/>
                    <a:gd name="connsiteY41" fmla="*/ 3517982 h 3758241"/>
                    <a:gd name="connsiteX42" fmla="*/ 819043 w 1217959"/>
                    <a:gd name="connsiteY42" fmla="*/ 3493445 h 3758241"/>
                    <a:gd name="connsiteX43" fmla="*/ 719526 w 1217959"/>
                    <a:gd name="connsiteY43" fmla="*/ 3337417 h 3758241"/>
                    <a:gd name="connsiteX44" fmla="*/ 695495 w 1217959"/>
                    <a:gd name="connsiteY44" fmla="*/ 3185712 h 3758241"/>
                    <a:gd name="connsiteX45" fmla="*/ 708753 w 1217959"/>
                    <a:gd name="connsiteY45" fmla="*/ 3136582 h 3758241"/>
                    <a:gd name="connsiteX46" fmla="*/ 707334 w 1217959"/>
                    <a:gd name="connsiteY46" fmla="*/ 3131600 h 3758241"/>
                    <a:gd name="connsiteX47" fmla="*/ 692008 w 1217959"/>
                    <a:gd name="connsiteY47" fmla="*/ 3082308 h 3758241"/>
                    <a:gd name="connsiteX48" fmla="*/ 1162143 w 1217959"/>
                    <a:gd name="connsiteY48" fmla="*/ 2517438 h 3758241"/>
                    <a:gd name="connsiteX49" fmla="*/ 1212931 w 1217959"/>
                    <a:gd name="connsiteY49" fmla="*/ 2442800 h 3758241"/>
                    <a:gd name="connsiteX50" fmla="*/ 1217960 w 1217959"/>
                    <a:gd name="connsiteY50" fmla="*/ 2412910 h 3758241"/>
                    <a:gd name="connsiteX51" fmla="*/ 240438 w 1217959"/>
                    <a:gd name="connsiteY51" fmla="*/ 1084592 h 3758241"/>
                    <a:gd name="connsiteX52" fmla="*/ 198718 w 1217959"/>
                    <a:gd name="connsiteY52" fmla="*/ 1231658 h 3758241"/>
                    <a:gd name="connsiteX53" fmla="*/ 227922 w 1217959"/>
                    <a:gd name="connsiteY53" fmla="*/ 849925 h 3758241"/>
                    <a:gd name="connsiteX54" fmla="*/ 267927 w 1217959"/>
                    <a:gd name="connsiteY54" fmla="*/ 1016907 h 3758241"/>
                    <a:gd name="connsiteX55" fmla="*/ 240438 w 1217959"/>
                    <a:gd name="connsiteY55" fmla="*/ 1084592 h 3758241"/>
                    <a:gd name="connsiteX56" fmla="*/ 751654 w 1217959"/>
                    <a:gd name="connsiteY56" fmla="*/ 2054628 h 3758241"/>
                    <a:gd name="connsiteX57" fmla="*/ 804184 w 1217959"/>
                    <a:gd name="connsiteY57" fmla="*/ 2198741 h 3758241"/>
                    <a:gd name="connsiteX58" fmla="*/ 893577 w 1217959"/>
                    <a:gd name="connsiteY58" fmla="*/ 2419835 h 3758241"/>
                    <a:gd name="connsiteX59" fmla="*/ 742796 w 1217959"/>
                    <a:gd name="connsiteY59" fmla="*/ 2589523 h 3758241"/>
                    <a:gd name="connsiteX60" fmla="*/ 607388 w 1217959"/>
                    <a:gd name="connsiteY60" fmla="*/ 2890399 h 3758241"/>
                    <a:gd name="connsiteX61" fmla="*/ 578109 w 1217959"/>
                    <a:gd name="connsiteY61" fmla="*/ 2936281 h 3758241"/>
                    <a:gd name="connsiteX62" fmla="*/ 640373 w 1217959"/>
                    <a:gd name="connsiteY62" fmla="*/ 2097890 h 3758241"/>
                    <a:gd name="connsiteX63" fmla="*/ 751654 w 1217959"/>
                    <a:gd name="connsiteY63" fmla="*/ 2054628 h 3758241"/>
                    <a:gd name="connsiteX64" fmla="*/ 1010410 w 1217959"/>
                    <a:gd name="connsiteY64" fmla="*/ 892797 h 3758241"/>
                    <a:gd name="connsiteX65" fmla="*/ 912731 w 1217959"/>
                    <a:gd name="connsiteY65" fmla="*/ 1234020 h 3758241"/>
                    <a:gd name="connsiteX66" fmla="*/ 867773 w 1217959"/>
                    <a:gd name="connsiteY66" fmla="*/ 968444 h 3758241"/>
                    <a:gd name="connsiteX67" fmla="*/ 890795 w 1217959"/>
                    <a:gd name="connsiteY67" fmla="*/ 731005 h 3758241"/>
                    <a:gd name="connsiteX68" fmla="*/ 896806 w 1217959"/>
                    <a:gd name="connsiteY68" fmla="*/ 697801 h 3758241"/>
                    <a:gd name="connsiteX69" fmla="*/ 928143 w 1217959"/>
                    <a:gd name="connsiteY69" fmla="*/ 622963 h 3758241"/>
                    <a:gd name="connsiteX70" fmla="*/ 960261 w 1217959"/>
                    <a:gd name="connsiteY70" fmla="*/ 600779 h 3758241"/>
                    <a:gd name="connsiteX71" fmla="*/ 1010410 w 1217959"/>
                    <a:gd name="connsiteY71" fmla="*/ 892797 h 3758241"/>
                    <a:gd name="connsiteX72" fmla="*/ 92591 w 1217959"/>
                    <a:gd name="connsiteY72" fmla="*/ 411079 h 3758241"/>
                    <a:gd name="connsiteX73" fmla="*/ 412164 w 1217959"/>
                    <a:gd name="connsiteY73" fmla="*/ 171659 h 3758241"/>
                    <a:gd name="connsiteX74" fmla="*/ 405211 w 1217959"/>
                    <a:gd name="connsiteY74" fmla="*/ 184632 h 3758241"/>
                    <a:gd name="connsiteX75" fmla="*/ 412526 w 1217959"/>
                    <a:gd name="connsiteY75" fmla="*/ 200148 h 3758241"/>
                    <a:gd name="connsiteX76" fmla="*/ 663605 w 1217959"/>
                    <a:gd name="connsiteY76" fmla="*/ 415937 h 3758241"/>
                    <a:gd name="connsiteX77" fmla="*/ 673216 w 1217959"/>
                    <a:gd name="connsiteY77" fmla="*/ 408612 h 3758241"/>
                    <a:gd name="connsiteX78" fmla="*/ 690713 w 1217959"/>
                    <a:gd name="connsiteY78" fmla="*/ 197071 h 3758241"/>
                    <a:gd name="connsiteX79" fmla="*/ 815891 w 1217959"/>
                    <a:gd name="connsiteY79" fmla="*/ 243925 h 3758241"/>
                    <a:gd name="connsiteX80" fmla="*/ 957080 w 1217959"/>
                    <a:gd name="connsiteY80" fmla="*/ 579576 h 3758241"/>
                    <a:gd name="connsiteX81" fmla="*/ 933724 w 1217959"/>
                    <a:gd name="connsiteY81" fmla="*/ 601255 h 3758241"/>
                    <a:gd name="connsiteX82" fmla="*/ 924457 w 1217959"/>
                    <a:gd name="connsiteY82" fmla="*/ 484365 h 3758241"/>
                    <a:gd name="connsiteX83" fmla="*/ 903711 w 1217959"/>
                    <a:gd name="connsiteY83" fmla="*/ 415470 h 3758241"/>
                    <a:gd name="connsiteX84" fmla="*/ 892614 w 1217959"/>
                    <a:gd name="connsiteY84" fmla="*/ 418528 h 3758241"/>
                    <a:gd name="connsiteX85" fmla="*/ 890748 w 1217959"/>
                    <a:gd name="connsiteY85" fmla="*/ 663139 h 3758241"/>
                    <a:gd name="connsiteX86" fmla="*/ 879813 w 1217959"/>
                    <a:gd name="connsiteY86" fmla="*/ 730443 h 3758241"/>
                    <a:gd name="connsiteX87" fmla="*/ 852048 w 1217959"/>
                    <a:gd name="connsiteY87" fmla="*/ 999162 h 3758241"/>
                    <a:gd name="connsiteX88" fmla="*/ 727937 w 1217959"/>
                    <a:gd name="connsiteY88" fmla="*/ 1023289 h 3758241"/>
                    <a:gd name="connsiteX89" fmla="*/ 282681 w 1217959"/>
                    <a:gd name="connsiteY89" fmla="*/ 1006639 h 3758241"/>
                    <a:gd name="connsiteX90" fmla="*/ 261212 w 1217959"/>
                    <a:gd name="connsiteY90" fmla="*/ 910561 h 3758241"/>
                    <a:gd name="connsiteX91" fmla="*/ 242705 w 1217959"/>
                    <a:gd name="connsiteY91" fmla="*/ 808367 h 3758241"/>
                    <a:gd name="connsiteX92" fmla="*/ 231618 w 1217959"/>
                    <a:gd name="connsiteY92" fmla="*/ 801204 h 3758241"/>
                    <a:gd name="connsiteX93" fmla="*/ 255497 w 1217959"/>
                    <a:gd name="connsiteY93" fmla="*/ 482240 h 3758241"/>
                    <a:gd name="connsiteX94" fmla="*/ 245029 w 1217959"/>
                    <a:gd name="connsiteY94" fmla="*/ 482240 h 3758241"/>
                    <a:gd name="connsiteX95" fmla="*/ 234675 w 1217959"/>
                    <a:gd name="connsiteY95" fmla="*/ 602713 h 3758241"/>
                    <a:gd name="connsiteX96" fmla="*/ 233075 w 1217959"/>
                    <a:gd name="connsiteY96" fmla="*/ 603465 h 3758241"/>
                    <a:gd name="connsiteX97" fmla="*/ 230084 w 1217959"/>
                    <a:gd name="connsiteY97" fmla="*/ 603579 h 3758241"/>
                    <a:gd name="connsiteX98" fmla="*/ 66692 w 1217959"/>
                    <a:gd name="connsiteY98" fmla="*/ 541838 h 3758241"/>
                    <a:gd name="connsiteX99" fmla="*/ 92591 w 1217959"/>
                    <a:gd name="connsiteY99" fmla="*/ 411079 h 3758241"/>
                    <a:gd name="connsiteX100" fmla="*/ 81894 w 1217959"/>
                    <a:gd name="connsiteY100" fmla="*/ 1888692 h 3758241"/>
                    <a:gd name="connsiteX101" fmla="*/ 54472 w 1217959"/>
                    <a:gd name="connsiteY101" fmla="*/ 1813197 h 3758241"/>
                    <a:gd name="connsiteX102" fmla="*/ 47366 w 1217959"/>
                    <a:gd name="connsiteY102" fmla="*/ 1795386 h 3758241"/>
                    <a:gd name="connsiteX103" fmla="*/ 58767 w 1217959"/>
                    <a:gd name="connsiteY103" fmla="*/ 1755362 h 3758241"/>
                    <a:gd name="connsiteX104" fmla="*/ 64463 w 1217959"/>
                    <a:gd name="connsiteY104" fmla="*/ 1707251 h 3758241"/>
                    <a:gd name="connsiteX105" fmla="*/ 76779 w 1217959"/>
                    <a:gd name="connsiteY105" fmla="*/ 1613563 h 3758241"/>
                    <a:gd name="connsiteX106" fmla="*/ 71817 w 1217959"/>
                    <a:gd name="connsiteY106" fmla="*/ 1607295 h 3758241"/>
                    <a:gd name="connsiteX107" fmla="*/ 23858 w 1217959"/>
                    <a:gd name="connsiteY107" fmla="*/ 1344891 h 3758241"/>
                    <a:gd name="connsiteX108" fmla="*/ 47023 w 1217959"/>
                    <a:gd name="connsiteY108" fmla="*/ 922229 h 3758241"/>
                    <a:gd name="connsiteX109" fmla="*/ 65263 w 1217959"/>
                    <a:gd name="connsiteY109" fmla="*/ 558602 h 3758241"/>
                    <a:gd name="connsiteX110" fmla="*/ 233170 w 1217959"/>
                    <a:gd name="connsiteY110" fmla="*/ 620096 h 3758241"/>
                    <a:gd name="connsiteX111" fmla="*/ 155941 w 1217959"/>
                    <a:gd name="connsiteY111" fmla="*/ 1593608 h 3758241"/>
                    <a:gd name="connsiteX112" fmla="*/ 155379 w 1217959"/>
                    <a:gd name="connsiteY112" fmla="*/ 1598370 h 3758241"/>
                    <a:gd name="connsiteX113" fmla="*/ 180640 w 1217959"/>
                    <a:gd name="connsiteY113" fmla="*/ 1664398 h 3758241"/>
                    <a:gd name="connsiteX114" fmla="*/ 182221 w 1217959"/>
                    <a:gd name="connsiteY114" fmla="*/ 1708575 h 3758241"/>
                    <a:gd name="connsiteX115" fmla="*/ 188498 w 1217959"/>
                    <a:gd name="connsiteY115" fmla="*/ 1834752 h 3758241"/>
                    <a:gd name="connsiteX116" fmla="*/ 171210 w 1217959"/>
                    <a:gd name="connsiteY116" fmla="*/ 1863318 h 3758241"/>
                    <a:gd name="connsiteX117" fmla="*/ 135196 w 1217959"/>
                    <a:gd name="connsiteY117" fmla="*/ 1750875 h 3758241"/>
                    <a:gd name="connsiteX118" fmla="*/ 115975 w 1217959"/>
                    <a:gd name="connsiteY118" fmla="*/ 1759829 h 3758241"/>
                    <a:gd name="connsiteX119" fmla="*/ 132805 w 1217959"/>
                    <a:gd name="connsiteY119" fmla="*/ 1882787 h 3758241"/>
                    <a:gd name="connsiteX120" fmla="*/ 195585 w 1217959"/>
                    <a:gd name="connsiteY120" fmla="*/ 1932222 h 3758241"/>
                    <a:gd name="connsiteX121" fmla="*/ 194213 w 1217959"/>
                    <a:gd name="connsiteY121" fmla="*/ 1934908 h 3758241"/>
                    <a:gd name="connsiteX122" fmla="*/ 190641 w 1217959"/>
                    <a:gd name="connsiteY122" fmla="*/ 1934908 h 3758241"/>
                    <a:gd name="connsiteX123" fmla="*/ 112888 w 1217959"/>
                    <a:gd name="connsiteY123" fmla="*/ 1909686 h 3758241"/>
                    <a:gd name="connsiteX124" fmla="*/ 81894 w 1217959"/>
                    <a:gd name="connsiteY124" fmla="*/ 1888692 h 3758241"/>
                    <a:gd name="connsiteX125" fmla="*/ 305236 w 1217959"/>
                    <a:gd name="connsiteY125" fmla="*/ 2864319 h 3758241"/>
                    <a:gd name="connsiteX126" fmla="*/ 302950 w 1217959"/>
                    <a:gd name="connsiteY126" fmla="*/ 2386555 h 3758241"/>
                    <a:gd name="connsiteX127" fmla="*/ 281538 w 1217959"/>
                    <a:gd name="connsiteY127" fmla="*/ 2137790 h 3758241"/>
                    <a:gd name="connsiteX128" fmla="*/ 622562 w 1217959"/>
                    <a:gd name="connsiteY128" fmla="*/ 2103043 h 3758241"/>
                    <a:gd name="connsiteX129" fmla="*/ 548000 w 1217959"/>
                    <a:gd name="connsiteY129" fmla="*/ 3142202 h 3758241"/>
                    <a:gd name="connsiteX130" fmla="*/ 401344 w 1217959"/>
                    <a:gd name="connsiteY130" fmla="*/ 3166909 h 3758241"/>
                    <a:gd name="connsiteX131" fmla="*/ 305236 w 1217959"/>
                    <a:gd name="connsiteY131" fmla="*/ 2864319 h 3758241"/>
                    <a:gd name="connsiteX132" fmla="*/ 406344 w 1217959"/>
                    <a:gd name="connsiteY132" fmla="*/ 3182226 h 3758241"/>
                    <a:gd name="connsiteX133" fmla="*/ 548486 w 1217959"/>
                    <a:gd name="connsiteY133" fmla="*/ 3167376 h 3758241"/>
                    <a:gd name="connsiteX134" fmla="*/ 555077 w 1217959"/>
                    <a:gd name="connsiteY134" fmla="*/ 3290744 h 3758241"/>
                    <a:gd name="connsiteX135" fmla="*/ 480849 w 1217959"/>
                    <a:gd name="connsiteY135" fmla="*/ 3370592 h 3758241"/>
                    <a:gd name="connsiteX136" fmla="*/ 455636 w 1217959"/>
                    <a:gd name="connsiteY136" fmla="*/ 3344275 h 3758241"/>
                    <a:gd name="connsiteX137" fmla="*/ 406344 w 1217959"/>
                    <a:gd name="connsiteY137" fmla="*/ 3182226 h 3758241"/>
                    <a:gd name="connsiteX138" fmla="*/ 740691 w 1217959"/>
                    <a:gd name="connsiteY138" fmla="*/ 3726332 h 3758241"/>
                    <a:gd name="connsiteX139" fmla="*/ 707420 w 1217959"/>
                    <a:gd name="connsiteY139" fmla="*/ 3731933 h 3758241"/>
                    <a:gd name="connsiteX140" fmla="*/ 437739 w 1217959"/>
                    <a:gd name="connsiteY140" fmla="*/ 3649322 h 3758241"/>
                    <a:gd name="connsiteX141" fmla="*/ 380303 w 1217959"/>
                    <a:gd name="connsiteY141" fmla="*/ 3554615 h 3758241"/>
                    <a:gd name="connsiteX142" fmla="*/ 386999 w 1217959"/>
                    <a:gd name="connsiteY142" fmla="*/ 3504504 h 3758241"/>
                    <a:gd name="connsiteX143" fmla="*/ 442854 w 1217959"/>
                    <a:gd name="connsiteY143" fmla="*/ 3610936 h 3758241"/>
                    <a:gd name="connsiteX144" fmla="*/ 687979 w 1217959"/>
                    <a:gd name="connsiteY144" fmla="*/ 3694985 h 3758241"/>
                    <a:gd name="connsiteX145" fmla="*/ 744301 w 1217959"/>
                    <a:gd name="connsiteY145" fmla="*/ 3680860 h 3758241"/>
                    <a:gd name="connsiteX146" fmla="*/ 743386 w 1217959"/>
                    <a:gd name="connsiteY146" fmla="*/ 3722674 h 3758241"/>
                    <a:gd name="connsiteX147" fmla="*/ 740691 w 1217959"/>
                    <a:gd name="connsiteY147" fmla="*/ 3726332 h 3758241"/>
                    <a:gd name="connsiteX148" fmla="*/ 764075 w 1217959"/>
                    <a:gd name="connsiteY148" fmla="*/ 3507161 h 3758241"/>
                    <a:gd name="connsiteX149" fmla="*/ 653956 w 1217959"/>
                    <a:gd name="connsiteY149" fmla="*/ 3504647 h 3758241"/>
                    <a:gd name="connsiteX150" fmla="*/ 607217 w 1217959"/>
                    <a:gd name="connsiteY150" fmla="*/ 3450612 h 3758241"/>
                    <a:gd name="connsiteX151" fmla="*/ 790421 w 1217959"/>
                    <a:gd name="connsiteY151" fmla="*/ 3443249 h 3758241"/>
                    <a:gd name="connsiteX152" fmla="*/ 799527 w 1217959"/>
                    <a:gd name="connsiteY152" fmla="*/ 3495865 h 3758241"/>
                    <a:gd name="connsiteX153" fmla="*/ 764075 w 1217959"/>
                    <a:gd name="connsiteY153" fmla="*/ 3507161 h 3758241"/>
                    <a:gd name="connsiteX154" fmla="*/ 702753 w 1217959"/>
                    <a:gd name="connsiteY154" fmla="*/ 3040218 h 3758241"/>
                    <a:gd name="connsiteX155" fmla="*/ 682531 w 1217959"/>
                    <a:gd name="connsiteY155" fmla="*/ 3074555 h 3758241"/>
                    <a:gd name="connsiteX156" fmla="*/ 595168 w 1217959"/>
                    <a:gd name="connsiteY156" fmla="*/ 3143087 h 3758241"/>
                    <a:gd name="connsiteX157" fmla="*/ 583071 w 1217959"/>
                    <a:gd name="connsiteY157" fmla="*/ 3118208 h 3758241"/>
                    <a:gd name="connsiteX158" fmla="*/ 579156 w 1217959"/>
                    <a:gd name="connsiteY158" fmla="*/ 3111788 h 3758241"/>
                    <a:gd name="connsiteX159" fmla="*/ 577937 w 1217959"/>
                    <a:gd name="connsiteY159" fmla="*/ 2964408 h 3758241"/>
                    <a:gd name="connsiteX160" fmla="*/ 624276 w 1217959"/>
                    <a:gd name="connsiteY160" fmla="*/ 2913163 h 3758241"/>
                    <a:gd name="connsiteX161" fmla="*/ 732118 w 1217959"/>
                    <a:gd name="connsiteY161" fmla="*/ 2999393 h 3758241"/>
                    <a:gd name="connsiteX162" fmla="*/ 702753 w 1217959"/>
                    <a:gd name="connsiteY162" fmla="*/ 3040218 h 3758241"/>
                    <a:gd name="connsiteX163" fmla="*/ 1174869 w 1217959"/>
                    <a:gd name="connsiteY163" fmla="*/ 2460783 h 3758241"/>
                    <a:gd name="connsiteX164" fmla="*/ 745377 w 1217959"/>
                    <a:gd name="connsiteY164" fmla="*/ 2981382 h 3758241"/>
                    <a:gd name="connsiteX165" fmla="*/ 637468 w 1217959"/>
                    <a:gd name="connsiteY165" fmla="*/ 2890808 h 3758241"/>
                    <a:gd name="connsiteX166" fmla="*/ 817624 w 1217959"/>
                    <a:gd name="connsiteY166" fmla="*/ 2518495 h 3758241"/>
                    <a:gd name="connsiteX167" fmla="*/ 889052 w 1217959"/>
                    <a:gd name="connsiteY167" fmla="*/ 2449782 h 3758241"/>
                    <a:gd name="connsiteX168" fmla="*/ 915455 w 1217959"/>
                    <a:gd name="connsiteY168" fmla="*/ 2412796 h 3758241"/>
                    <a:gd name="connsiteX169" fmla="*/ 861458 w 1217959"/>
                    <a:gd name="connsiteY169" fmla="*/ 2270474 h 3758241"/>
                    <a:gd name="connsiteX170" fmla="*/ 768132 w 1217959"/>
                    <a:gd name="connsiteY170" fmla="*/ 2047617 h 3758241"/>
                    <a:gd name="connsiteX171" fmla="*/ 1137131 w 1217959"/>
                    <a:gd name="connsiteY171" fmla="*/ 1934841 h 3758241"/>
                    <a:gd name="connsiteX172" fmla="*/ 1189099 w 1217959"/>
                    <a:gd name="connsiteY172" fmla="*/ 2380221 h 3758241"/>
                    <a:gd name="connsiteX173" fmla="*/ 1196357 w 1217959"/>
                    <a:gd name="connsiteY173" fmla="*/ 2438733 h 3758241"/>
                    <a:gd name="connsiteX174" fmla="*/ 1174869 w 1217959"/>
                    <a:gd name="connsiteY174" fmla="*/ 2460783 h 375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59" h="3758241">
                      <a:moveTo>
                        <a:pt x="1217960" y="2412910"/>
                      </a:moveTo>
                      <a:cubicBezTo>
                        <a:pt x="1206139" y="2249528"/>
                        <a:pt x="1189499" y="2081640"/>
                        <a:pt x="1158657" y="1917172"/>
                      </a:cubicBezTo>
                      <a:cubicBezTo>
                        <a:pt x="1158657" y="1917172"/>
                        <a:pt x="1158657" y="1917172"/>
                        <a:pt x="1158657" y="1917172"/>
                      </a:cubicBezTo>
                      <a:cubicBezTo>
                        <a:pt x="1158657" y="1917172"/>
                        <a:pt x="1158648" y="1917144"/>
                        <a:pt x="1158638" y="1917115"/>
                      </a:cubicBezTo>
                      <a:cubicBezTo>
                        <a:pt x="1119252" y="1707089"/>
                        <a:pt x="1056711" y="1502625"/>
                        <a:pt x="951441" y="1320183"/>
                      </a:cubicBezTo>
                      <a:cubicBezTo>
                        <a:pt x="938658" y="1294961"/>
                        <a:pt x="926685" y="1269320"/>
                        <a:pt x="916256" y="1243078"/>
                      </a:cubicBezTo>
                      <a:cubicBezTo>
                        <a:pt x="930695" y="1247927"/>
                        <a:pt x="933591" y="1220428"/>
                        <a:pt x="937992" y="1211255"/>
                      </a:cubicBezTo>
                      <a:cubicBezTo>
                        <a:pt x="949479" y="1176156"/>
                        <a:pt x="961976" y="1141390"/>
                        <a:pt x="973567" y="1106328"/>
                      </a:cubicBezTo>
                      <a:cubicBezTo>
                        <a:pt x="1036213" y="926467"/>
                        <a:pt x="1022459" y="879757"/>
                        <a:pt x="995380" y="698144"/>
                      </a:cubicBezTo>
                      <a:cubicBezTo>
                        <a:pt x="966967" y="563784"/>
                        <a:pt x="974730" y="390419"/>
                        <a:pt x="888243" y="279777"/>
                      </a:cubicBezTo>
                      <a:cubicBezTo>
                        <a:pt x="837246" y="227237"/>
                        <a:pt x="763732" y="188308"/>
                        <a:pt x="689637" y="186384"/>
                      </a:cubicBezTo>
                      <a:cubicBezTo>
                        <a:pt x="687656" y="171049"/>
                        <a:pt x="685160" y="155847"/>
                        <a:pt x="686417" y="140312"/>
                      </a:cubicBezTo>
                      <a:cubicBezTo>
                        <a:pt x="686789" y="129434"/>
                        <a:pt x="670815" y="129854"/>
                        <a:pt x="669777" y="140312"/>
                      </a:cubicBezTo>
                      <a:cubicBezTo>
                        <a:pt x="668872" y="149399"/>
                        <a:pt x="669272" y="158467"/>
                        <a:pt x="670415" y="167515"/>
                      </a:cubicBezTo>
                      <a:cubicBezTo>
                        <a:pt x="687522" y="242887"/>
                        <a:pt x="659166" y="321144"/>
                        <a:pt x="658223" y="397858"/>
                      </a:cubicBezTo>
                      <a:cubicBezTo>
                        <a:pt x="569679" y="344699"/>
                        <a:pt x="489583" y="273967"/>
                        <a:pt x="423308" y="194833"/>
                      </a:cubicBezTo>
                      <a:cubicBezTo>
                        <a:pt x="441349" y="172726"/>
                        <a:pt x="443311" y="141560"/>
                        <a:pt x="446987" y="114280"/>
                      </a:cubicBezTo>
                      <a:cubicBezTo>
                        <a:pt x="451969" y="105831"/>
                        <a:pt x="445473" y="-34615"/>
                        <a:pt x="426852" y="8048"/>
                      </a:cubicBezTo>
                      <a:cubicBezTo>
                        <a:pt x="433729" y="59435"/>
                        <a:pt x="431157" y="114128"/>
                        <a:pt x="415460" y="163705"/>
                      </a:cubicBezTo>
                      <a:cubicBezTo>
                        <a:pt x="68978" y="185060"/>
                        <a:pt x="30069" y="464276"/>
                        <a:pt x="35955" y="750807"/>
                      </a:cubicBezTo>
                      <a:cubicBezTo>
                        <a:pt x="35174" y="785916"/>
                        <a:pt x="34012" y="821035"/>
                        <a:pt x="33812" y="856135"/>
                      </a:cubicBezTo>
                      <a:cubicBezTo>
                        <a:pt x="33650" y="884957"/>
                        <a:pt x="31154" y="913752"/>
                        <a:pt x="30954" y="942536"/>
                      </a:cubicBezTo>
                      <a:cubicBezTo>
                        <a:pt x="30935" y="944898"/>
                        <a:pt x="32164" y="946622"/>
                        <a:pt x="33850" y="947603"/>
                      </a:cubicBezTo>
                      <a:cubicBezTo>
                        <a:pt x="-17214" y="1169364"/>
                        <a:pt x="-12765" y="1408499"/>
                        <a:pt x="62692" y="1623736"/>
                      </a:cubicBezTo>
                      <a:cubicBezTo>
                        <a:pt x="48871" y="1677714"/>
                        <a:pt x="47214" y="1734006"/>
                        <a:pt x="36517" y="1788499"/>
                      </a:cubicBezTo>
                      <a:cubicBezTo>
                        <a:pt x="36612" y="1812150"/>
                        <a:pt x="49290" y="1834924"/>
                        <a:pt x="55681" y="1857508"/>
                      </a:cubicBezTo>
                      <a:cubicBezTo>
                        <a:pt x="61425" y="1873748"/>
                        <a:pt x="65082" y="1891502"/>
                        <a:pt x="76341" y="1905161"/>
                      </a:cubicBezTo>
                      <a:cubicBezTo>
                        <a:pt x="74922" y="1953015"/>
                        <a:pt x="82008" y="2002888"/>
                        <a:pt x="79218" y="2051494"/>
                      </a:cubicBezTo>
                      <a:cubicBezTo>
                        <a:pt x="78808" y="2065829"/>
                        <a:pt x="74779" y="2085631"/>
                        <a:pt x="85533" y="2097033"/>
                      </a:cubicBezTo>
                      <a:cubicBezTo>
                        <a:pt x="81799" y="2120293"/>
                        <a:pt x="241752" y="2134895"/>
                        <a:pt x="264860" y="2136771"/>
                      </a:cubicBezTo>
                      <a:cubicBezTo>
                        <a:pt x="266184" y="2170918"/>
                        <a:pt x="270518" y="2204932"/>
                        <a:pt x="273566" y="2238974"/>
                      </a:cubicBezTo>
                      <a:cubicBezTo>
                        <a:pt x="295673" y="2401376"/>
                        <a:pt x="242181" y="2561110"/>
                        <a:pt x="251220" y="2723140"/>
                      </a:cubicBezTo>
                      <a:cubicBezTo>
                        <a:pt x="257516" y="2803702"/>
                        <a:pt x="285329" y="2880245"/>
                        <a:pt x="309437" y="2956759"/>
                      </a:cubicBezTo>
                      <a:cubicBezTo>
                        <a:pt x="350509" y="3083204"/>
                        <a:pt x="388066" y="3210420"/>
                        <a:pt x="429385" y="3336712"/>
                      </a:cubicBezTo>
                      <a:cubicBezTo>
                        <a:pt x="389542" y="3364591"/>
                        <a:pt x="386266" y="3418741"/>
                        <a:pt x="375826" y="3462299"/>
                      </a:cubicBezTo>
                      <a:cubicBezTo>
                        <a:pt x="371416" y="3483149"/>
                        <a:pt x="367777" y="3503333"/>
                        <a:pt x="363844" y="3524430"/>
                      </a:cubicBezTo>
                      <a:cubicBezTo>
                        <a:pt x="362463" y="3532441"/>
                        <a:pt x="355204" y="3556692"/>
                        <a:pt x="365215" y="3562568"/>
                      </a:cubicBezTo>
                      <a:cubicBezTo>
                        <a:pt x="419241" y="3692747"/>
                        <a:pt x="464466" y="3749392"/>
                        <a:pt x="612808" y="3757031"/>
                      </a:cubicBezTo>
                      <a:cubicBezTo>
                        <a:pt x="643336" y="3758402"/>
                        <a:pt x="748968" y="3763936"/>
                        <a:pt x="760179" y="3731132"/>
                      </a:cubicBezTo>
                      <a:cubicBezTo>
                        <a:pt x="766523" y="3714225"/>
                        <a:pt x="766256" y="3666201"/>
                        <a:pt x="757169" y="3651179"/>
                      </a:cubicBezTo>
                      <a:cubicBezTo>
                        <a:pt x="754721" y="3589638"/>
                        <a:pt x="701238" y="3544538"/>
                        <a:pt x="648927" y="3518820"/>
                      </a:cubicBezTo>
                      <a:cubicBezTo>
                        <a:pt x="648403" y="3518563"/>
                        <a:pt x="648641" y="3517820"/>
                        <a:pt x="649203" y="3517982"/>
                      </a:cubicBezTo>
                      <a:cubicBezTo>
                        <a:pt x="692466" y="3530688"/>
                        <a:pt x="803032" y="3534679"/>
                        <a:pt x="819043" y="3493445"/>
                      </a:cubicBezTo>
                      <a:cubicBezTo>
                        <a:pt x="820967" y="3429380"/>
                        <a:pt x="790897" y="3347780"/>
                        <a:pt x="719526" y="3337417"/>
                      </a:cubicBezTo>
                      <a:cubicBezTo>
                        <a:pt x="694209" y="3285410"/>
                        <a:pt x="675292" y="3244481"/>
                        <a:pt x="695495" y="3185712"/>
                      </a:cubicBezTo>
                      <a:cubicBezTo>
                        <a:pt x="701619" y="3169633"/>
                        <a:pt x="704534" y="3153089"/>
                        <a:pt x="708753" y="3136582"/>
                      </a:cubicBezTo>
                      <a:cubicBezTo>
                        <a:pt x="709458" y="3134543"/>
                        <a:pt x="708696" y="3132762"/>
                        <a:pt x="707334" y="3131600"/>
                      </a:cubicBezTo>
                      <a:cubicBezTo>
                        <a:pt x="705715" y="3114303"/>
                        <a:pt x="703600" y="3095815"/>
                        <a:pt x="692008" y="3082308"/>
                      </a:cubicBezTo>
                      <a:cubicBezTo>
                        <a:pt x="843466" y="2889827"/>
                        <a:pt x="1007934" y="2707776"/>
                        <a:pt x="1162143" y="2517438"/>
                      </a:cubicBezTo>
                      <a:cubicBezTo>
                        <a:pt x="1181231" y="2494073"/>
                        <a:pt x="1198415" y="2469270"/>
                        <a:pt x="1212931" y="2442800"/>
                      </a:cubicBezTo>
                      <a:cubicBezTo>
                        <a:pt x="1219189" y="2434942"/>
                        <a:pt x="1217617" y="2422607"/>
                        <a:pt x="1217960" y="2412910"/>
                      </a:cubicBezTo>
                      <a:close/>
                      <a:moveTo>
                        <a:pt x="240438" y="1084592"/>
                      </a:moveTo>
                      <a:cubicBezTo>
                        <a:pt x="225779" y="1133388"/>
                        <a:pt x="211758" y="1182404"/>
                        <a:pt x="198718" y="1231658"/>
                      </a:cubicBezTo>
                      <a:cubicBezTo>
                        <a:pt x="208910" y="1104452"/>
                        <a:pt x="218425" y="977188"/>
                        <a:pt x="227922" y="849925"/>
                      </a:cubicBezTo>
                      <a:cubicBezTo>
                        <a:pt x="237856" y="905970"/>
                        <a:pt x="244419" y="964701"/>
                        <a:pt x="267927" y="1016907"/>
                      </a:cubicBezTo>
                      <a:cubicBezTo>
                        <a:pt x="251010" y="1034519"/>
                        <a:pt x="248820" y="1062199"/>
                        <a:pt x="240438" y="1084592"/>
                      </a:cubicBezTo>
                      <a:close/>
                      <a:moveTo>
                        <a:pt x="751654" y="2054628"/>
                      </a:moveTo>
                      <a:cubicBezTo>
                        <a:pt x="765780" y="2103738"/>
                        <a:pt x="787211" y="2150563"/>
                        <a:pt x="804184" y="2198741"/>
                      </a:cubicBezTo>
                      <a:cubicBezTo>
                        <a:pt x="833540" y="2272474"/>
                        <a:pt x="857296" y="2349207"/>
                        <a:pt x="893577" y="2419835"/>
                      </a:cubicBezTo>
                      <a:cubicBezTo>
                        <a:pt x="826273" y="2457421"/>
                        <a:pt x="783020" y="2525934"/>
                        <a:pt x="742796" y="2589523"/>
                      </a:cubicBezTo>
                      <a:cubicBezTo>
                        <a:pt x="686827" y="2684649"/>
                        <a:pt x="663748" y="2795349"/>
                        <a:pt x="607388" y="2890399"/>
                      </a:cubicBezTo>
                      <a:cubicBezTo>
                        <a:pt x="598340" y="2906143"/>
                        <a:pt x="587891" y="2920993"/>
                        <a:pt x="578109" y="2936281"/>
                      </a:cubicBezTo>
                      <a:cubicBezTo>
                        <a:pt x="580642" y="2655817"/>
                        <a:pt x="606483" y="2376106"/>
                        <a:pt x="640373" y="2097890"/>
                      </a:cubicBezTo>
                      <a:cubicBezTo>
                        <a:pt x="678350" y="2085879"/>
                        <a:pt x="714935" y="2070048"/>
                        <a:pt x="751654" y="2054628"/>
                      </a:cubicBezTo>
                      <a:close/>
                      <a:moveTo>
                        <a:pt x="1010410" y="892797"/>
                      </a:moveTo>
                      <a:cubicBezTo>
                        <a:pt x="1001438" y="1011935"/>
                        <a:pt x="939335" y="1119225"/>
                        <a:pt x="912731" y="1234020"/>
                      </a:cubicBezTo>
                      <a:cubicBezTo>
                        <a:pt x="880280" y="1149676"/>
                        <a:pt x="868145" y="1058474"/>
                        <a:pt x="867773" y="968444"/>
                      </a:cubicBezTo>
                      <a:cubicBezTo>
                        <a:pt x="870774" y="888929"/>
                        <a:pt x="889062" y="810596"/>
                        <a:pt x="890795" y="731005"/>
                      </a:cubicBezTo>
                      <a:cubicBezTo>
                        <a:pt x="893977" y="720270"/>
                        <a:pt x="893253" y="708574"/>
                        <a:pt x="896806" y="697801"/>
                      </a:cubicBezTo>
                      <a:cubicBezTo>
                        <a:pt x="903473" y="671388"/>
                        <a:pt x="919618" y="648680"/>
                        <a:pt x="928143" y="622963"/>
                      </a:cubicBezTo>
                      <a:cubicBezTo>
                        <a:pt x="940802" y="617400"/>
                        <a:pt x="949060" y="609037"/>
                        <a:pt x="960261" y="600779"/>
                      </a:cubicBezTo>
                      <a:cubicBezTo>
                        <a:pt x="975977" y="698220"/>
                        <a:pt x="988265" y="796584"/>
                        <a:pt x="1010410" y="892797"/>
                      </a:cubicBezTo>
                      <a:close/>
                      <a:moveTo>
                        <a:pt x="92591" y="411079"/>
                      </a:moveTo>
                      <a:cubicBezTo>
                        <a:pt x="134625" y="267633"/>
                        <a:pt x="274423" y="196671"/>
                        <a:pt x="412164" y="171659"/>
                      </a:cubicBezTo>
                      <a:cubicBezTo>
                        <a:pt x="410316" y="176259"/>
                        <a:pt x="406887" y="179984"/>
                        <a:pt x="405211" y="184632"/>
                      </a:cubicBezTo>
                      <a:cubicBezTo>
                        <a:pt x="402306" y="187604"/>
                        <a:pt x="404944" y="199462"/>
                        <a:pt x="412526" y="200148"/>
                      </a:cubicBezTo>
                      <a:cubicBezTo>
                        <a:pt x="451255" y="261660"/>
                        <a:pt x="596139" y="389848"/>
                        <a:pt x="663605" y="415937"/>
                      </a:cubicBezTo>
                      <a:cubicBezTo>
                        <a:pt x="668377" y="417137"/>
                        <a:pt x="673206" y="413622"/>
                        <a:pt x="673216" y="408612"/>
                      </a:cubicBezTo>
                      <a:cubicBezTo>
                        <a:pt x="672187" y="337689"/>
                        <a:pt x="697523" y="267995"/>
                        <a:pt x="690713" y="197071"/>
                      </a:cubicBezTo>
                      <a:cubicBezTo>
                        <a:pt x="735366" y="201967"/>
                        <a:pt x="777648" y="221094"/>
                        <a:pt x="815891" y="243925"/>
                      </a:cubicBezTo>
                      <a:cubicBezTo>
                        <a:pt x="936525" y="309209"/>
                        <a:pt x="937049" y="460295"/>
                        <a:pt x="957080" y="579576"/>
                      </a:cubicBezTo>
                      <a:cubicBezTo>
                        <a:pt x="947517" y="588035"/>
                        <a:pt x="942792" y="594378"/>
                        <a:pt x="933724" y="601255"/>
                      </a:cubicBezTo>
                      <a:cubicBezTo>
                        <a:pt x="940544" y="562841"/>
                        <a:pt x="933001" y="521683"/>
                        <a:pt x="924457" y="484365"/>
                      </a:cubicBezTo>
                      <a:cubicBezTo>
                        <a:pt x="919094" y="460981"/>
                        <a:pt x="912217" y="437902"/>
                        <a:pt x="903711" y="415470"/>
                      </a:cubicBezTo>
                      <a:cubicBezTo>
                        <a:pt x="901130" y="408660"/>
                        <a:pt x="890186" y="411432"/>
                        <a:pt x="892614" y="418528"/>
                      </a:cubicBezTo>
                      <a:cubicBezTo>
                        <a:pt x="918694" y="499204"/>
                        <a:pt x="939687" y="586882"/>
                        <a:pt x="890748" y="663139"/>
                      </a:cubicBezTo>
                      <a:cubicBezTo>
                        <a:pt x="881613" y="682513"/>
                        <a:pt x="871307" y="709126"/>
                        <a:pt x="879813" y="730443"/>
                      </a:cubicBezTo>
                      <a:cubicBezTo>
                        <a:pt x="873879" y="820340"/>
                        <a:pt x="849571" y="908799"/>
                        <a:pt x="852048" y="999162"/>
                      </a:cubicBezTo>
                      <a:cubicBezTo>
                        <a:pt x="809928" y="1004020"/>
                        <a:pt x="770142" y="1018612"/>
                        <a:pt x="727937" y="1023289"/>
                      </a:cubicBezTo>
                      <a:cubicBezTo>
                        <a:pt x="581661" y="1041396"/>
                        <a:pt x="425756" y="1039977"/>
                        <a:pt x="282681" y="1006639"/>
                      </a:cubicBezTo>
                      <a:cubicBezTo>
                        <a:pt x="277528" y="974207"/>
                        <a:pt x="267803" y="942717"/>
                        <a:pt x="261212" y="910561"/>
                      </a:cubicBezTo>
                      <a:cubicBezTo>
                        <a:pt x="253782" y="876737"/>
                        <a:pt x="247639" y="842638"/>
                        <a:pt x="242705" y="808367"/>
                      </a:cubicBezTo>
                      <a:cubicBezTo>
                        <a:pt x="241895" y="802766"/>
                        <a:pt x="236580" y="800585"/>
                        <a:pt x="231618" y="801204"/>
                      </a:cubicBezTo>
                      <a:cubicBezTo>
                        <a:pt x="239752" y="694896"/>
                        <a:pt x="247839" y="588587"/>
                        <a:pt x="255497" y="482240"/>
                      </a:cubicBezTo>
                      <a:cubicBezTo>
                        <a:pt x="255983" y="475497"/>
                        <a:pt x="245610" y="475592"/>
                        <a:pt x="245029" y="482240"/>
                      </a:cubicBezTo>
                      <a:cubicBezTo>
                        <a:pt x="241533" y="522398"/>
                        <a:pt x="238095" y="562555"/>
                        <a:pt x="234675" y="602713"/>
                      </a:cubicBezTo>
                      <a:cubicBezTo>
                        <a:pt x="234627" y="603122"/>
                        <a:pt x="233999" y="603275"/>
                        <a:pt x="233075" y="603465"/>
                      </a:cubicBezTo>
                      <a:cubicBezTo>
                        <a:pt x="231941" y="603703"/>
                        <a:pt x="230141" y="603579"/>
                        <a:pt x="230084" y="603579"/>
                      </a:cubicBezTo>
                      <a:cubicBezTo>
                        <a:pt x="175249" y="600389"/>
                        <a:pt x="106126" y="581539"/>
                        <a:pt x="66692" y="541838"/>
                      </a:cubicBezTo>
                      <a:cubicBezTo>
                        <a:pt x="70797" y="497471"/>
                        <a:pt x="78294" y="453513"/>
                        <a:pt x="92591" y="411079"/>
                      </a:cubicBezTo>
                      <a:close/>
                      <a:moveTo>
                        <a:pt x="81894" y="1888692"/>
                      </a:moveTo>
                      <a:cubicBezTo>
                        <a:pt x="70636" y="1864394"/>
                        <a:pt x="63816" y="1838277"/>
                        <a:pt x="54472" y="1813197"/>
                      </a:cubicBezTo>
                      <a:cubicBezTo>
                        <a:pt x="52443" y="1807339"/>
                        <a:pt x="50376" y="1801024"/>
                        <a:pt x="47366" y="1795386"/>
                      </a:cubicBezTo>
                      <a:cubicBezTo>
                        <a:pt x="56139" y="1784594"/>
                        <a:pt x="56043" y="1768592"/>
                        <a:pt x="58767" y="1755362"/>
                      </a:cubicBezTo>
                      <a:cubicBezTo>
                        <a:pt x="61120" y="1739379"/>
                        <a:pt x="62854" y="1723329"/>
                        <a:pt x="64463" y="1707251"/>
                      </a:cubicBezTo>
                      <a:cubicBezTo>
                        <a:pt x="67597" y="1675847"/>
                        <a:pt x="70826" y="1644576"/>
                        <a:pt x="76779" y="1613563"/>
                      </a:cubicBezTo>
                      <a:cubicBezTo>
                        <a:pt x="77522" y="1609696"/>
                        <a:pt x="74703" y="1607305"/>
                        <a:pt x="71817" y="1607295"/>
                      </a:cubicBezTo>
                      <a:cubicBezTo>
                        <a:pt x="54310" y="1520208"/>
                        <a:pt x="31735" y="1433740"/>
                        <a:pt x="23858" y="1344891"/>
                      </a:cubicBezTo>
                      <a:cubicBezTo>
                        <a:pt x="5970" y="1203645"/>
                        <a:pt x="27325" y="1060684"/>
                        <a:pt x="47023" y="922229"/>
                      </a:cubicBezTo>
                      <a:cubicBezTo>
                        <a:pt x="62977" y="801690"/>
                        <a:pt x="56872" y="679684"/>
                        <a:pt x="65263" y="558602"/>
                      </a:cubicBezTo>
                      <a:cubicBezTo>
                        <a:pt x="98972" y="593692"/>
                        <a:pt x="184897" y="623715"/>
                        <a:pt x="233170" y="620096"/>
                      </a:cubicBezTo>
                      <a:cubicBezTo>
                        <a:pt x="207919" y="944632"/>
                        <a:pt x="173525" y="1268720"/>
                        <a:pt x="155941" y="1593608"/>
                      </a:cubicBezTo>
                      <a:cubicBezTo>
                        <a:pt x="154989" y="1594789"/>
                        <a:pt x="154637" y="1596418"/>
                        <a:pt x="155379" y="1598370"/>
                      </a:cubicBezTo>
                      <a:cubicBezTo>
                        <a:pt x="163809" y="1620383"/>
                        <a:pt x="174553" y="1641538"/>
                        <a:pt x="180640" y="1664398"/>
                      </a:cubicBezTo>
                      <a:cubicBezTo>
                        <a:pt x="184497" y="1678885"/>
                        <a:pt x="182754" y="1693801"/>
                        <a:pt x="182221" y="1708575"/>
                      </a:cubicBezTo>
                      <a:cubicBezTo>
                        <a:pt x="180802" y="1750780"/>
                        <a:pt x="193327" y="1792528"/>
                        <a:pt x="188498" y="1834752"/>
                      </a:cubicBezTo>
                      <a:cubicBezTo>
                        <a:pt x="187403" y="1844249"/>
                        <a:pt x="185364" y="1865928"/>
                        <a:pt x="171210" y="1863318"/>
                      </a:cubicBezTo>
                      <a:cubicBezTo>
                        <a:pt x="145426" y="1861241"/>
                        <a:pt x="147245" y="1775431"/>
                        <a:pt x="135196" y="1750875"/>
                      </a:cubicBezTo>
                      <a:cubicBezTo>
                        <a:pt x="139558" y="1736073"/>
                        <a:pt x="115594" y="1736159"/>
                        <a:pt x="115975" y="1759829"/>
                      </a:cubicBezTo>
                      <a:cubicBezTo>
                        <a:pt x="109459" y="1800948"/>
                        <a:pt x="106402" y="1847668"/>
                        <a:pt x="132805" y="1882787"/>
                      </a:cubicBezTo>
                      <a:cubicBezTo>
                        <a:pt x="157389" y="1917887"/>
                        <a:pt x="201661" y="1915439"/>
                        <a:pt x="195585" y="1932222"/>
                      </a:cubicBezTo>
                      <a:cubicBezTo>
                        <a:pt x="195299" y="1933003"/>
                        <a:pt x="194213" y="1934908"/>
                        <a:pt x="194213" y="1934908"/>
                      </a:cubicBezTo>
                      <a:cubicBezTo>
                        <a:pt x="194213" y="1934908"/>
                        <a:pt x="191832" y="1934936"/>
                        <a:pt x="190641" y="1934908"/>
                      </a:cubicBezTo>
                      <a:cubicBezTo>
                        <a:pt x="163114" y="1934279"/>
                        <a:pt x="137987" y="1919744"/>
                        <a:pt x="112888" y="1909686"/>
                      </a:cubicBezTo>
                      <a:cubicBezTo>
                        <a:pt x="101049" y="1904342"/>
                        <a:pt x="88247" y="1900789"/>
                        <a:pt x="81894" y="1888692"/>
                      </a:cubicBezTo>
                      <a:close/>
                      <a:moveTo>
                        <a:pt x="305236" y="2864319"/>
                      </a:moveTo>
                      <a:cubicBezTo>
                        <a:pt x="245534" y="2708843"/>
                        <a:pt x="290044" y="2545822"/>
                        <a:pt x="302950" y="2386555"/>
                      </a:cubicBezTo>
                      <a:cubicBezTo>
                        <a:pt x="306236" y="2303468"/>
                        <a:pt x="302712" y="2218496"/>
                        <a:pt x="281538" y="2137790"/>
                      </a:cubicBezTo>
                      <a:cubicBezTo>
                        <a:pt x="396124" y="2144105"/>
                        <a:pt x="511548" y="2132056"/>
                        <a:pt x="622562" y="2103043"/>
                      </a:cubicBezTo>
                      <a:cubicBezTo>
                        <a:pt x="562564" y="2445753"/>
                        <a:pt x="542609" y="2794577"/>
                        <a:pt x="548000" y="3142202"/>
                      </a:cubicBezTo>
                      <a:cubicBezTo>
                        <a:pt x="505976" y="3173272"/>
                        <a:pt x="451216" y="3175244"/>
                        <a:pt x="401344" y="3166909"/>
                      </a:cubicBezTo>
                      <a:cubicBezTo>
                        <a:pt x="368901" y="3066192"/>
                        <a:pt x="336278" y="2965484"/>
                        <a:pt x="305236" y="2864319"/>
                      </a:cubicBezTo>
                      <a:close/>
                      <a:moveTo>
                        <a:pt x="406344" y="3182226"/>
                      </a:moveTo>
                      <a:cubicBezTo>
                        <a:pt x="453541" y="3190369"/>
                        <a:pt x="505299" y="3190836"/>
                        <a:pt x="548486" y="3167376"/>
                      </a:cubicBezTo>
                      <a:cubicBezTo>
                        <a:pt x="550029" y="3208476"/>
                        <a:pt x="548429" y="3250053"/>
                        <a:pt x="555077" y="3290744"/>
                      </a:cubicBezTo>
                      <a:cubicBezTo>
                        <a:pt x="510243" y="3265065"/>
                        <a:pt x="479725" y="3333321"/>
                        <a:pt x="480849" y="3370592"/>
                      </a:cubicBezTo>
                      <a:cubicBezTo>
                        <a:pt x="473524" y="3360734"/>
                        <a:pt x="465323" y="3351847"/>
                        <a:pt x="455636" y="3344275"/>
                      </a:cubicBezTo>
                      <a:cubicBezTo>
                        <a:pt x="445454" y="3289696"/>
                        <a:pt x="421984" y="3236090"/>
                        <a:pt x="406344" y="3182226"/>
                      </a:cubicBezTo>
                      <a:close/>
                      <a:moveTo>
                        <a:pt x="740691" y="3726332"/>
                      </a:moveTo>
                      <a:cubicBezTo>
                        <a:pt x="729928" y="3730199"/>
                        <a:pt x="718764" y="3730589"/>
                        <a:pt x="707420" y="3731933"/>
                      </a:cubicBezTo>
                      <a:cubicBezTo>
                        <a:pt x="614561" y="3737476"/>
                        <a:pt x="494822" y="3734961"/>
                        <a:pt x="437739" y="3649322"/>
                      </a:cubicBezTo>
                      <a:cubicBezTo>
                        <a:pt x="417117" y="3618804"/>
                        <a:pt x="406639" y="3580980"/>
                        <a:pt x="380303" y="3554615"/>
                      </a:cubicBezTo>
                      <a:cubicBezTo>
                        <a:pt x="385284" y="3535536"/>
                        <a:pt x="384561" y="3522001"/>
                        <a:pt x="386999" y="3504504"/>
                      </a:cubicBezTo>
                      <a:cubicBezTo>
                        <a:pt x="420508" y="3529945"/>
                        <a:pt x="419765" y="3578027"/>
                        <a:pt x="442854" y="3610936"/>
                      </a:cubicBezTo>
                      <a:cubicBezTo>
                        <a:pt x="495565" y="3690280"/>
                        <a:pt x="600273" y="3703033"/>
                        <a:pt x="687979" y="3694985"/>
                      </a:cubicBezTo>
                      <a:cubicBezTo>
                        <a:pt x="706744" y="3693423"/>
                        <a:pt x="729985" y="3694794"/>
                        <a:pt x="744301" y="3680860"/>
                      </a:cubicBezTo>
                      <a:cubicBezTo>
                        <a:pt x="744958" y="3694804"/>
                        <a:pt x="746711" y="3708901"/>
                        <a:pt x="743386" y="3722674"/>
                      </a:cubicBezTo>
                      <a:cubicBezTo>
                        <a:pt x="742243" y="3723693"/>
                        <a:pt x="741329" y="3724960"/>
                        <a:pt x="740691" y="3726332"/>
                      </a:cubicBezTo>
                      <a:close/>
                      <a:moveTo>
                        <a:pt x="764075" y="3507161"/>
                      </a:moveTo>
                      <a:cubicBezTo>
                        <a:pt x="727765" y="3514439"/>
                        <a:pt x="689932" y="3513162"/>
                        <a:pt x="653956" y="3504647"/>
                      </a:cubicBezTo>
                      <a:cubicBezTo>
                        <a:pt x="615694" y="3498237"/>
                        <a:pt x="614742" y="3485168"/>
                        <a:pt x="607217" y="3450612"/>
                      </a:cubicBezTo>
                      <a:cubicBezTo>
                        <a:pt x="661614" y="3468643"/>
                        <a:pt x="746187" y="3491836"/>
                        <a:pt x="790421" y="3443249"/>
                      </a:cubicBezTo>
                      <a:cubicBezTo>
                        <a:pt x="794345" y="3460679"/>
                        <a:pt x="795431" y="3478529"/>
                        <a:pt x="799527" y="3495865"/>
                      </a:cubicBezTo>
                      <a:cubicBezTo>
                        <a:pt x="788582" y="3501885"/>
                        <a:pt x="776181" y="3504485"/>
                        <a:pt x="764075" y="3507161"/>
                      </a:cubicBezTo>
                      <a:close/>
                      <a:moveTo>
                        <a:pt x="702753" y="3040218"/>
                      </a:moveTo>
                      <a:cubicBezTo>
                        <a:pt x="695076" y="3051143"/>
                        <a:pt x="688837" y="3062830"/>
                        <a:pt x="682531" y="3074555"/>
                      </a:cubicBezTo>
                      <a:cubicBezTo>
                        <a:pt x="638726" y="3052248"/>
                        <a:pt x="602797" y="3105149"/>
                        <a:pt x="595168" y="3143087"/>
                      </a:cubicBezTo>
                      <a:cubicBezTo>
                        <a:pt x="588967" y="3136191"/>
                        <a:pt x="584128" y="3127562"/>
                        <a:pt x="583071" y="3118208"/>
                      </a:cubicBezTo>
                      <a:cubicBezTo>
                        <a:pt x="582728" y="3115227"/>
                        <a:pt x="581176" y="3113074"/>
                        <a:pt x="579156" y="3111788"/>
                      </a:cubicBezTo>
                      <a:cubicBezTo>
                        <a:pt x="578166" y="3062668"/>
                        <a:pt x="577756" y="3013538"/>
                        <a:pt x="577937" y="2964408"/>
                      </a:cubicBezTo>
                      <a:cubicBezTo>
                        <a:pt x="599968" y="2956769"/>
                        <a:pt x="611370" y="2931318"/>
                        <a:pt x="624276" y="2913163"/>
                      </a:cubicBezTo>
                      <a:cubicBezTo>
                        <a:pt x="651070" y="2950721"/>
                        <a:pt x="689818" y="2981324"/>
                        <a:pt x="732118" y="2999393"/>
                      </a:cubicBezTo>
                      <a:cubicBezTo>
                        <a:pt x="722184" y="3012900"/>
                        <a:pt x="712392" y="3026501"/>
                        <a:pt x="702753" y="3040218"/>
                      </a:cubicBezTo>
                      <a:close/>
                      <a:moveTo>
                        <a:pt x="1174869" y="2460783"/>
                      </a:moveTo>
                      <a:cubicBezTo>
                        <a:pt x="1033213" y="2635472"/>
                        <a:pt x="879270" y="2800454"/>
                        <a:pt x="745377" y="2981382"/>
                      </a:cubicBezTo>
                      <a:cubicBezTo>
                        <a:pt x="706372" y="2955769"/>
                        <a:pt x="660185" y="2934042"/>
                        <a:pt x="637468" y="2890808"/>
                      </a:cubicBezTo>
                      <a:cubicBezTo>
                        <a:pt x="705172" y="2770555"/>
                        <a:pt x="728965" y="2627080"/>
                        <a:pt x="817624" y="2518495"/>
                      </a:cubicBezTo>
                      <a:cubicBezTo>
                        <a:pt x="838608" y="2492892"/>
                        <a:pt x="862192" y="2469213"/>
                        <a:pt x="889052" y="2449782"/>
                      </a:cubicBezTo>
                      <a:cubicBezTo>
                        <a:pt x="901235" y="2440323"/>
                        <a:pt x="918503" y="2430474"/>
                        <a:pt x="915455" y="2412796"/>
                      </a:cubicBezTo>
                      <a:cubicBezTo>
                        <a:pt x="902406" y="2363761"/>
                        <a:pt x="879689" y="2317756"/>
                        <a:pt x="861458" y="2270474"/>
                      </a:cubicBezTo>
                      <a:cubicBezTo>
                        <a:pt x="829302" y="2196684"/>
                        <a:pt x="802346" y="2120417"/>
                        <a:pt x="768132" y="2047617"/>
                      </a:cubicBezTo>
                      <a:cubicBezTo>
                        <a:pt x="870193" y="2007841"/>
                        <a:pt x="1029870" y="1926916"/>
                        <a:pt x="1137131" y="1934841"/>
                      </a:cubicBezTo>
                      <a:cubicBezTo>
                        <a:pt x="1165820" y="2081802"/>
                        <a:pt x="1180908" y="2230859"/>
                        <a:pt x="1189099" y="2380221"/>
                      </a:cubicBezTo>
                      <a:cubicBezTo>
                        <a:pt x="1190576" y="2399775"/>
                        <a:pt x="1189880" y="2420102"/>
                        <a:pt x="1196357" y="2438733"/>
                      </a:cubicBezTo>
                      <a:cubicBezTo>
                        <a:pt x="1189147" y="2446029"/>
                        <a:pt x="1181965" y="2453363"/>
                        <a:pt x="1174869" y="2460783"/>
                      </a:cubicBezTo>
                      <a:close/>
                    </a:path>
                  </a:pathLst>
                </a:custGeom>
                <a:solidFill>
                  <a:srgbClr val="000000"/>
                </a:solidFill>
                <a:ln w="9525" cap="flat">
                  <a:noFill/>
                  <a:prstDash val="solid"/>
                  <a:miter/>
                </a:ln>
              </p:spPr>
              <p:txBody>
                <a:bodyPr rtlCol="0" anchor="ctr"/>
                <a:lstStyle/>
                <a:p>
                  <a:endParaRPr lang="en-US"/>
                </a:p>
              </p:txBody>
            </p:sp>
          </p:grpSp>
        </p:grpSp>
        <p:grpSp>
          <p:nvGrpSpPr>
            <p:cNvPr id="5" name="Графіка 6" descr="Girl wearing necklace">
              <a:extLst>
                <a:ext uri="{FF2B5EF4-FFF2-40B4-BE49-F238E27FC236}">
                  <a16:creationId xmlns:a16="http://schemas.microsoft.com/office/drawing/2014/main" id="{CFB5F495-381B-14CD-F9DE-E36C8E17F8DC}"/>
                </a:ext>
              </a:extLst>
            </p:cNvPr>
            <p:cNvGrpSpPr/>
            <p:nvPr/>
          </p:nvGrpSpPr>
          <p:grpSpPr>
            <a:xfrm>
              <a:off x="9884872" y="2761214"/>
              <a:ext cx="361204" cy="817610"/>
              <a:chOff x="9884872" y="2761214"/>
              <a:chExt cx="361204" cy="817610"/>
            </a:xfrm>
          </p:grpSpPr>
          <p:sp>
            <p:nvSpPr>
              <p:cNvPr id="18" name="Полілінія: фігура 17">
                <a:extLst>
                  <a:ext uri="{FF2B5EF4-FFF2-40B4-BE49-F238E27FC236}">
                    <a16:creationId xmlns:a16="http://schemas.microsoft.com/office/drawing/2014/main" id="{937484BB-68D4-5092-E6EE-D5E0FE886B73}"/>
                  </a:ext>
                </a:extLst>
              </p:cNvPr>
              <p:cNvSpPr/>
              <p:nvPr/>
            </p:nvSpPr>
            <p:spPr>
              <a:xfrm>
                <a:off x="10176641" y="3452027"/>
                <a:ext cx="64465" cy="118792"/>
              </a:xfrm>
              <a:custGeom>
                <a:avLst/>
                <a:gdLst>
                  <a:gd name="connsiteX0" fmla="*/ 18078 w 64465"/>
                  <a:gd name="connsiteY0" fmla="*/ 907 h 118792"/>
                  <a:gd name="connsiteX1" fmla="*/ 0 w 64465"/>
                  <a:gd name="connsiteY1" fmla="*/ 69649 h 118792"/>
                  <a:gd name="connsiteX2" fmla="*/ 40662 w 64465"/>
                  <a:gd name="connsiteY2" fmla="*/ 117951 h 118792"/>
                  <a:gd name="connsiteX3" fmla="*/ 44710 w 64465"/>
                  <a:gd name="connsiteY3" fmla="*/ 117160 h 118792"/>
                  <a:gd name="connsiteX4" fmla="*/ 64465 w 64465"/>
                  <a:gd name="connsiteY4" fmla="*/ 56162 h 118792"/>
                  <a:gd name="connsiteX5" fmla="*/ 20203 w 64465"/>
                  <a:gd name="connsiteY5" fmla="*/ 460 h 118792"/>
                  <a:gd name="connsiteX6" fmla="*/ 18078 w 64465"/>
                  <a:gd name="connsiteY6" fmla="*/ 90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65" h="118792">
                    <a:moveTo>
                      <a:pt x="18078" y="907"/>
                    </a:moveTo>
                    <a:lnTo>
                      <a:pt x="0" y="69649"/>
                    </a:lnTo>
                    <a:lnTo>
                      <a:pt x="40662" y="117951"/>
                    </a:lnTo>
                    <a:cubicBezTo>
                      <a:pt x="41853" y="119370"/>
                      <a:pt x="44139" y="118922"/>
                      <a:pt x="44710" y="117160"/>
                    </a:cubicBezTo>
                    <a:lnTo>
                      <a:pt x="64465" y="56162"/>
                    </a:lnTo>
                    <a:lnTo>
                      <a:pt x="20203" y="460"/>
                    </a:lnTo>
                    <a:cubicBezTo>
                      <a:pt x="19583" y="-321"/>
                      <a:pt x="18336" y="-64"/>
                      <a:pt x="18078" y="907"/>
                    </a:cubicBezTo>
                    <a:close/>
                  </a:path>
                </a:pathLst>
              </a:custGeom>
              <a:solidFill>
                <a:srgbClr val="FFFFFF"/>
              </a:solidFill>
              <a:ln w="9525" cap="flat">
                <a:noFill/>
                <a:prstDash val="solid"/>
                <a:miter/>
              </a:ln>
            </p:spPr>
            <p:txBody>
              <a:bodyPr rtlCol="0" anchor="ctr"/>
              <a:lstStyle/>
              <a:p>
                <a:endParaRPr lang="en-US"/>
              </a:p>
            </p:txBody>
          </p:sp>
          <p:sp>
            <p:nvSpPr>
              <p:cNvPr id="19" name="Полілінія: фігура 18">
                <a:extLst>
                  <a:ext uri="{FF2B5EF4-FFF2-40B4-BE49-F238E27FC236}">
                    <a16:creationId xmlns:a16="http://schemas.microsoft.com/office/drawing/2014/main" id="{AB39519B-B1D6-AF07-5D27-F179058CBBF4}"/>
                  </a:ext>
                </a:extLst>
              </p:cNvPr>
              <p:cNvSpPr/>
              <p:nvPr/>
            </p:nvSpPr>
            <p:spPr>
              <a:xfrm>
                <a:off x="10166411" y="3380315"/>
                <a:ext cx="44862" cy="67204"/>
              </a:xfrm>
              <a:custGeom>
                <a:avLst/>
                <a:gdLst>
                  <a:gd name="connsiteX0" fmla="*/ 16602 w 44862"/>
                  <a:gd name="connsiteY0" fmla="*/ 781 h 67204"/>
                  <a:gd name="connsiteX1" fmla="*/ 0 w 44862"/>
                  <a:gd name="connsiteY1" fmla="*/ 38919 h 67204"/>
                  <a:gd name="connsiteX2" fmla="*/ 28108 w 44862"/>
                  <a:gd name="connsiteY2" fmla="*/ 66542 h 67204"/>
                  <a:gd name="connsiteX3" fmla="*/ 31890 w 44862"/>
                  <a:gd name="connsiteY3" fmla="*/ 65684 h 67204"/>
                  <a:gd name="connsiteX4" fmla="*/ 44863 w 44862"/>
                  <a:gd name="connsiteY4" fmla="*/ 29661 h 67204"/>
                  <a:gd name="connsiteX5" fmla="*/ 18755 w 44862"/>
                  <a:gd name="connsiteY5" fmla="*/ 438 h 67204"/>
                  <a:gd name="connsiteX6" fmla="*/ 16602 w 44862"/>
                  <a:gd name="connsiteY6" fmla="*/ 781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62" h="67204">
                    <a:moveTo>
                      <a:pt x="16602" y="781"/>
                    </a:moveTo>
                    <a:lnTo>
                      <a:pt x="0" y="38919"/>
                    </a:lnTo>
                    <a:lnTo>
                      <a:pt x="28108" y="66542"/>
                    </a:lnTo>
                    <a:cubicBezTo>
                      <a:pt x="29308" y="67723"/>
                      <a:pt x="31318" y="67256"/>
                      <a:pt x="31890" y="65684"/>
                    </a:cubicBezTo>
                    <a:lnTo>
                      <a:pt x="44863" y="29661"/>
                    </a:lnTo>
                    <a:lnTo>
                      <a:pt x="18755" y="438"/>
                    </a:lnTo>
                    <a:cubicBezTo>
                      <a:pt x="18136" y="-276"/>
                      <a:pt x="16983" y="-86"/>
                      <a:pt x="16602" y="781"/>
                    </a:cubicBezTo>
                    <a:close/>
                  </a:path>
                </a:pathLst>
              </a:custGeom>
              <a:solidFill>
                <a:srgbClr val="FFFFFF"/>
              </a:solidFill>
              <a:ln w="9525" cap="flat">
                <a:noFill/>
                <a:prstDash val="solid"/>
                <a:miter/>
              </a:ln>
            </p:spPr>
            <p:txBody>
              <a:bodyPr rtlCol="0" anchor="ctr"/>
              <a:lstStyle/>
              <a:p>
                <a:endParaRPr lang="en-US"/>
              </a:p>
            </p:txBody>
          </p:sp>
          <p:grpSp>
            <p:nvGrpSpPr>
              <p:cNvPr id="20" name="Графіка 6" descr="Girl wearing necklace">
                <a:extLst>
                  <a:ext uri="{FF2B5EF4-FFF2-40B4-BE49-F238E27FC236}">
                    <a16:creationId xmlns:a16="http://schemas.microsoft.com/office/drawing/2014/main" id="{1C0C965E-6B82-F916-FDC1-9A5EE16908D0}"/>
                  </a:ext>
                </a:extLst>
              </p:cNvPr>
              <p:cNvGrpSpPr/>
              <p:nvPr/>
            </p:nvGrpSpPr>
            <p:grpSpPr>
              <a:xfrm>
                <a:off x="9884872" y="2761214"/>
                <a:ext cx="361204" cy="817610"/>
                <a:chOff x="9884872" y="2761214"/>
                <a:chExt cx="361204" cy="817610"/>
              </a:xfrm>
              <a:solidFill>
                <a:srgbClr val="000000"/>
              </a:solidFill>
            </p:grpSpPr>
            <p:sp>
              <p:nvSpPr>
                <p:cNvPr id="21" name="Полілінія: фігура 20">
                  <a:extLst>
                    <a:ext uri="{FF2B5EF4-FFF2-40B4-BE49-F238E27FC236}">
                      <a16:creationId xmlns:a16="http://schemas.microsoft.com/office/drawing/2014/main" id="{B64DF481-C69C-91C8-56EC-AC216834FA00}"/>
                    </a:ext>
                  </a:extLst>
                </p:cNvPr>
                <p:cNvSpPr/>
                <p:nvPr/>
              </p:nvSpPr>
              <p:spPr>
                <a:xfrm>
                  <a:off x="9884872" y="2761214"/>
                  <a:ext cx="361204" cy="817610"/>
                </a:xfrm>
                <a:custGeom>
                  <a:avLst/>
                  <a:gdLst>
                    <a:gd name="connsiteX0" fmla="*/ 330136 w 361204"/>
                    <a:gd name="connsiteY0" fmla="*/ 127449 h 817610"/>
                    <a:gd name="connsiteX1" fmla="*/ 282997 w 361204"/>
                    <a:gd name="connsiteY1" fmla="*/ 1081 h 817610"/>
                    <a:gd name="connsiteX2" fmla="*/ 279406 w 361204"/>
                    <a:gd name="connsiteY2" fmla="*/ 2643 h 817610"/>
                    <a:gd name="connsiteX3" fmla="*/ 309333 w 361204"/>
                    <a:gd name="connsiteY3" fmla="*/ 453976 h 817610"/>
                    <a:gd name="connsiteX4" fmla="*/ 306914 w 361204"/>
                    <a:gd name="connsiteY4" fmla="*/ 470740 h 817610"/>
                    <a:gd name="connsiteX5" fmla="*/ 306990 w 361204"/>
                    <a:gd name="connsiteY5" fmla="*/ 470816 h 817610"/>
                    <a:gd name="connsiteX6" fmla="*/ 307809 w 361204"/>
                    <a:gd name="connsiteY6" fmla="*/ 471435 h 817610"/>
                    <a:gd name="connsiteX7" fmla="*/ 304647 w 361204"/>
                    <a:gd name="connsiteY7" fmla="*/ 506097 h 817610"/>
                    <a:gd name="connsiteX8" fmla="*/ 299065 w 361204"/>
                    <a:gd name="connsiteY8" fmla="*/ 511326 h 817610"/>
                    <a:gd name="connsiteX9" fmla="*/ 297989 w 361204"/>
                    <a:gd name="connsiteY9" fmla="*/ 520327 h 817610"/>
                    <a:gd name="connsiteX10" fmla="*/ 302171 w 361204"/>
                    <a:gd name="connsiteY10" fmla="*/ 526613 h 817610"/>
                    <a:gd name="connsiteX11" fmla="*/ 302656 w 361204"/>
                    <a:gd name="connsiteY11" fmla="*/ 526890 h 817610"/>
                    <a:gd name="connsiteX12" fmla="*/ 300228 w 361204"/>
                    <a:gd name="connsiteY12" fmla="*/ 552179 h 817610"/>
                    <a:gd name="connsiteX13" fmla="*/ 298446 w 361204"/>
                    <a:gd name="connsiteY13" fmla="*/ 552683 h 817610"/>
                    <a:gd name="connsiteX14" fmla="*/ 295846 w 361204"/>
                    <a:gd name="connsiteY14" fmla="*/ 554245 h 817610"/>
                    <a:gd name="connsiteX15" fmla="*/ 297389 w 361204"/>
                    <a:gd name="connsiteY15" fmla="*/ 573514 h 817610"/>
                    <a:gd name="connsiteX16" fmla="*/ 297770 w 361204"/>
                    <a:gd name="connsiteY16" fmla="*/ 573667 h 817610"/>
                    <a:gd name="connsiteX17" fmla="*/ 294665 w 361204"/>
                    <a:gd name="connsiteY17" fmla="*/ 598556 h 817610"/>
                    <a:gd name="connsiteX18" fmla="*/ 279816 w 361204"/>
                    <a:gd name="connsiteY18" fmla="*/ 573343 h 817610"/>
                    <a:gd name="connsiteX19" fmla="*/ 281273 w 361204"/>
                    <a:gd name="connsiteY19" fmla="*/ 571143 h 817610"/>
                    <a:gd name="connsiteX20" fmla="*/ 281597 w 361204"/>
                    <a:gd name="connsiteY20" fmla="*/ 563513 h 817610"/>
                    <a:gd name="connsiteX21" fmla="*/ 280377 w 361204"/>
                    <a:gd name="connsiteY21" fmla="*/ 560684 h 817610"/>
                    <a:gd name="connsiteX22" fmla="*/ 274815 w 361204"/>
                    <a:gd name="connsiteY22" fmla="*/ 555779 h 817610"/>
                    <a:gd name="connsiteX23" fmla="*/ 268395 w 361204"/>
                    <a:gd name="connsiteY23" fmla="*/ 555169 h 817610"/>
                    <a:gd name="connsiteX24" fmla="*/ 255479 w 361204"/>
                    <a:gd name="connsiteY24" fmla="*/ 534586 h 817610"/>
                    <a:gd name="connsiteX25" fmla="*/ 258403 w 361204"/>
                    <a:gd name="connsiteY25" fmla="*/ 529662 h 817610"/>
                    <a:gd name="connsiteX26" fmla="*/ 257708 w 361204"/>
                    <a:gd name="connsiteY26" fmla="*/ 522156 h 817610"/>
                    <a:gd name="connsiteX27" fmla="*/ 254003 w 361204"/>
                    <a:gd name="connsiteY27" fmla="*/ 517460 h 817610"/>
                    <a:gd name="connsiteX28" fmla="*/ 251402 w 361204"/>
                    <a:gd name="connsiteY28" fmla="*/ 515984 h 817610"/>
                    <a:gd name="connsiteX29" fmla="*/ 243601 w 361204"/>
                    <a:gd name="connsiteY29" fmla="*/ 515631 h 817610"/>
                    <a:gd name="connsiteX30" fmla="*/ 223856 w 361204"/>
                    <a:gd name="connsiteY30" fmla="*/ 484475 h 817610"/>
                    <a:gd name="connsiteX31" fmla="*/ 212683 w 361204"/>
                    <a:gd name="connsiteY31" fmla="*/ 467016 h 817610"/>
                    <a:gd name="connsiteX32" fmla="*/ 64922 w 361204"/>
                    <a:gd name="connsiteY32" fmla="*/ 230986 h 817610"/>
                    <a:gd name="connsiteX33" fmla="*/ 6162 w 361204"/>
                    <a:gd name="connsiteY33" fmla="*/ 34219 h 817610"/>
                    <a:gd name="connsiteX34" fmla="*/ 1381 w 361204"/>
                    <a:gd name="connsiteY34" fmla="*/ 34247 h 817610"/>
                    <a:gd name="connsiteX35" fmla="*/ 204511 w 361204"/>
                    <a:gd name="connsiteY35" fmla="*/ 472054 h 817610"/>
                    <a:gd name="connsiteX36" fmla="*/ 216179 w 361204"/>
                    <a:gd name="connsiteY36" fmla="*/ 490256 h 817610"/>
                    <a:gd name="connsiteX37" fmla="*/ 236458 w 361204"/>
                    <a:gd name="connsiteY37" fmla="*/ 522308 h 817610"/>
                    <a:gd name="connsiteX38" fmla="*/ 235743 w 361204"/>
                    <a:gd name="connsiteY38" fmla="*/ 523861 h 817610"/>
                    <a:gd name="connsiteX39" fmla="*/ 236229 w 361204"/>
                    <a:gd name="connsiteY39" fmla="*/ 531490 h 817610"/>
                    <a:gd name="connsiteX40" fmla="*/ 239934 w 361204"/>
                    <a:gd name="connsiteY40" fmla="*/ 536177 h 817610"/>
                    <a:gd name="connsiteX41" fmla="*/ 242535 w 361204"/>
                    <a:gd name="connsiteY41" fmla="*/ 537653 h 817610"/>
                    <a:gd name="connsiteX42" fmla="*/ 246630 w 361204"/>
                    <a:gd name="connsiteY42" fmla="*/ 538424 h 817610"/>
                    <a:gd name="connsiteX43" fmla="*/ 260432 w 361204"/>
                    <a:gd name="connsiteY43" fmla="*/ 560618 h 817610"/>
                    <a:gd name="connsiteX44" fmla="*/ 259213 w 361204"/>
                    <a:gd name="connsiteY44" fmla="*/ 562675 h 817610"/>
                    <a:gd name="connsiteX45" fmla="*/ 258889 w 361204"/>
                    <a:gd name="connsiteY45" fmla="*/ 570257 h 817610"/>
                    <a:gd name="connsiteX46" fmla="*/ 260099 w 361204"/>
                    <a:gd name="connsiteY46" fmla="*/ 573067 h 817610"/>
                    <a:gd name="connsiteX47" fmla="*/ 265633 w 361204"/>
                    <a:gd name="connsiteY47" fmla="*/ 577934 h 817610"/>
                    <a:gd name="connsiteX48" fmla="*/ 271395 w 361204"/>
                    <a:gd name="connsiteY48" fmla="*/ 578687 h 817610"/>
                    <a:gd name="connsiteX49" fmla="*/ 293598 w 361204"/>
                    <a:gd name="connsiteY49" fmla="*/ 618692 h 817610"/>
                    <a:gd name="connsiteX50" fmla="*/ 293760 w 361204"/>
                    <a:gd name="connsiteY50" fmla="*/ 621035 h 817610"/>
                    <a:gd name="connsiteX51" fmla="*/ 276739 w 361204"/>
                    <a:gd name="connsiteY51" fmla="*/ 657392 h 817610"/>
                    <a:gd name="connsiteX52" fmla="*/ 298399 w 361204"/>
                    <a:gd name="connsiteY52" fmla="*/ 681204 h 817610"/>
                    <a:gd name="connsiteX53" fmla="*/ 305962 w 361204"/>
                    <a:gd name="connsiteY53" fmla="*/ 691301 h 817610"/>
                    <a:gd name="connsiteX54" fmla="*/ 287245 w 361204"/>
                    <a:gd name="connsiteY54" fmla="*/ 755766 h 817610"/>
                    <a:gd name="connsiteX55" fmla="*/ 296132 w 361204"/>
                    <a:gd name="connsiteY55" fmla="*/ 774597 h 817610"/>
                    <a:gd name="connsiteX56" fmla="*/ 330879 w 361204"/>
                    <a:gd name="connsiteY56" fmla="*/ 815821 h 817610"/>
                    <a:gd name="connsiteX57" fmla="*/ 339251 w 361204"/>
                    <a:gd name="connsiteY57" fmla="*/ 814630 h 817610"/>
                    <a:gd name="connsiteX58" fmla="*/ 360835 w 361204"/>
                    <a:gd name="connsiteY58" fmla="*/ 748603 h 817610"/>
                    <a:gd name="connsiteX59" fmla="*/ 360130 w 361204"/>
                    <a:gd name="connsiteY59" fmla="*/ 743622 h 817610"/>
                    <a:gd name="connsiteX60" fmla="*/ 317182 w 361204"/>
                    <a:gd name="connsiteY60" fmla="*/ 686948 h 817610"/>
                    <a:gd name="connsiteX61" fmla="*/ 328222 w 361204"/>
                    <a:gd name="connsiteY61" fmla="*/ 661211 h 817610"/>
                    <a:gd name="connsiteX62" fmla="*/ 331689 w 361204"/>
                    <a:gd name="connsiteY62" fmla="*/ 647962 h 817610"/>
                    <a:gd name="connsiteX63" fmla="*/ 305343 w 361204"/>
                    <a:gd name="connsiteY63" fmla="*/ 616682 h 817610"/>
                    <a:gd name="connsiteX64" fmla="*/ 309333 w 361204"/>
                    <a:gd name="connsiteY64" fmla="*/ 573219 h 817610"/>
                    <a:gd name="connsiteX65" fmla="*/ 313239 w 361204"/>
                    <a:gd name="connsiteY65" fmla="*/ 569123 h 817610"/>
                    <a:gd name="connsiteX66" fmla="*/ 314363 w 361204"/>
                    <a:gd name="connsiteY66" fmla="*/ 566352 h 817610"/>
                    <a:gd name="connsiteX67" fmla="*/ 313877 w 361204"/>
                    <a:gd name="connsiteY67" fmla="*/ 558722 h 817610"/>
                    <a:gd name="connsiteX68" fmla="*/ 310943 w 361204"/>
                    <a:gd name="connsiteY68" fmla="*/ 554988 h 817610"/>
                    <a:gd name="connsiteX69" fmla="*/ 313544 w 361204"/>
                    <a:gd name="connsiteY69" fmla="*/ 528128 h 817610"/>
                    <a:gd name="connsiteX70" fmla="*/ 320725 w 361204"/>
                    <a:gd name="connsiteY70" fmla="*/ 522089 h 817610"/>
                    <a:gd name="connsiteX71" fmla="*/ 321802 w 361204"/>
                    <a:gd name="connsiteY71" fmla="*/ 513088 h 817610"/>
                    <a:gd name="connsiteX72" fmla="*/ 317620 w 361204"/>
                    <a:gd name="connsiteY72" fmla="*/ 506811 h 817610"/>
                    <a:gd name="connsiteX73" fmla="*/ 315706 w 361204"/>
                    <a:gd name="connsiteY73" fmla="*/ 505725 h 817610"/>
                    <a:gd name="connsiteX74" fmla="*/ 318392 w 361204"/>
                    <a:gd name="connsiteY74" fmla="*/ 474921 h 817610"/>
                    <a:gd name="connsiteX75" fmla="*/ 326926 w 361204"/>
                    <a:gd name="connsiteY75" fmla="*/ 467968 h 817610"/>
                    <a:gd name="connsiteX76" fmla="*/ 326983 w 361204"/>
                    <a:gd name="connsiteY76" fmla="*/ 467873 h 817610"/>
                    <a:gd name="connsiteX77" fmla="*/ 320325 w 361204"/>
                    <a:gd name="connsiteY77" fmla="*/ 452528 h 817610"/>
                    <a:gd name="connsiteX78" fmla="*/ 330136 w 361204"/>
                    <a:gd name="connsiteY78" fmla="*/ 127449 h 817610"/>
                    <a:gd name="connsiteX79" fmla="*/ 332413 w 361204"/>
                    <a:gd name="connsiteY79" fmla="*/ 723457 h 817610"/>
                    <a:gd name="connsiteX80" fmla="*/ 350672 w 361204"/>
                    <a:gd name="connsiteY80" fmla="*/ 747755 h 817610"/>
                    <a:gd name="connsiteX81" fmla="*/ 332822 w 361204"/>
                    <a:gd name="connsiteY81" fmla="*/ 803429 h 817610"/>
                    <a:gd name="connsiteX82" fmla="*/ 296484 w 361204"/>
                    <a:gd name="connsiteY82" fmla="*/ 759033 h 817610"/>
                    <a:gd name="connsiteX83" fmla="*/ 312000 w 361204"/>
                    <a:gd name="connsiteY83" fmla="*/ 697854 h 817610"/>
                    <a:gd name="connsiteX84" fmla="*/ 332413 w 361204"/>
                    <a:gd name="connsiteY84" fmla="*/ 723457 h 817610"/>
                    <a:gd name="connsiteX85" fmla="*/ 317592 w 361204"/>
                    <a:gd name="connsiteY85" fmla="*/ 647533 h 817610"/>
                    <a:gd name="connsiteX86" fmla="*/ 320411 w 361204"/>
                    <a:gd name="connsiteY86" fmla="*/ 651000 h 817610"/>
                    <a:gd name="connsiteX87" fmla="*/ 309714 w 361204"/>
                    <a:gd name="connsiteY87" fmla="*/ 676908 h 817610"/>
                    <a:gd name="connsiteX88" fmla="*/ 287169 w 361204"/>
                    <a:gd name="connsiteY88" fmla="*/ 656620 h 817610"/>
                    <a:gd name="connsiteX89" fmla="*/ 299123 w 361204"/>
                    <a:gd name="connsiteY89" fmla="*/ 627083 h 817610"/>
                    <a:gd name="connsiteX90" fmla="*/ 317592 w 361204"/>
                    <a:gd name="connsiteY90" fmla="*/ 647533 h 81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204" h="817610">
                      <a:moveTo>
                        <a:pt x="330136" y="127449"/>
                      </a:moveTo>
                      <a:cubicBezTo>
                        <a:pt x="320763" y="83263"/>
                        <a:pt x="304828" y="40572"/>
                        <a:pt x="282997" y="1081"/>
                      </a:cubicBezTo>
                      <a:cubicBezTo>
                        <a:pt x="281797" y="-1081"/>
                        <a:pt x="278377" y="291"/>
                        <a:pt x="279406" y="2643"/>
                      </a:cubicBezTo>
                      <a:cubicBezTo>
                        <a:pt x="356054" y="166778"/>
                        <a:pt x="321583" y="283574"/>
                        <a:pt x="309333" y="453976"/>
                      </a:cubicBezTo>
                      <a:cubicBezTo>
                        <a:pt x="303904" y="457567"/>
                        <a:pt x="302761" y="465730"/>
                        <a:pt x="306914" y="470740"/>
                      </a:cubicBezTo>
                      <a:cubicBezTo>
                        <a:pt x="306943" y="470768"/>
                        <a:pt x="306962" y="470787"/>
                        <a:pt x="306990" y="470816"/>
                      </a:cubicBezTo>
                      <a:cubicBezTo>
                        <a:pt x="307209" y="471092"/>
                        <a:pt x="307571" y="471187"/>
                        <a:pt x="307809" y="471435"/>
                      </a:cubicBezTo>
                      <a:cubicBezTo>
                        <a:pt x="306828" y="482998"/>
                        <a:pt x="305790" y="494552"/>
                        <a:pt x="304647" y="506097"/>
                      </a:cubicBezTo>
                      <a:cubicBezTo>
                        <a:pt x="302390" y="507316"/>
                        <a:pt x="300113" y="508916"/>
                        <a:pt x="299065" y="511326"/>
                      </a:cubicBezTo>
                      <a:cubicBezTo>
                        <a:pt x="297351" y="513888"/>
                        <a:pt x="296913" y="517431"/>
                        <a:pt x="297989" y="520327"/>
                      </a:cubicBezTo>
                      <a:cubicBezTo>
                        <a:pt x="298370" y="522956"/>
                        <a:pt x="300275" y="524889"/>
                        <a:pt x="302171" y="526613"/>
                      </a:cubicBezTo>
                      <a:cubicBezTo>
                        <a:pt x="302323" y="526728"/>
                        <a:pt x="302494" y="526775"/>
                        <a:pt x="302656" y="526890"/>
                      </a:cubicBezTo>
                      <a:cubicBezTo>
                        <a:pt x="301847" y="535319"/>
                        <a:pt x="301085" y="543749"/>
                        <a:pt x="300228" y="552179"/>
                      </a:cubicBezTo>
                      <a:cubicBezTo>
                        <a:pt x="299637" y="552350"/>
                        <a:pt x="299037" y="552512"/>
                        <a:pt x="298446" y="552683"/>
                      </a:cubicBezTo>
                      <a:cubicBezTo>
                        <a:pt x="297580" y="553198"/>
                        <a:pt x="296713" y="553722"/>
                        <a:pt x="295846" y="554245"/>
                      </a:cubicBezTo>
                      <a:cubicBezTo>
                        <a:pt x="289407" y="559018"/>
                        <a:pt x="290026" y="570009"/>
                        <a:pt x="297389" y="573514"/>
                      </a:cubicBezTo>
                      <a:cubicBezTo>
                        <a:pt x="297503" y="573600"/>
                        <a:pt x="297656" y="573591"/>
                        <a:pt x="297770" y="573667"/>
                      </a:cubicBezTo>
                      <a:cubicBezTo>
                        <a:pt x="296818" y="581973"/>
                        <a:pt x="295865" y="590279"/>
                        <a:pt x="294665" y="598556"/>
                      </a:cubicBezTo>
                      <a:cubicBezTo>
                        <a:pt x="290141" y="589964"/>
                        <a:pt x="285016" y="581611"/>
                        <a:pt x="279816" y="573343"/>
                      </a:cubicBezTo>
                      <a:cubicBezTo>
                        <a:pt x="280425" y="572714"/>
                        <a:pt x="280873" y="571943"/>
                        <a:pt x="281273" y="571143"/>
                      </a:cubicBezTo>
                      <a:cubicBezTo>
                        <a:pt x="282035" y="568657"/>
                        <a:pt x="282663" y="565990"/>
                        <a:pt x="281597" y="563513"/>
                      </a:cubicBezTo>
                      <a:cubicBezTo>
                        <a:pt x="281444" y="562456"/>
                        <a:pt x="281035" y="561513"/>
                        <a:pt x="280377" y="560684"/>
                      </a:cubicBezTo>
                      <a:cubicBezTo>
                        <a:pt x="279330" y="558294"/>
                        <a:pt x="277044" y="556951"/>
                        <a:pt x="274815" y="555779"/>
                      </a:cubicBezTo>
                      <a:cubicBezTo>
                        <a:pt x="272729" y="555179"/>
                        <a:pt x="270529" y="554531"/>
                        <a:pt x="268395" y="555169"/>
                      </a:cubicBezTo>
                      <a:cubicBezTo>
                        <a:pt x="264090" y="548302"/>
                        <a:pt x="259794" y="541444"/>
                        <a:pt x="255479" y="534586"/>
                      </a:cubicBezTo>
                      <a:cubicBezTo>
                        <a:pt x="257003" y="533471"/>
                        <a:pt x="258013" y="531471"/>
                        <a:pt x="258403" y="529662"/>
                      </a:cubicBezTo>
                      <a:cubicBezTo>
                        <a:pt x="259032" y="526766"/>
                        <a:pt x="258499" y="524632"/>
                        <a:pt x="257708" y="522156"/>
                      </a:cubicBezTo>
                      <a:cubicBezTo>
                        <a:pt x="256879" y="520270"/>
                        <a:pt x="255641" y="518708"/>
                        <a:pt x="254003" y="517460"/>
                      </a:cubicBezTo>
                      <a:cubicBezTo>
                        <a:pt x="253136" y="516965"/>
                        <a:pt x="252269" y="516479"/>
                        <a:pt x="251402" y="515984"/>
                      </a:cubicBezTo>
                      <a:cubicBezTo>
                        <a:pt x="248926" y="514983"/>
                        <a:pt x="246145" y="514802"/>
                        <a:pt x="243601" y="515631"/>
                      </a:cubicBezTo>
                      <a:cubicBezTo>
                        <a:pt x="237039" y="505230"/>
                        <a:pt x="230476" y="494838"/>
                        <a:pt x="223856" y="484475"/>
                      </a:cubicBezTo>
                      <a:cubicBezTo>
                        <a:pt x="228695" y="476912"/>
                        <a:pt x="221551" y="465882"/>
                        <a:pt x="212683" y="467016"/>
                      </a:cubicBezTo>
                      <a:cubicBezTo>
                        <a:pt x="162953" y="388815"/>
                        <a:pt x="109909" y="312053"/>
                        <a:pt x="64922" y="230986"/>
                      </a:cubicBezTo>
                      <a:cubicBezTo>
                        <a:pt x="30556" y="170769"/>
                        <a:pt x="6362" y="104208"/>
                        <a:pt x="6162" y="34219"/>
                      </a:cubicBezTo>
                      <a:cubicBezTo>
                        <a:pt x="6067" y="31447"/>
                        <a:pt x="1733" y="31628"/>
                        <a:pt x="1381" y="34247"/>
                      </a:cubicBezTo>
                      <a:cubicBezTo>
                        <a:pt x="-15945" y="176132"/>
                        <a:pt x="134207" y="351011"/>
                        <a:pt x="204511" y="472054"/>
                      </a:cubicBezTo>
                      <a:cubicBezTo>
                        <a:pt x="197348" y="479731"/>
                        <a:pt x="206254" y="493209"/>
                        <a:pt x="216179" y="490256"/>
                      </a:cubicBezTo>
                      <a:cubicBezTo>
                        <a:pt x="222980" y="500915"/>
                        <a:pt x="229714" y="511612"/>
                        <a:pt x="236458" y="522308"/>
                      </a:cubicBezTo>
                      <a:cubicBezTo>
                        <a:pt x="236258" y="522842"/>
                        <a:pt x="235848" y="523289"/>
                        <a:pt x="235743" y="523861"/>
                      </a:cubicBezTo>
                      <a:cubicBezTo>
                        <a:pt x="234724" y="526356"/>
                        <a:pt x="235438" y="529014"/>
                        <a:pt x="236229" y="531490"/>
                      </a:cubicBezTo>
                      <a:cubicBezTo>
                        <a:pt x="237058" y="533376"/>
                        <a:pt x="238296" y="534938"/>
                        <a:pt x="239934" y="536177"/>
                      </a:cubicBezTo>
                      <a:cubicBezTo>
                        <a:pt x="240801" y="536672"/>
                        <a:pt x="241668" y="537158"/>
                        <a:pt x="242535" y="537653"/>
                      </a:cubicBezTo>
                      <a:cubicBezTo>
                        <a:pt x="243868" y="538196"/>
                        <a:pt x="245240" y="538386"/>
                        <a:pt x="246630" y="538424"/>
                      </a:cubicBezTo>
                      <a:cubicBezTo>
                        <a:pt x="251298" y="545778"/>
                        <a:pt x="255851" y="553207"/>
                        <a:pt x="260432" y="560618"/>
                      </a:cubicBezTo>
                      <a:cubicBezTo>
                        <a:pt x="259899" y="561246"/>
                        <a:pt x="259565" y="561970"/>
                        <a:pt x="259213" y="562675"/>
                      </a:cubicBezTo>
                      <a:cubicBezTo>
                        <a:pt x="258460" y="565142"/>
                        <a:pt x="257832" y="567800"/>
                        <a:pt x="258889" y="570257"/>
                      </a:cubicBezTo>
                      <a:cubicBezTo>
                        <a:pt x="259041" y="571305"/>
                        <a:pt x="259442" y="572238"/>
                        <a:pt x="260099" y="573067"/>
                      </a:cubicBezTo>
                      <a:cubicBezTo>
                        <a:pt x="261137" y="575448"/>
                        <a:pt x="263413" y="576782"/>
                        <a:pt x="265633" y="577934"/>
                      </a:cubicBezTo>
                      <a:cubicBezTo>
                        <a:pt x="267509" y="578439"/>
                        <a:pt x="269452" y="579106"/>
                        <a:pt x="271395" y="578687"/>
                      </a:cubicBezTo>
                      <a:cubicBezTo>
                        <a:pt x="279168" y="591764"/>
                        <a:pt x="287512" y="604737"/>
                        <a:pt x="293598" y="618692"/>
                      </a:cubicBezTo>
                      <a:cubicBezTo>
                        <a:pt x="293646" y="619473"/>
                        <a:pt x="293674" y="620254"/>
                        <a:pt x="293760" y="621035"/>
                      </a:cubicBezTo>
                      <a:cubicBezTo>
                        <a:pt x="288559" y="633141"/>
                        <a:pt x="280444" y="644952"/>
                        <a:pt x="276739" y="657392"/>
                      </a:cubicBezTo>
                      <a:cubicBezTo>
                        <a:pt x="278320" y="666640"/>
                        <a:pt x="292217" y="674051"/>
                        <a:pt x="298399" y="681204"/>
                      </a:cubicBezTo>
                      <a:cubicBezTo>
                        <a:pt x="300266" y="684719"/>
                        <a:pt x="303037" y="688100"/>
                        <a:pt x="305962" y="691301"/>
                      </a:cubicBezTo>
                      <a:cubicBezTo>
                        <a:pt x="297351" y="711884"/>
                        <a:pt x="290960" y="733754"/>
                        <a:pt x="287245" y="755766"/>
                      </a:cubicBezTo>
                      <a:cubicBezTo>
                        <a:pt x="286207" y="763567"/>
                        <a:pt x="291579" y="768672"/>
                        <a:pt x="296132" y="774597"/>
                      </a:cubicBezTo>
                      <a:cubicBezTo>
                        <a:pt x="307105" y="788884"/>
                        <a:pt x="319030" y="802277"/>
                        <a:pt x="330879" y="815821"/>
                      </a:cubicBezTo>
                      <a:cubicBezTo>
                        <a:pt x="333336" y="818621"/>
                        <a:pt x="337689" y="818069"/>
                        <a:pt x="339251" y="814630"/>
                      </a:cubicBezTo>
                      <a:cubicBezTo>
                        <a:pt x="349062" y="793675"/>
                        <a:pt x="354253" y="770501"/>
                        <a:pt x="360835" y="748603"/>
                      </a:cubicBezTo>
                      <a:cubicBezTo>
                        <a:pt x="361464" y="747089"/>
                        <a:pt x="361330" y="744850"/>
                        <a:pt x="360130" y="743622"/>
                      </a:cubicBezTo>
                      <a:cubicBezTo>
                        <a:pt x="346176" y="724381"/>
                        <a:pt x="332012" y="705655"/>
                        <a:pt x="317182" y="686948"/>
                      </a:cubicBezTo>
                      <a:cubicBezTo>
                        <a:pt x="321449" y="678404"/>
                        <a:pt x="324621" y="669965"/>
                        <a:pt x="328222" y="661211"/>
                      </a:cubicBezTo>
                      <a:cubicBezTo>
                        <a:pt x="329660" y="657611"/>
                        <a:pt x="333165" y="651943"/>
                        <a:pt x="331689" y="647962"/>
                      </a:cubicBezTo>
                      <a:cubicBezTo>
                        <a:pt x="325021" y="636341"/>
                        <a:pt x="313772" y="627274"/>
                        <a:pt x="305343" y="616682"/>
                      </a:cubicBezTo>
                      <a:cubicBezTo>
                        <a:pt x="307819" y="602442"/>
                        <a:pt x="307733" y="587640"/>
                        <a:pt x="309333" y="573219"/>
                      </a:cubicBezTo>
                      <a:cubicBezTo>
                        <a:pt x="311057" y="572314"/>
                        <a:pt x="312439" y="570886"/>
                        <a:pt x="313239" y="569123"/>
                      </a:cubicBezTo>
                      <a:cubicBezTo>
                        <a:pt x="313858" y="568295"/>
                        <a:pt x="314229" y="567380"/>
                        <a:pt x="314363" y="566352"/>
                      </a:cubicBezTo>
                      <a:cubicBezTo>
                        <a:pt x="315382" y="563847"/>
                        <a:pt x="314667" y="561199"/>
                        <a:pt x="313877" y="558722"/>
                      </a:cubicBezTo>
                      <a:cubicBezTo>
                        <a:pt x="313029" y="557351"/>
                        <a:pt x="312381" y="555798"/>
                        <a:pt x="310943" y="554988"/>
                      </a:cubicBezTo>
                      <a:cubicBezTo>
                        <a:pt x="311848" y="546035"/>
                        <a:pt x="312677" y="537081"/>
                        <a:pt x="313544" y="528128"/>
                      </a:cubicBezTo>
                      <a:cubicBezTo>
                        <a:pt x="316382" y="526909"/>
                        <a:pt x="319392" y="524985"/>
                        <a:pt x="320725" y="522089"/>
                      </a:cubicBezTo>
                      <a:cubicBezTo>
                        <a:pt x="322449" y="519527"/>
                        <a:pt x="322878" y="515984"/>
                        <a:pt x="321802" y="513088"/>
                      </a:cubicBezTo>
                      <a:cubicBezTo>
                        <a:pt x="321421" y="510450"/>
                        <a:pt x="319516" y="508535"/>
                        <a:pt x="317620" y="506811"/>
                      </a:cubicBezTo>
                      <a:cubicBezTo>
                        <a:pt x="317020" y="506363"/>
                        <a:pt x="316363" y="506049"/>
                        <a:pt x="315706" y="505725"/>
                      </a:cubicBezTo>
                      <a:cubicBezTo>
                        <a:pt x="316677" y="495467"/>
                        <a:pt x="317477" y="485189"/>
                        <a:pt x="318392" y="474921"/>
                      </a:cubicBezTo>
                      <a:cubicBezTo>
                        <a:pt x="322192" y="474245"/>
                        <a:pt x="325488" y="471559"/>
                        <a:pt x="326926" y="467968"/>
                      </a:cubicBezTo>
                      <a:cubicBezTo>
                        <a:pt x="326945" y="467939"/>
                        <a:pt x="326964" y="467911"/>
                        <a:pt x="326983" y="467873"/>
                      </a:cubicBezTo>
                      <a:cubicBezTo>
                        <a:pt x="329526" y="462015"/>
                        <a:pt x="326336" y="454652"/>
                        <a:pt x="320325" y="452528"/>
                      </a:cubicBezTo>
                      <a:cubicBezTo>
                        <a:pt x="325297" y="344505"/>
                        <a:pt x="352405" y="234853"/>
                        <a:pt x="330136" y="127449"/>
                      </a:cubicBezTo>
                      <a:close/>
                      <a:moveTo>
                        <a:pt x="332413" y="723457"/>
                      </a:moveTo>
                      <a:cubicBezTo>
                        <a:pt x="338680" y="731468"/>
                        <a:pt x="344709" y="739488"/>
                        <a:pt x="350672" y="747755"/>
                      </a:cubicBezTo>
                      <a:cubicBezTo>
                        <a:pt x="345243" y="766520"/>
                        <a:pt x="339613" y="785112"/>
                        <a:pt x="332822" y="803429"/>
                      </a:cubicBezTo>
                      <a:cubicBezTo>
                        <a:pt x="319687" y="789456"/>
                        <a:pt x="307962" y="774273"/>
                        <a:pt x="296484" y="759033"/>
                      </a:cubicBezTo>
                      <a:cubicBezTo>
                        <a:pt x="299342" y="738164"/>
                        <a:pt x="306209" y="718037"/>
                        <a:pt x="312000" y="697854"/>
                      </a:cubicBezTo>
                      <a:cubicBezTo>
                        <a:pt x="319058" y="706198"/>
                        <a:pt x="325631" y="714885"/>
                        <a:pt x="332413" y="723457"/>
                      </a:cubicBezTo>
                      <a:close/>
                      <a:moveTo>
                        <a:pt x="317592" y="647533"/>
                      </a:moveTo>
                      <a:cubicBezTo>
                        <a:pt x="318544" y="648676"/>
                        <a:pt x="319468" y="649848"/>
                        <a:pt x="320411" y="651000"/>
                      </a:cubicBezTo>
                      <a:cubicBezTo>
                        <a:pt x="317039" y="659735"/>
                        <a:pt x="313401" y="668326"/>
                        <a:pt x="309714" y="676908"/>
                      </a:cubicBezTo>
                      <a:cubicBezTo>
                        <a:pt x="301904" y="670622"/>
                        <a:pt x="295227" y="662535"/>
                        <a:pt x="287169" y="656620"/>
                      </a:cubicBezTo>
                      <a:cubicBezTo>
                        <a:pt x="291169" y="646781"/>
                        <a:pt x="295132" y="636923"/>
                        <a:pt x="299123" y="627083"/>
                      </a:cubicBezTo>
                      <a:cubicBezTo>
                        <a:pt x="306095" y="634646"/>
                        <a:pt x="311677" y="639980"/>
                        <a:pt x="317592" y="647533"/>
                      </a:cubicBezTo>
                      <a:close/>
                    </a:path>
                  </a:pathLst>
                </a:custGeom>
                <a:solidFill>
                  <a:srgbClr val="000000"/>
                </a:solidFill>
                <a:ln w="9525" cap="flat">
                  <a:noFill/>
                  <a:prstDash val="solid"/>
                  <a:miter/>
                </a:ln>
              </p:spPr>
              <p:txBody>
                <a:bodyPr rtlCol="0" anchor="ctr"/>
                <a:lstStyle/>
                <a:p>
                  <a:endParaRPr lang="en-US"/>
                </a:p>
              </p:txBody>
            </p:sp>
            <p:sp>
              <p:nvSpPr>
                <p:cNvPr id="22" name="Полілінія: фігура 21">
                  <a:extLst>
                    <a:ext uri="{FF2B5EF4-FFF2-40B4-BE49-F238E27FC236}">
                      <a16:creationId xmlns:a16="http://schemas.microsoft.com/office/drawing/2014/main" id="{9AA069D2-8380-C383-BD4D-AB99E5407B04}"/>
                    </a:ext>
                  </a:extLst>
                </p:cNvPr>
                <p:cNvSpPr/>
                <p:nvPr/>
              </p:nvSpPr>
              <p:spPr>
                <a:xfrm>
                  <a:off x="10195652" y="3498779"/>
                  <a:ext cx="22786" cy="23495"/>
                </a:xfrm>
                <a:custGeom>
                  <a:avLst/>
                  <a:gdLst>
                    <a:gd name="connsiteX0" fmla="*/ 13041 w 22786"/>
                    <a:gd name="connsiteY0" fmla="*/ 23335 h 23495"/>
                    <a:gd name="connsiteX1" fmla="*/ 9745 w 22786"/>
                    <a:gd name="connsiteY1" fmla="*/ 161 h 23495"/>
                    <a:gd name="connsiteX2" fmla="*/ 13041 w 22786"/>
                    <a:gd name="connsiteY2" fmla="*/ 23335 h 23495"/>
                  </a:gdLst>
                  <a:ahLst/>
                  <a:cxnLst>
                    <a:cxn ang="0">
                      <a:pos x="connsiteX0" y="connsiteY0"/>
                    </a:cxn>
                    <a:cxn ang="0">
                      <a:pos x="connsiteX1" y="connsiteY1"/>
                    </a:cxn>
                    <a:cxn ang="0">
                      <a:pos x="connsiteX2" y="connsiteY2"/>
                    </a:cxn>
                  </a:cxnLst>
                  <a:rect l="l" t="t" r="r" b="b"/>
                  <a:pathLst>
                    <a:path w="22786" h="23495">
                      <a:moveTo>
                        <a:pt x="13041" y="23335"/>
                      </a:moveTo>
                      <a:cubicBezTo>
                        <a:pt x="28090" y="21440"/>
                        <a:pt x="24709" y="-2163"/>
                        <a:pt x="9745" y="161"/>
                      </a:cubicBezTo>
                      <a:cubicBezTo>
                        <a:pt x="-5304" y="2056"/>
                        <a:pt x="-1923" y="25659"/>
                        <a:pt x="13041" y="23335"/>
                      </a:cubicBezTo>
                      <a:close/>
                    </a:path>
                  </a:pathLst>
                </a:custGeom>
                <a:solidFill>
                  <a:srgbClr val="000000"/>
                </a:solidFill>
                <a:ln w="9525" cap="flat">
                  <a:noFill/>
                  <a:prstDash val="solid"/>
                  <a:miter/>
                </a:ln>
              </p:spPr>
              <p:txBody>
                <a:bodyPr rtlCol="0" anchor="ctr"/>
                <a:lstStyle/>
                <a:p>
                  <a:endParaRPr lang="en-US"/>
                </a:p>
              </p:txBody>
            </p:sp>
          </p:grpSp>
        </p:grpSp>
        <p:grpSp>
          <p:nvGrpSpPr>
            <p:cNvPr id="6" name="Графіка 6" descr="Girl wearing necklace">
              <a:extLst>
                <a:ext uri="{FF2B5EF4-FFF2-40B4-BE49-F238E27FC236}">
                  <a16:creationId xmlns:a16="http://schemas.microsoft.com/office/drawing/2014/main" id="{60D293E4-4504-10D8-1D2A-066031A664B4}"/>
                </a:ext>
              </a:extLst>
            </p:cNvPr>
            <p:cNvGrpSpPr/>
            <p:nvPr/>
          </p:nvGrpSpPr>
          <p:grpSpPr>
            <a:xfrm>
              <a:off x="9596926" y="2078244"/>
              <a:ext cx="795119" cy="914275"/>
              <a:chOff x="9596926" y="2078244"/>
              <a:chExt cx="795119" cy="914275"/>
            </a:xfrm>
          </p:grpSpPr>
          <p:sp>
            <p:nvSpPr>
              <p:cNvPr id="14" name="Полілінія: фігура 13">
                <a:extLst>
                  <a:ext uri="{FF2B5EF4-FFF2-40B4-BE49-F238E27FC236}">
                    <a16:creationId xmlns:a16="http://schemas.microsoft.com/office/drawing/2014/main" id="{7E7283A4-4CD7-3938-A75D-8A26B5E67E7B}"/>
                  </a:ext>
                </a:extLst>
              </p:cNvPr>
              <p:cNvSpPr/>
              <p:nvPr/>
            </p:nvSpPr>
            <p:spPr>
              <a:xfrm>
                <a:off x="9742840" y="2157432"/>
                <a:ext cx="547162" cy="570013"/>
              </a:xfrm>
              <a:custGeom>
                <a:avLst/>
                <a:gdLst>
                  <a:gd name="connsiteX0" fmla="*/ 332779 w 547162"/>
                  <a:gd name="connsiteY0" fmla="*/ 1378 h 570013"/>
                  <a:gd name="connsiteX1" fmla="*/ 59183 w 547162"/>
                  <a:gd name="connsiteY1" fmla="*/ 186725 h 570013"/>
                  <a:gd name="connsiteX2" fmla="*/ 4243 w 547162"/>
                  <a:gd name="connsiteY2" fmla="*/ 440576 h 570013"/>
                  <a:gd name="connsiteX3" fmla="*/ 183313 w 547162"/>
                  <a:gd name="connsiteY3" fmla="*/ 510680 h 570013"/>
                  <a:gd name="connsiteX4" fmla="*/ 327397 w 547162"/>
                  <a:gd name="connsiteY4" fmla="*/ 569725 h 570013"/>
                  <a:gd name="connsiteX5" fmla="*/ 469825 w 547162"/>
                  <a:gd name="connsiteY5" fmla="*/ 533540 h 570013"/>
                  <a:gd name="connsiteX6" fmla="*/ 545701 w 547162"/>
                  <a:gd name="connsiteY6" fmla="*/ 383369 h 570013"/>
                  <a:gd name="connsiteX7" fmla="*/ 517240 w 547162"/>
                  <a:gd name="connsiteY7" fmla="*/ 52813 h 570013"/>
                  <a:gd name="connsiteX8" fmla="*/ 332779 w 547162"/>
                  <a:gd name="connsiteY8" fmla="*/ 1378 h 57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162" h="570013">
                    <a:moveTo>
                      <a:pt x="332779" y="1378"/>
                    </a:moveTo>
                    <a:cubicBezTo>
                      <a:pt x="242749" y="8522"/>
                      <a:pt x="104979" y="124146"/>
                      <a:pt x="59183" y="186725"/>
                    </a:cubicBezTo>
                    <a:cubicBezTo>
                      <a:pt x="13387" y="249304"/>
                      <a:pt x="-10235" y="385712"/>
                      <a:pt x="4243" y="440576"/>
                    </a:cubicBezTo>
                    <a:cubicBezTo>
                      <a:pt x="18721" y="495440"/>
                      <a:pt x="183313" y="510680"/>
                      <a:pt x="183313" y="510680"/>
                    </a:cubicBezTo>
                    <a:cubicBezTo>
                      <a:pt x="183313" y="510680"/>
                      <a:pt x="232128" y="566373"/>
                      <a:pt x="327397" y="569725"/>
                    </a:cubicBezTo>
                    <a:cubicBezTo>
                      <a:pt x="367478" y="571135"/>
                      <a:pt x="431725" y="568592"/>
                      <a:pt x="469825" y="533540"/>
                    </a:cubicBezTo>
                    <a:cubicBezTo>
                      <a:pt x="507925" y="498488"/>
                      <a:pt x="542958" y="419630"/>
                      <a:pt x="545701" y="383369"/>
                    </a:cubicBezTo>
                    <a:cubicBezTo>
                      <a:pt x="548444" y="347107"/>
                      <a:pt x="550949" y="90246"/>
                      <a:pt x="517240" y="52813"/>
                    </a:cubicBezTo>
                    <a:cubicBezTo>
                      <a:pt x="483541" y="15380"/>
                      <a:pt x="422800" y="-5766"/>
                      <a:pt x="332779" y="1378"/>
                    </a:cubicBezTo>
                    <a:close/>
                  </a:path>
                </a:pathLst>
              </a:custGeom>
              <a:solidFill>
                <a:srgbClr val="FFFFFF"/>
              </a:solidFill>
              <a:ln w="9525" cap="flat">
                <a:noFill/>
                <a:prstDash val="solid"/>
                <a:miter/>
              </a:ln>
            </p:spPr>
            <p:txBody>
              <a:bodyPr rtlCol="0" anchor="ctr"/>
              <a:lstStyle/>
              <a:p>
                <a:endParaRPr lang="en-US"/>
              </a:p>
            </p:txBody>
          </p:sp>
          <p:grpSp>
            <p:nvGrpSpPr>
              <p:cNvPr id="15" name="Графіка 6" descr="Girl wearing necklace">
                <a:extLst>
                  <a:ext uri="{FF2B5EF4-FFF2-40B4-BE49-F238E27FC236}">
                    <a16:creationId xmlns:a16="http://schemas.microsoft.com/office/drawing/2014/main" id="{B8A116B2-8A62-4024-F10F-4B175024A7B9}"/>
                  </a:ext>
                </a:extLst>
              </p:cNvPr>
              <p:cNvGrpSpPr/>
              <p:nvPr/>
            </p:nvGrpSpPr>
            <p:grpSpPr>
              <a:xfrm>
                <a:off x="9596926" y="2078244"/>
                <a:ext cx="795119" cy="914275"/>
                <a:chOff x="9596926" y="2078244"/>
                <a:chExt cx="795119" cy="914275"/>
              </a:xfrm>
              <a:solidFill>
                <a:srgbClr val="000000"/>
              </a:solidFill>
            </p:grpSpPr>
            <p:sp>
              <p:nvSpPr>
                <p:cNvPr id="16" name="Полілінія: фігура 15">
                  <a:extLst>
                    <a:ext uri="{FF2B5EF4-FFF2-40B4-BE49-F238E27FC236}">
                      <a16:creationId xmlns:a16="http://schemas.microsoft.com/office/drawing/2014/main" id="{03EB012D-FFB8-E469-7ADA-454FCAEDCC28}"/>
                    </a:ext>
                  </a:extLst>
                </p:cNvPr>
                <p:cNvSpPr/>
                <p:nvPr/>
              </p:nvSpPr>
              <p:spPr>
                <a:xfrm>
                  <a:off x="9819327" y="2471835"/>
                  <a:ext cx="40697" cy="49110"/>
                </a:xfrm>
                <a:custGeom>
                  <a:avLst/>
                  <a:gdLst>
                    <a:gd name="connsiteX0" fmla="*/ 19605 w 40697"/>
                    <a:gd name="connsiteY0" fmla="*/ 22265 h 49110"/>
                    <a:gd name="connsiteX1" fmla="*/ 31340 w 40697"/>
                    <a:gd name="connsiteY1" fmla="*/ 45772 h 49110"/>
                    <a:gd name="connsiteX2" fmla="*/ 40617 w 40697"/>
                    <a:gd name="connsiteY2" fmla="*/ 44515 h 49110"/>
                    <a:gd name="connsiteX3" fmla="*/ 4737 w 40697"/>
                    <a:gd name="connsiteY3" fmla="*/ 214 h 49110"/>
                    <a:gd name="connsiteX4" fmla="*/ 1117 w 40697"/>
                    <a:gd name="connsiteY4" fmla="*/ 6424 h 49110"/>
                    <a:gd name="connsiteX5" fmla="*/ 19605 w 40697"/>
                    <a:gd name="connsiteY5" fmla="*/ 22265 h 4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7" h="49110">
                      <a:moveTo>
                        <a:pt x="19605" y="22265"/>
                      </a:moveTo>
                      <a:cubicBezTo>
                        <a:pt x="25977" y="29103"/>
                        <a:pt x="28216" y="37247"/>
                        <a:pt x="31340" y="45772"/>
                      </a:cubicBezTo>
                      <a:cubicBezTo>
                        <a:pt x="33197" y="50830"/>
                        <a:pt x="40198" y="49925"/>
                        <a:pt x="40617" y="44515"/>
                      </a:cubicBezTo>
                      <a:cubicBezTo>
                        <a:pt x="42141" y="24712"/>
                        <a:pt x="21548" y="6777"/>
                        <a:pt x="4737" y="214"/>
                      </a:cubicBezTo>
                      <a:cubicBezTo>
                        <a:pt x="1327" y="-1119"/>
                        <a:pt x="-1712" y="4119"/>
                        <a:pt x="1117" y="6424"/>
                      </a:cubicBezTo>
                      <a:cubicBezTo>
                        <a:pt x="7480" y="11616"/>
                        <a:pt x="13966" y="16216"/>
                        <a:pt x="19605" y="22265"/>
                      </a:cubicBezTo>
                      <a:close/>
                    </a:path>
                  </a:pathLst>
                </a:custGeom>
                <a:solidFill>
                  <a:srgbClr val="000000"/>
                </a:solidFill>
                <a:ln w="9525" cap="flat">
                  <a:noFill/>
                  <a:prstDash val="solid"/>
                  <a:miter/>
                </a:ln>
              </p:spPr>
              <p:txBody>
                <a:bodyPr rtlCol="0" anchor="ctr"/>
                <a:lstStyle/>
                <a:p>
                  <a:endParaRPr lang="en-US"/>
                </a:p>
              </p:txBody>
            </p:sp>
            <p:sp>
              <p:nvSpPr>
                <p:cNvPr id="17" name="Полілінія: фігура 16">
                  <a:extLst>
                    <a:ext uri="{FF2B5EF4-FFF2-40B4-BE49-F238E27FC236}">
                      <a16:creationId xmlns:a16="http://schemas.microsoft.com/office/drawing/2014/main" id="{E25DF341-5226-48C0-40D8-DF35AA60D4E1}"/>
                    </a:ext>
                  </a:extLst>
                </p:cNvPr>
                <p:cNvSpPr/>
                <p:nvPr/>
              </p:nvSpPr>
              <p:spPr>
                <a:xfrm>
                  <a:off x="9596926" y="2078244"/>
                  <a:ext cx="795119" cy="914275"/>
                </a:xfrm>
                <a:custGeom>
                  <a:avLst/>
                  <a:gdLst>
                    <a:gd name="connsiteX0" fmla="*/ 794675 w 795119"/>
                    <a:gd name="connsiteY0" fmla="*/ 556435 h 914275"/>
                    <a:gd name="connsiteX1" fmla="*/ 776911 w 795119"/>
                    <a:gd name="connsiteY1" fmla="*/ 504733 h 914275"/>
                    <a:gd name="connsiteX2" fmla="*/ 752298 w 795119"/>
                    <a:gd name="connsiteY2" fmla="*/ 459823 h 914275"/>
                    <a:gd name="connsiteX3" fmla="*/ 766205 w 795119"/>
                    <a:gd name="connsiteY3" fmla="*/ 411569 h 914275"/>
                    <a:gd name="connsiteX4" fmla="*/ 787617 w 795119"/>
                    <a:gd name="connsiteY4" fmla="*/ 364411 h 914275"/>
                    <a:gd name="connsiteX5" fmla="*/ 769091 w 795119"/>
                    <a:gd name="connsiteY5" fmla="*/ 293650 h 914275"/>
                    <a:gd name="connsiteX6" fmla="*/ 720685 w 795119"/>
                    <a:gd name="connsiteY6" fmla="*/ 244796 h 914275"/>
                    <a:gd name="connsiteX7" fmla="*/ 709369 w 795119"/>
                    <a:gd name="connsiteY7" fmla="*/ 206249 h 914275"/>
                    <a:gd name="connsiteX8" fmla="*/ 720532 w 795119"/>
                    <a:gd name="connsiteY8" fmla="*/ 151146 h 914275"/>
                    <a:gd name="connsiteX9" fmla="*/ 688252 w 795119"/>
                    <a:gd name="connsiteY9" fmla="*/ 52801 h 914275"/>
                    <a:gd name="connsiteX10" fmla="*/ 449556 w 795119"/>
                    <a:gd name="connsiteY10" fmla="*/ 33370 h 914275"/>
                    <a:gd name="connsiteX11" fmla="*/ 265866 w 795119"/>
                    <a:gd name="connsiteY11" fmla="*/ 42971 h 914275"/>
                    <a:gd name="connsiteX12" fmla="*/ 172778 w 795119"/>
                    <a:gd name="connsiteY12" fmla="*/ 91339 h 914275"/>
                    <a:gd name="connsiteX13" fmla="*/ 128296 w 795119"/>
                    <a:gd name="connsiteY13" fmla="*/ 195304 h 914275"/>
                    <a:gd name="connsiteX14" fmla="*/ 104846 w 795119"/>
                    <a:gd name="connsiteY14" fmla="*/ 300089 h 914275"/>
                    <a:gd name="connsiteX15" fmla="*/ 118371 w 795119"/>
                    <a:gd name="connsiteY15" fmla="*/ 355991 h 914275"/>
                    <a:gd name="connsiteX16" fmla="*/ 119410 w 795119"/>
                    <a:gd name="connsiteY16" fmla="*/ 382166 h 914275"/>
                    <a:gd name="connsiteX17" fmla="*/ 114304 w 795119"/>
                    <a:gd name="connsiteY17" fmla="*/ 402511 h 914275"/>
                    <a:gd name="connsiteX18" fmla="*/ 113104 w 795119"/>
                    <a:gd name="connsiteY18" fmla="*/ 405369 h 914275"/>
                    <a:gd name="connsiteX19" fmla="*/ 60316 w 795119"/>
                    <a:gd name="connsiteY19" fmla="*/ 478730 h 914275"/>
                    <a:gd name="connsiteX20" fmla="*/ 23369 w 795119"/>
                    <a:gd name="connsiteY20" fmla="*/ 552025 h 914275"/>
                    <a:gd name="connsiteX21" fmla="*/ 61355 w 795119"/>
                    <a:gd name="connsiteY21" fmla="*/ 631235 h 914275"/>
                    <a:gd name="connsiteX22" fmla="*/ 67041 w 795119"/>
                    <a:gd name="connsiteY22" fmla="*/ 653266 h 914275"/>
                    <a:gd name="connsiteX23" fmla="*/ 56116 w 795119"/>
                    <a:gd name="connsiteY23" fmla="*/ 672916 h 914275"/>
                    <a:gd name="connsiteX24" fmla="*/ 52706 w 795119"/>
                    <a:gd name="connsiteY24" fmla="*/ 675974 h 914275"/>
                    <a:gd name="connsiteX25" fmla="*/ 11215 w 795119"/>
                    <a:gd name="connsiteY25" fmla="*/ 712178 h 914275"/>
                    <a:gd name="connsiteX26" fmla="*/ 328 w 795119"/>
                    <a:gd name="connsiteY26" fmla="*/ 766138 h 914275"/>
                    <a:gd name="connsiteX27" fmla="*/ 9977 w 795119"/>
                    <a:gd name="connsiteY27" fmla="*/ 798475 h 914275"/>
                    <a:gd name="connsiteX28" fmla="*/ 12044 w 795119"/>
                    <a:gd name="connsiteY28" fmla="*/ 802752 h 914275"/>
                    <a:gd name="connsiteX29" fmla="*/ 31065 w 795119"/>
                    <a:gd name="connsiteY29" fmla="*/ 853701 h 914275"/>
                    <a:gd name="connsiteX30" fmla="*/ 110085 w 795119"/>
                    <a:gd name="connsiteY30" fmla="*/ 913185 h 914275"/>
                    <a:gd name="connsiteX31" fmla="*/ 123829 w 795119"/>
                    <a:gd name="connsiteY31" fmla="*/ 905298 h 914275"/>
                    <a:gd name="connsiteX32" fmla="*/ 140088 w 795119"/>
                    <a:gd name="connsiteY32" fmla="*/ 848310 h 914275"/>
                    <a:gd name="connsiteX33" fmla="*/ 154785 w 795119"/>
                    <a:gd name="connsiteY33" fmla="*/ 830212 h 914275"/>
                    <a:gd name="connsiteX34" fmla="*/ 229757 w 795119"/>
                    <a:gd name="connsiteY34" fmla="*/ 901545 h 914275"/>
                    <a:gd name="connsiteX35" fmla="*/ 231614 w 795119"/>
                    <a:gd name="connsiteY35" fmla="*/ 901269 h 914275"/>
                    <a:gd name="connsiteX36" fmla="*/ 244187 w 795119"/>
                    <a:gd name="connsiteY36" fmla="*/ 897259 h 914275"/>
                    <a:gd name="connsiteX37" fmla="*/ 251512 w 795119"/>
                    <a:gd name="connsiteY37" fmla="*/ 893125 h 914275"/>
                    <a:gd name="connsiteX38" fmla="*/ 253198 w 795119"/>
                    <a:gd name="connsiteY38" fmla="*/ 891991 h 914275"/>
                    <a:gd name="connsiteX39" fmla="*/ 246197 w 795119"/>
                    <a:gd name="connsiteY39" fmla="*/ 880018 h 914275"/>
                    <a:gd name="connsiteX40" fmla="*/ 242711 w 795119"/>
                    <a:gd name="connsiteY40" fmla="*/ 881409 h 914275"/>
                    <a:gd name="connsiteX41" fmla="*/ 240939 w 795119"/>
                    <a:gd name="connsiteY41" fmla="*/ 881914 h 914275"/>
                    <a:gd name="connsiteX42" fmla="*/ 226756 w 795119"/>
                    <a:gd name="connsiteY42" fmla="*/ 860778 h 914275"/>
                    <a:gd name="connsiteX43" fmla="*/ 223146 w 795119"/>
                    <a:gd name="connsiteY43" fmla="*/ 844747 h 914275"/>
                    <a:gd name="connsiteX44" fmla="*/ 228595 w 795119"/>
                    <a:gd name="connsiteY44" fmla="*/ 819230 h 914275"/>
                    <a:gd name="connsiteX45" fmla="*/ 239320 w 795119"/>
                    <a:gd name="connsiteY45" fmla="*/ 803190 h 914275"/>
                    <a:gd name="connsiteX46" fmla="*/ 254798 w 795119"/>
                    <a:gd name="connsiteY46" fmla="*/ 791541 h 914275"/>
                    <a:gd name="connsiteX47" fmla="*/ 295470 w 795119"/>
                    <a:gd name="connsiteY47" fmla="*/ 766185 h 914275"/>
                    <a:gd name="connsiteX48" fmla="*/ 300242 w 795119"/>
                    <a:gd name="connsiteY48" fmla="*/ 762718 h 914275"/>
                    <a:gd name="connsiteX49" fmla="*/ 312681 w 795119"/>
                    <a:gd name="connsiteY49" fmla="*/ 755736 h 914275"/>
                    <a:gd name="connsiteX50" fmla="*/ 326007 w 795119"/>
                    <a:gd name="connsiteY50" fmla="*/ 741211 h 914275"/>
                    <a:gd name="connsiteX51" fmla="*/ 328474 w 795119"/>
                    <a:gd name="connsiteY51" fmla="*/ 737658 h 914275"/>
                    <a:gd name="connsiteX52" fmla="*/ 353458 w 795119"/>
                    <a:gd name="connsiteY52" fmla="*/ 702558 h 914275"/>
                    <a:gd name="connsiteX53" fmla="*/ 371108 w 795119"/>
                    <a:gd name="connsiteY53" fmla="*/ 631006 h 914275"/>
                    <a:gd name="connsiteX54" fmla="*/ 498790 w 795119"/>
                    <a:gd name="connsiteY54" fmla="*/ 657181 h 914275"/>
                    <a:gd name="connsiteX55" fmla="*/ 543005 w 795119"/>
                    <a:gd name="connsiteY55" fmla="*/ 653609 h 914275"/>
                    <a:gd name="connsiteX56" fmla="*/ 550511 w 795119"/>
                    <a:gd name="connsiteY56" fmla="*/ 652152 h 914275"/>
                    <a:gd name="connsiteX57" fmla="*/ 550616 w 795119"/>
                    <a:gd name="connsiteY57" fmla="*/ 655381 h 914275"/>
                    <a:gd name="connsiteX58" fmla="*/ 545691 w 795119"/>
                    <a:gd name="connsiteY58" fmla="*/ 698396 h 914275"/>
                    <a:gd name="connsiteX59" fmla="*/ 554750 w 795119"/>
                    <a:gd name="connsiteY59" fmla="*/ 726342 h 914275"/>
                    <a:gd name="connsiteX60" fmla="*/ 569209 w 795119"/>
                    <a:gd name="connsiteY60" fmla="*/ 739201 h 914275"/>
                    <a:gd name="connsiteX61" fmla="*/ 583782 w 795119"/>
                    <a:gd name="connsiteY61" fmla="*/ 754612 h 914275"/>
                    <a:gd name="connsiteX62" fmla="*/ 601784 w 795119"/>
                    <a:gd name="connsiteY62" fmla="*/ 768614 h 914275"/>
                    <a:gd name="connsiteX63" fmla="*/ 618310 w 795119"/>
                    <a:gd name="connsiteY63" fmla="*/ 789007 h 914275"/>
                    <a:gd name="connsiteX64" fmla="*/ 634283 w 795119"/>
                    <a:gd name="connsiteY64" fmla="*/ 845233 h 914275"/>
                    <a:gd name="connsiteX65" fmla="*/ 633550 w 795119"/>
                    <a:gd name="connsiteY65" fmla="*/ 858140 h 914275"/>
                    <a:gd name="connsiteX66" fmla="*/ 634026 w 795119"/>
                    <a:gd name="connsiteY66" fmla="*/ 861721 h 914275"/>
                    <a:gd name="connsiteX67" fmla="*/ 625968 w 795119"/>
                    <a:gd name="connsiteY67" fmla="*/ 900526 h 914275"/>
                    <a:gd name="connsiteX68" fmla="*/ 640427 w 795119"/>
                    <a:gd name="connsiteY68" fmla="*/ 911641 h 914275"/>
                    <a:gd name="connsiteX69" fmla="*/ 671507 w 795119"/>
                    <a:gd name="connsiteY69" fmla="*/ 876294 h 914275"/>
                    <a:gd name="connsiteX70" fmla="*/ 687957 w 795119"/>
                    <a:gd name="connsiteY70" fmla="*/ 848834 h 914275"/>
                    <a:gd name="connsiteX71" fmla="*/ 699425 w 795119"/>
                    <a:gd name="connsiteY71" fmla="*/ 833813 h 914275"/>
                    <a:gd name="connsiteX72" fmla="*/ 713646 w 795119"/>
                    <a:gd name="connsiteY72" fmla="*/ 793541 h 914275"/>
                    <a:gd name="connsiteX73" fmla="*/ 700196 w 795119"/>
                    <a:gd name="connsiteY73" fmla="*/ 737105 h 914275"/>
                    <a:gd name="connsiteX74" fmla="*/ 698691 w 795119"/>
                    <a:gd name="connsiteY74" fmla="*/ 735353 h 914275"/>
                    <a:gd name="connsiteX75" fmla="*/ 704340 w 795119"/>
                    <a:gd name="connsiteY75" fmla="*/ 728923 h 914275"/>
                    <a:gd name="connsiteX76" fmla="*/ 731115 w 795119"/>
                    <a:gd name="connsiteY76" fmla="*/ 698148 h 914275"/>
                    <a:gd name="connsiteX77" fmla="*/ 764890 w 795119"/>
                    <a:gd name="connsiteY77" fmla="*/ 653562 h 914275"/>
                    <a:gd name="connsiteX78" fmla="*/ 794675 w 795119"/>
                    <a:gd name="connsiteY78" fmla="*/ 556435 h 914275"/>
                    <a:gd name="connsiteX79" fmla="*/ 196324 w 795119"/>
                    <a:gd name="connsiteY79" fmla="*/ 417456 h 914275"/>
                    <a:gd name="connsiteX80" fmla="*/ 213231 w 795119"/>
                    <a:gd name="connsiteY80" fmla="*/ 378451 h 914275"/>
                    <a:gd name="connsiteX81" fmla="*/ 242692 w 795119"/>
                    <a:gd name="connsiteY81" fmla="*/ 376784 h 914275"/>
                    <a:gd name="connsiteX82" fmla="*/ 259275 w 795119"/>
                    <a:gd name="connsiteY82" fmla="*/ 389824 h 914275"/>
                    <a:gd name="connsiteX83" fmla="*/ 268762 w 795119"/>
                    <a:gd name="connsiteY83" fmla="*/ 407359 h 914275"/>
                    <a:gd name="connsiteX84" fmla="*/ 273810 w 795119"/>
                    <a:gd name="connsiteY84" fmla="*/ 406702 h 914275"/>
                    <a:gd name="connsiteX85" fmla="*/ 274410 w 795119"/>
                    <a:gd name="connsiteY85" fmla="*/ 402740 h 914275"/>
                    <a:gd name="connsiteX86" fmla="*/ 276905 w 795119"/>
                    <a:gd name="connsiteY86" fmla="*/ 407131 h 914275"/>
                    <a:gd name="connsiteX87" fmla="*/ 249150 w 795119"/>
                    <a:gd name="connsiteY87" fmla="*/ 482569 h 914275"/>
                    <a:gd name="connsiteX88" fmla="*/ 242206 w 795119"/>
                    <a:gd name="connsiteY88" fmla="*/ 487446 h 914275"/>
                    <a:gd name="connsiteX89" fmla="*/ 236853 w 795119"/>
                    <a:gd name="connsiteY89" fmla="*/ 482035 h 914275"/>
                    <a:gd name="connsiteX90" fmla="*/ 206525 w 795119"/>
                    <a:gd name="connsiteY90" fmla="*/ 464909 h 914275"/>
                    <a:gd name="connsiteX91" fmla="*/ 196324 w 795119"/>
                    <a:gd name="connsiteY91" fmla="*/ 417456 h 914275"/>
                    <a:gd name="connsiteX92" fmla="*/ 519450 w 795119"/>
                    <a:gd name="connsiteY92" fmla="*/ 638960 h 914275"/>
                    <a:gd name="connsiteX93" fmla="*/ 376070 w 795119"/>
                    <a:gd name="connsiteY93" fmla="*/ 615490 h 914275"/>
                    <a:gd name="connsiteX94" fmla="*/ 371165 w 795119"/>
                    <a:gd name="connsiteY94" fmla="*/ 612776 h 914275"/>
                    <a:gd name="connsiteX95" fmla="*/ 357954 w 795119"/>
                    <a:gd name="connsiteY95" fmla="*/ 604527 h 914275"/>
                    <a:gd name="connsiteX96" fmla="*/ 348248 w 795119"/>
                    <a:gd name="connsiteY96" fmla="*/ 597526 h 914275"/>
                    <a:gd name="connsiteX97" fmla="*/ 280925 w 795119"/>
                    <a:gd name="connsiteY97" fmla="*/ 519469 h 914275"/>
                    <a:gd name="connsiteX98" fmla="*/ 278296 w 795119"/>
                    <a:gd name="connsiteY98" fmla="*/ 515373 h 914275"/>
                    <a:gd name="connsiteX99" fmla="*/ 336456 w 795119"/>
                    <a:gd name="connsiteY99" fmla="*/ 412674 h 914275"/>
                    <a:gd name="connsiteX100" fmla="*/ 341352 w 795119"/>
                    <a:gd name="connsiteY100" fmla="*/ 347733 h 914275"/>
                    <a:gd name="connsiteX101" fmla="*/ 328817 w 795119"/>
                    <a:gd name="connsiteY101" fmla="*/ 307614 h 914275"/>
                    <a:gd name="connsiteX102" fmla="*/ 344019 w 795119"/>
                    <a:gd name="connsiteY102" fmla="*/ 251673 h 914275"/>
                    <a:gd name="connsiteX103" fmla="*/ 433363 w 795119"/>
                    <a:gd name="connsiteY103" fmla="*/ 168672 h 914275"/>
                    <a:gd name="connsiteX104" fmla="*/ 634074 w 795119"/>
                    <a:gd name="connsiteY104" fmla="*/ 195676 h 914275"/>
                    <a:gd name="connsiteX105" fmla="*/ 641761 w 795119"/>
                    <a:gd name="connsiteY105" fmla="*/ 251540 h 914275"/>
                    <a:gd name="connsiteX106" fmla="*/ 654695 w 795119"/>
                    <a:gd name="connsiteY106" fmla="*/ 274762 h 914275"/>
                    <a:gd name="connsiteX107" fmla="*/ 660620 w 795119"/>
                    <a:gd name="connsiteY107" fmla="*/ 306652 h 914275"/>
                    <a:gd name="connsiteX108" fmla="*/ 676060 w 795119"/>
                    <a:gd name="connsiteY108" fmla="*/ 383718 h 914275"/>
                    <a:gd name="connsiteX109" fmla="*/ 657534 w 795119"/>
                    <a:gd name="connsiteY109" fmla="*/ 536785 h 914275"/>
                    <a:gd name="connsiteX110" fmla="*/ 589230 w 795119"/>
                    <a:gd name="connsiteY110" fmla="*/ 616471 h 914275"/>
                    <a:gd name="connsiteX111" fmla="*/ 561246 w 795119"/>
                    <a:gd name="connsiteY111" fmla="*/ 630616 h 914275"/>
                    <a:gd name="connsiteX112" fmla="*/ 519450 w 795119"/>
                    <a:gd name="connsiteY112" fmla="*/ 638960 h 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795119" h="914275">
                      <a:moveTo>
                        <a:pt x="794675" y="556435"/>
                      </a:moveTo>
                      <a:cubicBezTo>
                        <a:pt x="793008" y="538042"/>
                        <a:pt x="786474" y="520450"/>
                        <a:pt x="776911" y="504733"/>
                      </a:cubicBezTo>
                      <a:cubicBezTo>
                        <a:pt x="767995" y="490094"/>
                        <a:pt x="756518" y="476797"/>
                        <a:pt x="752298" y="459823"/>
                      </a:cubicBezTo>
                      <a:cubicBezTo>
                        <a:pt x="747793" y="441735"/>
                        <a:pt x="756870" y="426286"/>
                        <a:pt x="766205" y="411569"/>
                      </a:cubicBezTo>
                      <a:cubicBezTo>
                        <a:pt x="775768" y="396510"/>
                        <a:pt x="783845" y="382023"/>
                        <a:pt x="787617" y="364411"/>
                      </a:cubicBezTo>
                      <a:cubicBezTo>
                        <a:pt x="793256" y="338017"/>
                        <a:pt x="786388" y="313976"/>
                        <a:pt x="769091" y="293650"/>
                      </a:cubicBezTo>
                      <a:cubicBezTo>
                        <a:pt x="754213" y="276162"/>
                        <a:pt x="734248" y="263484"/>
                        <a:pt x="720685" y="244796"/>
                      </a:cubicBezTo>
                      <a:cubicBezTo>
                        <a:pt x="712369" y="233338"/>
                        <a:pt x="707283" y="220593"/>
                        <a:pt x="709369" y="206249"/>
                      </a:cubicBezTo>
                      <a:cubicBezTo>
                        <a:pt x="712112" y="187456"/>
                        <a:pt x="719656" y="170339"/>
                        <a:pt x="720532" y="151146"/>
                      </a:cubicBezTo>
                      <a:cubicBezTo>
                        <a:pt x="722133" y="116323"/>
                        <a:pt x="713465" y="76689"/>
                        <a:pt x="688252" y="52801"/>
                      </a:cubicBezTo>
                      <a:cubicBezTo>
                        <a:pt x="581829" y="-48021"/>
                        <a:pt x="456309" y="25016"/>
                        <a:pt x="449556" y="33370"/>
                      </a:cubicBezTo>
                      <a:cubicBezTo>
                        <a:pt x="431296" y="5671"/>
                        <a:pt x="323216" y="-15160"/>
                        <a:pt x="265866" y="42971"/>
                      </a:cubicBezTo>
                      <a:cubicBezTo>
                        <a:pt x="231071" y="50048"/>
                        <a:pt x="198029" y="66355"/>
                        <a:pt x="172778" y="91339"/>
                      </a:cubicBezTo>
                      <a:cubicBezTo>
                        <a:pt x="144756" y="119076"/>
                        <a:pt x="129887" y="156366"/>
                        <a:pt x="128296" y="195304"/>
                      </a:cubicBezTo>
                      <a:cubicBezTo>
                        <a:pt x="109561" y="227127"/>
                        <a:pt x="99569" y="263322"/>
                        <a:pt x="104846" y="300089"/>
                      </a:cubicBezTo>
                      <a:cubicBezTo>
                        <a:pt x="107570" y="319101"/>
                        <a:pt x="114733" y="337160"/>
                        <a:pt x="118371" y="355991"/>
                      </a:cubicBezTo>
                      <a:cubicBezTo>
                        <a:pt x="120057" y="364716"/>
                        <a:pt x="120419" y="373527"/>
                        <a:pt x="119410" y="382166"/>
                      </a:cubicBezTo>
                      <a:cubicBezTo>
                        <a:pt x="118276" y="388500"/>
                        <a:pt x="116638" y="395358"/>
                        <a:pt x="114304" y="402511"/>
                      </a:cubicBezTo>
                      <a:cubicBezTo>
                        <a:pt x="113923" y="403473"/>
                        <a:pt x="113523" y="404426"/>
                        <a:pt x="113104" y="405369"/>
                      </a:cubicBezTo>
                      <a:cubicBezTo>
                        <a:pt x="100912" y="432924"/>
                        <a:pt x="78909" y="455470"/>
                        <a:pt x="60316" y="478730"/>
                      </a:cubicBezTo>
                      <a:cubicBezTo>
                        <a:pt x="43286" y="500028"/>
                        <a:pt x="25350" y="523841"/>
                        <a:pt x="23369" y="552025"/>
                      </a:cubicBezTo>
                      <a:cubicBezTo>
                        <a:pt x="21140" y="583591"/>
                        <a:pt x="47705" y="605622"/>
                        <a:pt x="61355" y="631235"/>
                      </a:cubicBezTo>
                      <a:cubicBezTo>
                        <a:pt x="64946" y="637979"/>
                        <a:pt x="67441" y="645599"/>
                        <a:pt x="67041" y="653266"/>
                      </a:cubicBezTo>
                      <a:cubicBezTo>
                        <a:pt x="64850" y="659067"/>
                        <a:pt x="61355" y="665601"/>
                        <a:pt x="56116" y="672916"/>
                      </a:cubicBezTo>
                      <a:cubicBezTo>
                        <a:pt x="54963" y="673983"/>
                        <a:pt x="53811" y="675002"/>
                        <a:pt x="52706" y="675974"/>
                      </a:cubicBezTo>
                      <a:cubicBezTo>
                        <a:pt x="38742" y="688137"/>
                        <a:pt x="21940" y="696557"/>
                        <a:pt x="11215" y="712178"/>
                      </a:cubicBezTo>
                      <a:cubicBezTo>
                        <a:pt x="1214" y="726742"/>
                        <a:pt x="-939" y="749050"/>
                        <a:pt x="328" y="766138"/>
                      </a:cubicBezTo>
                      <a:cubicBezTo>
                        <a:pt x="1176" y="777510"/>
                        <a:pt x="4176" y="788893"/>
                        <a:pt x="9977" y="798475"/>
                      </a:cubicBezTo>
                      <a:cubicBezTo>
                        <a:pt x="10624" y="799885"/>
                        <a:pt x="11320" y="801313"/>
                        <a:pt x="12044" y="802752"/>
                      </a:cubicBezTo>
                      <a:cubicBezTo>
                        <a:pt x="12701" y="820983"/>
                        <a:pt x="20169" y="839366"/>
                        <a:pt x="31065" y="853701"/>
                      </a:cubicBezTo>
                      <a:cubicBezTo>
                        <a:pt x="51220" y="880228"/>
                        <a:pt x="80538" y="898706"/>
                        <a:pt x="110085" y="913185"/>
                      </a:cubicBezTo>
                      <a:cubicBezTo>
                        <a:pt x="116390" y="916280"/>
                        <a:pt x="123515" y="912518"/>
                        <a:pt x="123829" y="905298"/>
                      </a:cubicBezTo>
                      <a:cubicBezTo>
                        <a:pt x="124734" y="884971"/>
                        <a:pt x="128915" y="865550"/>
                        <a:pt x="140088" y="848310"/>
                      </a:cubicBezTo>
                      <a:cubicBezTo>
                        <a:pt x="144308" y="841795"/>
                        <a:pt x="149347" y="835841"/>
                        <a:pt x="154785" y="830212"/>
                      </a:cubicBezTo>
                      <a:cubicBezTo>
                        <a:pt x="163282" y="865560"/>
                        <a:pt x="193914" y="906117"/>
                        <a:pt x="229757" y="901545"/>
                      </a:cubicBezTo>
                      <a:cubicBezTo>
                        <a:pt x="229861" y="901535"/>
                        <a:pt x="231528" y="901288"/>
                        <a:pt x="231614" y="901269"/>
                      </a:cubicBezTo>
                      <a:cubicBezTo>
                        <a:pt x="235748" y="900564"/>
                        <a:pt x="239948" y="899259"/>
                        <a:pt x="244187" y="897259"/>
                      </a:cubicBezTo>
                      <a:cubicBezTo>
                        <a:pt x="246854" y="896316"/>
                        <a:pt x="249350" y="894906"/>
                        <a:pt x="251512" y="893125"/>
                      </a:cubicBezTo>
                      <a:cubicBezTo>
                        <a:pt x="252074" y="892753"/>
                        <a:pt x="252636" y="892382"/>
                        <a:pt x="253198" y="891991"/>
                      </a:cubicBezTo>
                      <a:cubicBezTo>
                        <a:pt x="260589" y="886819"/>
                        <a:pt x="254322" y="876361"/>
                        <a:pt x="246197" y="880018"/>
                      </a:cubicBezTo>
                      <a:cubicBezTo>
                        <a:pt x="245025" y="880542"/>
                        <a:pt x="243863" y="880999"/>
                        <a:pt x="242711" y="881409"/>
                      </a:cubicBezTo>
                      <a:cubicBezTo>
                        <a:pt x="242101" y="881590"/>
                        <a:pt x="241510" y="881762"/>
                        <a:pt x="240939" y="881914"/>
                      </a:cubicBezTo>
                      <a:cubicBezTo>
                        <a:pt x="232090" y="880980"/>
                        <a:pt x="229147" y="868417"/>
                        <a:pt x="226756" y="860778"/>
                      </a:cubicBezTo>
                      <a:cubicBezTo>
                        <a:pt x="225127" y="855558"/>
                        <a:pt x="223803" y="850167"/>
                        <a:pt x="223146" y="844747"/>
                      </a:cubicBezTo>
                      <a:cubicBezTo>
                        <a:pt x="223375" y="836108"/>
                        <a:pt x="224623" y="826821"/>
                        <a:pt x="228595" y="819230"/>
                      </a:cubicBezTo>
                      <a:cubicBezTo>
                        <a:pt x="231604" y="813477"/>
                        <a:pt x="235291" y="808209"/>
                        <a:pt x="239320" y="803190"/>
                      </a:cubicBezTo>
                      <a:cubicBezTo>
                        <a:pt x="244111" y="798818"/>
                        <a:pt x="249483" y="795008"/>
                        <a:pt x="254798" y="791541"/>
                      </a:cubicBezTo>
                      <a:cubicBezTo>
                        <a:pt x="268209" y="782806"/>
                        <a:pt x="282382" y="775453"/>
                        <a:pt x="295470" y="766185"/>
                      </a:cubicBezTo>
                      <a:cubicBezTo>
                        <a:pt x="297070" y="765052"/>
                        <a:pt x="298660" y="763890"/>
                        <a:pt x="300242" y="762718"/>
                      </a:cubicBezTo>
                      <a:cubicBezTo>
                        <a:pt x="304614" y="761175"/>
                        <a:pt x="308795" y="758841"/>
                        <a:pt x="312681" y="755736"/>
                      </a:cubicBezTo>
                      <a:cubicBezTo>
                        <a:pt x="317901" y="751564"/>
                        <a:pt x="322025" y="746535"/>
                        <a:pt x="326007" y="741211"/>
                      </a:cubicBezTo>
                      <a:cubicBezTo>
                        <a:pt x="326912" y="740001"/>
                        <a:pt x="327712" y="738829"/>
                        <a:pt x="328474" y="737658"/>
                      </a:cubicBezTo>
                      <a:cubicBezTo>
                        <a:pt x="338265" y="727142"/>
                        <a:pt x="346790" y="715484"/>
                        <a:pt x="353458" y="702558"/>
                      </a:cubicBezTo>
                      <a:cubicBezTo>
                        <a:pt x="364907" y="680384"/>
                        <a:pt x="370041" y="655771"/>
                        <a:pt x="371108" y="631006"/>
                      </a:cubicBezTo>
                      <a:cubicBezTo>
                        <a:pt x="410217" y="651199"/>
                        <a:pt x="454823" y="658315"/>
                        <a:pt x="498790" y="657181"/>
                      </a:cubicBezTo>
                      <a:cubicBezTo>
                        <a:pt x="513516" y="656800"/>
                        <a:pt x="528423" y="655829"/>
                        <a:pt x="543005" y="653609"/>
                      </a:cubicBezTo>
                      <a:cubicBezTo>
                        <a:pt x="545520" y="653228"/>
                        <a:pt x="548025" y="652733"/>
                        <a:pt x="550511" y="652152"/>
                      </a:cubicBezTo>
                      <a:cubicBezTo>
                        <a:pt x="550540" y="653190"/>
                        <a:pt x="550578" y="654257"/>
                        <a:pt x="550616" y="655381"/>
                      </a:cubicBezTo>
                      <a:cubicBezTo>
                        <a:pt x="546930" y="669430"/>
                        <a:pt x="544606" y="683899"/>
                        <a:pt x="545691" y="698396"/>
                      </a:cubicBezTo>
                      <a:cubicBezTo>
                        <a:pt x="546434" y="708311"/>
                        <a:pt x="549130" y="718046"/>
                        <a:pt x="554750" y="726342"/>
                      </a:cubicBezTo>
                      <a:cubicBezTo>
                        <a:pt x="558169" y="731400"/>
                        <a:pt x="563322" y="736905"/>
                        <a:pt x="569209" y="739201"/>
                      </a:cubicBezTo>
                      <a:cubicBezTo>
                        <a:pt x="573162" y="745040"/>
                        <a:pt x="578486" y="750183"/>
                        <a:pt x="583782" y="754612"/>
                      </a:cubicBezTo>
                      <a:cubicBezTo>
                        <a:pt x="589611" y="759489"/>
                        <a:pt x="595955" y="763728"/>
                        <a:pt x="601784" y="768614"/>
                      </a:cubicBezTo>
                      <a:cubicBezTo>
                        <a:pt x="608661" y="774377"/>
                        <a:pt x="613747" y="781330"/>
                        <a:pt x="618310" y="789007"/>
                      </a:cubicBezTo>
                      <a:cubicBezTo>
                        <a:pt x="628435" y="806047"/>
                        <a:pt x="633455" y="825497"/>
                        <a:pt x="634283" y="845233"/>
                      </a:cubicBezTo>
                      <a:cubicBezTo>
                        <a:pt x="634112" y="849567"/>
                        <a:pt x="633864" y="853872"/>
                        <a:pt x="633550" y="858140"/>
                      </a:cubicBezTo>
                      <a:cubicBezTo>
                        <a:pt x="633455" y="859435"/>
                        <a:pt x="633645" y="860626"/>
                        <a:pt x="634026" y="861721"/>
                      </a:cubicBezTo>
                      <a:cubicBezTo>
                        <a:pt x="633045" y="875018"/>
                        <a:pt x="630273" y="888172"/>
                        <a:pt x="625968" y="900526"/>
                      </a:cubicBezTo>
                      <a:cubicBezTo>
                        <a:pt x="623225" y="908403"/>
                        <a:pt x="633455" y="916594"/>
                        <a:pt x="640427" y="911641"/>
                      </a:cubicBezTo>
                      <a:cubicBezTo>
                        <a:pt x="653200" y="902574"/>
                        <a:pt x="662782" y="889086"/>
                        <a:pt x="671507" y="876294"/>
                      </a:cubicBezTo>
                      <a:cubicBezTo>
                        <a:pt x="677517" y="867474"/>
                        <a:pt x="683013" y="858292"/>
                        <a:pt x="687957" y="848834"/>
                      </a:cubicBezTo>
                      <a:cubicBezTo>
                        <a:pt x="692748" y="844595"/>
                        <a:pt x="696682" y="838470"/>
                        <a:pt x="699425" y="833813"/>
                      </a:cubicBezTo>
                      <a:cubicBezTo>
                        <a:pt x="706607" y="821630"/>
                        <a:pt x="711398" y="807467"/>
                        <a:pt x="713646" y="793541"/>
                      </a:cubicBezTo>
                      <a:cubicBezTo>
                        <a:pt x="716627" y="775034"/>
                        <a:pt x="715160" y="749488"/>
                        <a:pt x="700196" y="737105"/>
                      </a:cubicBezTo>
                      <a:cubicBezTo>
                        <a:pt x="699701" y="736515"/>
                        <a:pt x="699206" y="735924"/>
                        <a:pt x="698691" y="735353"/>
                      </a:cubicBezTo>
                      <a:cubicBezTo>
                        <a:pt x="700644" y="733295"/>
                        <a:pt x="702530" y="731152"/>
                        <a:pt x="704340" y="728923"/>
                      </a:cubicBezTo>
                      <a:cubicBezTo>
                        <a:pt x="713808" y="719189"/>
                        <a:pt x="722409" y="708492"/>
                        <a:pt x="731115" y="698148"/>
                      </a:cubicBezTo>
                      <a:cubicBezTo>
                        <a:pt x="743116" y="683880"/>
                        <a:pt x="754632" y="669144"/>
                        <a:pt x="764890" y="653562"/>
                      </a:cubicBezTo>
                      <a:cubicBezTo>
                        <a:pt x="783740" y="624910"/>
                        <a:pt x="797837" y="591344"/>
                        <a:pt x="794675" y="556435"/>
                      </a:cubicBezTo>
                      <a:close/>
                      <a:moveTo>
                        <a:pt x="196324" y="417456"/>
                      </a:moveTo>
                      <a:cubicBezTo>
                        <a:pt x="196962" y="403616"/>
                        <a:pt x="201229" y="386852"/>
                        <a:pt x="213231" y="378451"/>
                      </a:cubicBezTo>
                      <a:cubicBezTo>
                        <a:pt x="221927" y="372365"/>
                        <a:pt x="233205" y="372584"/>
                        <a:pt x="242692" y="376784"/>
                      </a:cubicBezTo>
                      <a:cubicBezTo>
                        <a:pt x="249226" y="379680"/>
                        <a:pt x="254598" y="384537"/>
                        <a:pt x="259275" y="389824"/>
                      </a:cubicBezTo>
                      <a:cubicBezTo>
                        <a:pt x="263923" y="395082"/>
                        <a:pt x="265466" y="401425"/>
                        <a:pt x="268762" y="407359"/>
                      </a:cubicBezTo>
                      <a:cubicBezTo>
                        <a:pt x="269914" y="409445"/>
                        <a:pt x="273229" y="408998"/>
                        <a:pt x="273810" y="406702"/>
                      </a:cubicBezTo>
                      <a:cubicBezTo>
                        <a:pt x="274143" y="405388"/>
                        <a:pt x="274334" y="404064"/>
                        <a:pt x="274410" y="402740"/>
                      </a:cubicBezTo>
                      <a:lnTo>
                        <a:pt x="276905" y="407131"/>
                      </a:lnTo>
                      <a:cubicBezTo>
                        <a:pt x="272343" y="431458"/>
                        <a:pt x="263856" y="457442"/>
                        <a:pt x="249150" y="482569"/>
                      </a:cubicBezTo>
                      <a:cubicBezTo>
                        <a:pt x="246864" y="484236"/>
                        <a:pt x="244549" y="485855"/>
                        <a:pt x="242206" y="487446"/>
                      </a:cubicBezTo>
                      <a:cubicBezTo>
                        <a:pt x="242025" y="484721"/>
                        <a:pt x="239901" y="481969"/>
                        <a:pt x="236853" y="482035"/>
                      </a:cubicBezTo>
                      <a:cubicBezTo>
                        <a:pt x="223080" y="482321"/>
                        <a:pt x="213574" y="476778"/>
                        <a:pt x="206525" y="464909"/>
                      </a:cubicBezTo>
                      <a:cubicBezTo>
                        <a:pt x="198191" y="450879"/>
                        <a:pt x="195581" y="433534"/>
                        <a:pt x="196324" y="417456"/>
                      </a:cubicBezTo>
                      <a:close/>
                      <a:moveTo>
                        <a:pt x="519450" y="638960"/>
                      </a:moveTo>
                      <a:cubicBezTo>
                        <a:pt x="470644" y="643075"/>
                        <a:pt x="419961" y="638826"/>
                        <a:pt x="376070" y="615490"/>
                      </a:cubicBezTo>
                      <a:cubicBezTo>
                        <a:pt x="374413" y="614614"/>
                        <a:pt x="372784" y="613699"/>
                        <a:pt x="371165" y="612776"/>
                      </a:cubicBezTo>
                      <a:cubicBezTo>
                        <a:pt x="370346" y="605727"/>
                        <a:pt x="363440" y="602974"/>
                        <a:pt x="357954" y="604527"/>
                      </a:cubicBezTo>
                      <a:cubicBezTo>
                        <a:pt x="354658" y="602279"/>
                        <a:pt x="351410" y="599955"/>
                        <a:pt x="348248" y="597526"/>
                      </a:cubicBezTo>
                      <a:cubicBezTo>
                        <a:pt x="334598" y="562846"/>
                        <a:pt x="305776" y="530289"/>
                        <a:pt x="280925" y="519469"/>
                      </a:cubicBezTo>
                      <a:cubicBezTo>
                        <a:pt x="280049" y="518107"/>
                        <a:pt x="279172" y="516744"/>
                        <a:pt x="278296" y="515373"/>
                      </a:cubicBezTo>
                      <a:cubicBezTo>
                        <a:pt x="290879" y="502247"/>
                        <a:pt x="333512" y="453384"/>
                        <a:pt x="336456" y="412674"/>
                      </a:cubicBezTo>
                      <a:cubicBezTo>
                        <a:pt x="343942" y="392167"/>
                        <a:pt x="344161" y="368002"/>
                        <a:pt x="341352" y="347733"/>
                      </a:cubicBezTo>
                      <a:cubicBezTo>
                        <a:pt x="339427" y="333845"/>
                        <a:pt x="335208" y="320120"/>
                        <a:pt x="328817" y="307614"/>
                      </a:cubicBezTo>
                      <a:cubicBezTo>
                        <a:pt x="334160" y="297460"/>
                        <a:pt x="342571" y="277667"/>
                        <a:pt x="344019" y="251673"/>
                      </a:cubicBezTo>
                      <a:cubicBezTo>
                        <a:pt x="344019" y="251673"/>
                        <a:pt x="423248" y="237729"/>
                        <a:pt x="433363" y="168672"/>
                      </a:cubicBezTo>
                      <a:cubicBezTo>
                        <a:pt x="487541" y="209154"/>
                        <a:pt x="600413" y="214869"/>
                        <a:pt x="634074" y="195676"/>
                      </a:cubicBezTo>
                      <a:cubicBezTo>
                        <a:pt x="634074" y="195676"/>
                        <a:pt x="636827" y="237538"/>
                        <a:pt x="641761" y="251540"/>
                      </a:cubicBezTo>
                      <a:cubicBezTo>
                        <a:pt x="644751" y="260008"/>
                        <a:pt x="649304" y="267675"/>
                        <a:pt x="654695" y="274762"/>
                      </a:cubicBezTo>
                      <a:cubicBezTo>
                        <a:pt x="655867" y="285354"/>
                        <a:pt x="657820" y="295907"/>
                        <a:pt x="660620" y="306652"/>
                      </a:cubicBezTo>
                      <a:cubicBezTo>
                        <a:pt x="667249" y="332074"/>
                        <a:pt x="673488" y="357515"/>
                        <a:pt x="676060" y="383718"/>
                      </a:cubicBezTo>
                      <a:cubicBezTo>
                        <a:pt x="681023" y="434439"/>
                        <a:pt x="677689" y="489265"/>
                        <a:pt x="657534" y="536785"/>
                      </a:cubicBezTo>
                      <a:cubicBezTo>
                        <a:pt x="641713" y="562207"/>
                        <a:pt x="618929" y="592516"/>
                        <a:pt x="589230" y="616471"/>
                      </a:cubicBezTo>
                      <a:cubicBezTo>
                        <a:pt x="580315" y="621996"/>
                        <a:pt x="570971" y="626873"/>
                        <a:pt x="561246" y="630616"/>
                      </a:cubicBezTo>
                      <a:cubicBezTo>
                        <a:pt x="547635" y="635855"/>
                        <a:pt x="533880" y="637741"/>
                        <a:pt x="519450" y="638960"/>
                      </a:cubicBezTo>
                      <a:close/>
                    </a:path>
                  </a:pathLst>
                </a:custGeom>
                <a:solidFill>
                  <a:srgbClr val="000000"/>
                </a:solidFill>
                <a:ln w="9525" cap="flat">
                  <a:noFill/>
                  <a:prstDash val="solid"/>
                  <a:miter/>
                </a:ln>
              </p:spPr>
              <p:txBody>
                <a:bodyPr rtlCol="0" anchor="ctr"/>
                <a:lstStyle/>
                <a:p>
                  <a:endParaRPr lang="en-US"/>
                </a:p>
              </p:txBody>
            </p:sp>
          </p:grpSp>
        </p:grpSp>
      </p:grpSp>
      <p:grpSp>
        <p:nvGrpSpPr>
          <p:cNvPr id="40" name="Групувати 39">
            <a:extLst>
              <a:ext uri="{FF2B5EF4-FFF2-40B4-BE49-F238E27FC236}">
                <a16:creationId xmlns:a16="http://schemas.microsoft.com/office/drawing/2014/main" id="{E3DAA4C9-044F-4246-8551-7BBF0B03F459}"/>
              </a:ext>
            </a:extLst>
          </p:cNvPr>
          <p:cNvGrpSpPr/>
          <p:nvPr/>
        </p:nvGrpSpPr>
        <p:grpSpPr>
          <a:xfrm>
            <a:off x="1856591" y="814504"/>
            <a:ext cx="2725656" cy="10684305"/>
            <a:chOff x="225711" y="4151851"/>
            <a:chExt cx="1131086" cy="4433746"/>
          </a:xfrm>
        </p:grpSpPr>
        <p:grpSp>
          <p:nvGrpSpPr>
            <p:cNvPr id="41" name="Групувати 40">
              <a:extLst>
                <a:ext uri="{FF2B5EF4-FFF2-40B4-BE49-F238E27FC236}">
                  <a16:creationId xmlns:a16="http://schemas.microsoft.com/office/drawing/2014/main" id="{F3D1D941-92F0-445E-B125-CCB5B916DE0E}"/>
                </a:ext>
              </a:extLst>
            </p:cNvPr>
            <p:cNvGrpSpPr/>
            <p:nvPr/>
          </p:nvGrpSpPr>
          <p:grpSpPr>
            <a:xfrm>
              <a:off x="225711" y="4151851"/>
              <a:ext cx="1131086" cy="4433746"/>
              <a:chOff x="119031" y="3265911"/>
              <a:chExt cx="1131086" cy="4433746"/>
            </a:xfrm>
          </p:grpSpPr>
          <p:grpSp>
            <p:nvGrpSpPr>
              <p:cNvPr id="43" name="Графіка 73" descr="Woman crossing arms">
                <a:extLst>
                  <a:ext uri="{FF2B5EF4-FFF2-40B4-BE49-F238E27FC236}">
                    <a16:creationId xmlns:a16="http://schemas.microsoft.com/office/drawing/2014/main" id="{D87244A3-3D39-4073-A9FD-D79A31EB9D4E}"/>
                  </a:ext>
                </a:extLst>
              </p:cNvPr>
              <p:cNvGrpSpPr/>
              <p:nvPr/>
            </p:nvGrpSpPr>
            <p:grpSpPr>
              <a:xfrm>
                <a:off x="119031" y="3845147"/>
                <a:ext cx="1131086" cy="3854510"/>
                <a:chOff x="911334" y="4756110"/>
                <a:chExt cx="1131086" cy="3854510"/>
              </a:xfrm>
            </p:grpSpPr>
            <p:sp>
              <p:nvSpPr>
                <p:cNvPr id="45" name="Полілінія: фігура 44">
                  <a:extLst>
                    <a:ext uri="{FF2B5EF4-FFF2-40B4-BE49-F238E27FC236}">
                      <a16:creationId xmlns:a16="http://schemas.microsoft.com/office/drawing/2014/main" id="{71C80F1A-EFF9-4352-8709-244FB34DC214}"/>
                    </a:ext>
                  </a:extLst>
                </p:cNvPr>
                <p:cNvSpPr/>
                <p:nvPr/>
              </p:nvSpPr>
              <p:spPr>
                <a:xfrm>
                  <a:off x="924760" y="4763083"/>
                  <a:ext cx="1104515" cy="3834600"/>
                </a:xfrm>
                <a:custGeom>
                  <a:avLst/>
                  <a:gdLst>
                    <a:gd name="connsiteX0" fmla="*/ 829766 w 1104515"/>
                    <a:gd name="connsiteY0" fmla="*/ 1052373 h 3834600"/>
                    <a:gd name="connsiteX1" fmla="*/ 1060358 w 1104515"/>
                    <a:gd name="connsiteY1" fmla="*/ 1045387 h 3834600"/>
                    <a:gd name="connsiteX2" fmla="*/ 1104405 w 1104515"/>
                    <a:gd name="connsiteY2" fmla="*/ 1018421 h 3834600"/>
                    <a:gd name="connsiteX3" fmla="*/ 1090803 w 1104515"/>
                    <a:gd name="connsiteY3" fmla="*/ 873381 h 3834600"/>
                    <a:gd name="connsiteX4" fmla="*/ 1059154 w 1104515"/>
                    <a:gd name="connsiteY4" fmla="*/ 743981 h 3834600"/>
                    <a:gd name="connsiteX5" fmla="*/ 944768 w 1104515"/>
                    <a:gd name="connsiteY5" fmla="*/ 462792 h 3834600"/>
                    <a:gd name="connsiteX6" fmla="*/ 871651 w 1104515"/>
                    <a:gd name="connsiteY6" fmla="*/ 296312 h 3834600"/>
                    <a:gd name="connsiteX7" fmla="*/ 842059 w 1104515"/>
                    <a:gd name="connsiteY7" fmla="*/ 272294 h 3834600"/>
                    <a:gd name="connsiteX8" fmla="*/ 710792 w 1104515"/>
                    <a:gd name="connsiteY8" fmla="*/ 224712 h 3834600"/>
                    <a:gd name="connsiteX9" fmla="*/ 607467 w 1104515"/>
                    <a:gd name="connsiteY9" fmla="*/ 122458 h 3834600"/>
                    <a:gd name="connsiteX10" fmla="*/ 606519 w 1104515"/>
                    <a:gd name="connsiteY10" fmla="*/ 122192 h 3834600"/>
                    <a:gd name="connsiteX11" fmla="*/ 563363 w 1104515"/>
                    <a:gd name="connsiteY11" fmla="*/ 125074 h 3834600"/>
                    <a:gd name="connsiteX12" fmla="*/ 295757 w 1104515"/>
                    <a:gd name="connsiteY12" fmla="*/ 5 h 3834600"/>
                    <a:gd name="connsiteX13" fmla="*/ 294203 w 1104515"/>
                    <a:gd name="connsiteY13" fmla="*/ 1579 h 3834600"/>
                    <a:gd name="connsiteX14" fmla="*/ 302790 w 1104515"/>
                    <a:gd name="connsiteY14" fmla="*/ 43644 h 3834600"/>
                    <a:gd name="connsiteX15" fmla="*/ 301454 w 1104515"/>
                    <a:gd name="connsiteY15" fmla="*/ 87539 h 3834600"/>
                    <a:gd name="connsiteX16" fmla="*/ 248052 w 1104515"/>
                    <a:gd name="connsiteY16" fmla="*/ 168447 h 3834600"/>
                    <a:gd name="connsiteX17" fmla="*/ 149646 w 1104515"/>
                    <a:gd name="connsiteY17" fmla="*/ 203385 h 3834600"/>
                    <a:gd name="connsiteX18" fmla="*/ 43667 w 1104515"/>
                    <a:gd name="connsiteY18" fmla="*/ 226968 h 3834600"/>
                    <a:gd name="connsiteX19" fmla="*/ 5820 w 1104515"/>
                    <a:gd name="connsiteY19" fmla="*/ 347790 h 3834600"/>
                    <a:gd name="connsiteX20" fmla="*/ 152082 w 1104515"/>
                    <a:gd name="connsiteY20" fmla="*/ 781298 h 3834600"/>
                    <a:gd name="connsiteX21" fmla="*/ 184868 w 1104515"/>
                    <a:gd name="connsiteY21" fmla="*/ 956280 h 3834600"/>
                    <a:gd name="connsiteX22" fmla="*/ 101135 w 1104515"/>
                    <a:gd name="connsiteY22" fmla="*/ 1278644 h 3834600"/>
                    <a:gd name="connsiteX23" fmla="*/ 0 w 1104515"/>
                    <a:gd name="connsiteY23" fmla="*/ 1491426 h 3834600"/>
                    <a:gd name="connsiteX24" fmla="*/ 44634 w 1104515"/>
                    <a:gd name="connsiteY24" fmla="*/ 1514193 h 3834600"/>
                    <a:gd name="connsiteX25" fmla="*/ 29042 w 1104515"/>
                    <a:gd name="connsiteY25" fmla="*/ 1605490 h 3834600"/>
                    <a:gd name="connsiteX26" fmla="*/ 30511 w 1104515"/>
                    <a:gd name="connsiteY26" fmla="*/ 1814623 h 3834600"/>
                    <a:gd name="connsiteX27" fmla="*/ 49487 w 1104515"/>
                    <a:gd name="connsiteY27" fmla="*/ 2065566 h 3834600"/>
                    <a:gd name="connsiteX28" fmla="*/ 49487 w 1104515"/>
                    <a:gd name="connsiteY28" fmla="*/ 2256264 h 3834600"/>
                    <a:gd name="connsiteX29" fmla="*/ 29108 w 1104515"/>
                    <a:gd name="connsiteY29" fmla="*/ 2435322 h 3834600"/>
                    <a:gd name="connsiteX30" fmla="*/ 192290 w 1104515"/>
                    <a:gd name="connsiteY30" fmla="*/ 2484952 h 3834600"/>
                    <a:gd name="connsiteX31" fmla="*/ 213522 w 1104515"/>
                    <a:gd name="connsiteY31" fmla="*/ 3163099 h 3834600"/>
                    <a:gd name="connsiteX32" fmla="*/ 267075 w 1104515"/>
                    <a:gd name="connsiteY32" fmla="*/ 3336555 h 3834600"/>
                    <a:gd name="connsiteX33" fmla="*/ 254829 w 1104515"/>
                    <a:gd name="connsiteY33" fmla="*/ 3377635 h 3834600"/>
                    <a:gd name="connsiteX34" fmla="*/ 209626 w 1104515"/>
                    <a:gd name="connsiteY34" fmla="*/ 3522760 h 3834600"/>
                    <a:gd name="connsiteX35" fmla="*/ 235882 w 1104515"/>
                    <a:gd name="connsiteY35" fmla="*/ 3720519 h 3834600"/>
                    <a:gd name="connsiteX36" fmla="*/ 238014 w 1104515"/>
                    <a:gd name="connsiteY36" fmla="*/ 3723382 h 3834600"/>
                    <a:gd name="connsiteX37" fmla="*/ 268393 w 1104515"/>
                    <a:gd name="connsiteY37" fmla="*/ 3731780 h 3834600"/>
                    <a:gd name="connsiteX38" fmla="*/ 271274 w 1104515"/>
                    <a:gd name="connsiteY38" fmla="*/ 3712434 h 3834600"/>
                    <a:gd name="connsiteX39" fmla="*/ 593344 w 1104515"/>
                    <a:gd name="connsiteY39" fmla="*/ 3820025 h 3834600"/>
                    <a:gd name="connsiteX40" fmla="*/ 580652 w 1104515"/>
                    <a:gd name="connsiteY40" fmla="*/ 3769163 h 3834600"/>
                    <a:gd name="connsiteX41" fmla="*/ 604822 w 1104515"/>
                    <a:gd name="connsiteY41" fmla="*/ 3765429 h 3834600"/>
                    <a:gd name="connsiteX42" fmla="*/ 704450 w 1104515"/>
                    <a:gd name="connsiteY42" fmla="*/ 3771760 h 3834600"/>
                    <a:gd name="connsiteX43" fmla="*/ 737019 w 1104515"/>
                    <a:gd name="connsiteY43" fmla="*/ 3739021 h 3834600"/>
                    <a:gd name="connsiteX44" fmla="*/ 657845 w 1104515"/>
                    <a:gd name="connsiteY44" fmla="*/ 3591887 h 3834600"/>
                    <a:gd name="connsiteX45" fmla="*/ 613846 w 1104515"/>
                    <a:gd name="connsiteY45" fmla="*/ 3433701 h 3834600"/>
                    <a:gd name="connsiteX46" fmla="*/ 606386 w 1104515"/>
                    <a:gd name="connsiteY46" fmla="*/ 3178388 h 3834600"/>
                    <a:gd name="connsiteX47" fmla="*/ 636300 w 1104515"/>
                    <a:gd name="connsiteY47" fmla="*/ 2913569 h 3834600"/>
                    <a:gd name="connsiteX48" fmla="*/ 661456 w 1104515"/>
                    <a:gd name="connsiteY48" fmla="*/ 2540050 h 3834600"/>
                    <a:gd name="connsiteX49" fmla="*/ 683892 w 1104515"/>
                    <a:gd name="connsiteY49" fmla="*/ 2455255 h 3834600"/>
                    <a:gd name="connsiteX50" fmla="*/ 830903 w 1104515"/>
                    <a:gd name="connsiteY50" fmla="*/ 2397484 h 3834600"/>
                    <a:gd name="connsiteX51" fmla="*/ 821263 w 1104515"/>
                    <a:gd name="connsiteY51" fmla="*/ 2321552 h 3834600"/>
                    <a:gd name="connsiteX52" fmla="*/ 852741 w 1104515"/>
                    <a:gd name="connsiteY52" fmla="*/ 1940725 h 3834600"/>
                    <a:gd name="connsiteX53" fmla="*/ 857898 w 1104515"/>
                    <a:gd name="connsiteY53" fmla="*/ 1696958 h 3834600"/>
                    <a:gd name="connsiteX54" fmla="*/ 864675 w 1104515"/>
                    <a:gd name="connsiteY54" fmla="*/ 1574988 h 3834600"/>
                    <a:gd name="connsiteX55" fmla="*/ 898769 w 1104515"/>
                    <a:gd name="connsiteY55" fmla="*/ 1602173 h 3834600"/>
                    <a:gd name="connsiteX56" fmla="*/ 915271 w 1104515"/>
                    <a:gd name="connsiteY56" fmla="*/ 1590429 h 3834600"/>
                    <a:gd name="connsiteX57" fmla="*/ 829766 w 1104515"/>
                    <a:gd name="connsiteY57" fmla="*/ 1052373 h 3834600"/>
                    <a:gd name="connsiteX58" fmla="*/ 413423 w 1104515"/>
                    <a:gd name="connsiteY58" fmla="*/ 3297703 h 3834600"/>
                    <a:gd name="connsiteX59" fmla="*/ 410513 w 1104515"/>
                    <a:gd name="connsiteY59" fmla="*/ 3017036 h 3834600"/>
                    <a:gd name="connsiteX60" fmla="*/ 413423 w 1104515"/>
                    <a:gd name="connsiteY60" fmla="*/ 3297703 h 38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04515" h="3834600">
                      <a:moveTo>
                        <a:pt x="829766" y="1052373"/>
                      </a:moveTo>
                      <a:cubicBezTo>
                        <a:pt x="871224" y="1055928"/>
                        <a:pt x="1003326" y="1050496"/>
                        <a:pt x="1060358" y="1045387"/>
                      </a:cubicBezTo>
                      <a:cubicBezTo>
                        <a:pt x="1099372" y="1041890"/>
                        <a:pt x="1105476" y="1029890"/>
                        <a:pt x="1104405" y="1018421"/>
                      </a:cubicBezTo>
                      <a:lnTo>
                        <a:pt x="1090803" y="873381"/>
                      </a:lnTo>
                      <a:cubicBezTo>
                        <a:pt x="1086632" y="828937"/>
                        <a:pt x="1075969" y="785336"/>
                        <a:pt x="1059154" y="743981"/>
                      </a:cubicBezTo>
                      <a:lnTo>
                        <a:pt x="944768" y="462792"/>
                      </a:lnTo>
                      <a:lnTo>
                        <a:pt x="871651" y="296312"/>
                      </a:lnTo>
                      <a:cubicBezTo>
                        <a:pt x="867187" y="286881"/>
                        <a:pt x="851746" y="276170"/>
                        <a:pt x="842059" y="272294"/>
                      </a:cubicBezTo>
                      <a:lnTo>
                        <a:pt x="710792" y="224712"/>
                      </a:lnTo>
                      <a:cubicBezTo>
                        <a:pt x="655219" y="157604"/>
                        <a:pt x="612149" y="125832"/>
                        <a:pt x="607467" y="122458"/>
                      </a:cubicBezTo>
                      <a:cubicBezTo>
                        <a:pt x="607192" y="122259"/>
                        <a:pt x="606860" y="122164"/>
                        <a:pt x="606519" y="122192"/>
                      </a:cubicBezTo>
                      <a:lnTo>
                        <a:pt x="563363" y="125074"/>
                      </a:lnTo>
                      <a:cubicBezTo>
                        <a:pt x="530170" y="21341"/>
                        <a:pt x="316961" y="1702"/>
                        <a:pt x="295757" y="5"/>
                      </a:cubicBezTo>
                      <a:cubicBezTo>
                        <a:pt x="294857" y="-71"/>
                        <a:pt x="294127" y="688"/>
                        <a:pt x="294203" y="1579"/>
                      </a:cubicBezTo>
                      <a:cubicBezTo>
                        <a:pt x="294203" y="1579"/>
                        <a:pt x="301624" y="24621"/>
                        <a:pt x="302790" y="43644"/>
                      </a:cubicBezTo>
                      <a:cubicBezTo>
                        <a:pt x="303956" y="62668"/>
                        <a:pt x="301454" y="87539"/>
                        <a:pt x="301454" y="87539"/>
                      </a:cubicBezTo>
                      <a:cubicBezTo>
                        <a:pt x="281246" y="88089"/>
                        <a:pt x="248052" y="168447"/>
                        <a:pt x="248052" y="168447"/>
                      </a:cubicBezTo>
                      <a:cubicBezTo>
                        <a:pt x="248052" y="168447"/>
                        <a:pt x="195067" y="189992"/>
                        <a:pt x="149646" y="203385"/>
                      </a:cubicBezTo>
                      <a:cubicBezTo>
                        <a:pt x="104225" y="216778"/>
                        <a:pt x="43667" y="226968"/>
                        <a:pt x="43667" y="226968"/>
                      </a:cubicBezTo>
                      <a:cubicBezTo>
                        <a:pt x="-4370" y="245896"/>
                        <a:pt x="5820" y="347790"/>
                        <a:pt x="5820" y="347790"/>
                      </a:cubicBezTo>
                      <a:cubicBezTo>
                        <a:pt x="4360" y="522478"/>
                        <a:pt x="152082" y="781298"/>
                        <a:pt x="152082" y="781298"/>
                      </a:cubicBezTo>
                      <a:cubicBezTo>
                        <a:pt x="152082" y="781298"/>
                        <a:pt x="176916" y="867258"/>
                        <a:pt x="184868" y="956280"/>
                      </a:cubicBezTo>
                      <a:cubicBezTo>
                        <a:pt x="195645" y="1076818"/>
                        <a:pt x="101135" y="1278644"/>
                        <a:pt x="101135" y="1278644"/>
                      </a:cubicBezTo>
                      <a:lnTo>
                        <a:pt x="0" y="1491426"/>
                      </a:lnTo>
                      <a:lnTo>
                        <a:pt x="44634" y="1514193"/>
                      </a:lnTo>
                      <a:lnTo>
                        <a:pt x="29042" y="1605490"/>
                      </a:lnTo>
                      <a:cubicBezTo>
                        <a:pt x="22436" y="1668882"/>
                        <a:pt x="25706" y="1751070"/>
                        <a:pt x="30511" y="1814623"/>
                      </a:cubicBezTo>
                      <a:lnTo>
                        <a:pt x="49487" y="2065566"/>
                      </a:lnTo>
                      <a:lnTo>
                        <a:pt x="49487" y="2256264"/>
                      </a:lnTo>
                      <a:lnTo>
                        <a:pt x="29108" y="2435322"/>
                      </a:lnTo>
                      <a:lnTo>
                        <a:pt x="192290" y="2484952"/>
                      </a:lnTo>
                      <a:cubicBezTo>
                        <a:pt x="85752" y="2790718"/>
                        <a:pt x="213522" y="3163099"/>
                        <a:pt x="213522" y="3163099"/>
                      </a:cubicBezTo>
                      <a:lnTo>
                        <a:pt x="267075" y="3336555"/>
                      </a:lnTo>
                      <a:cubicBezTo>
                        <a:pt x="271682" y="3351465"/>
                        <a:pt x="266734" y="3367560"/>
                        <a:pt x="254829" y="3377635"/>
                      </a:cubicBezTo>
                      <a:cubicBezTo>
                        <a:pt x="209645" y="3415871"/>
                        <a:pt x="182859" y="3474335"/>
                        <a:pt x="209626" y="3522760"/>
                      </a:cubicBezTo>
                      <a:cubicBezTo>
                        <a:pt x="237948" y="3574010"/>
                        <a:pt x="236280" y="3701960"/>
                        <a:pt x="235882" y="3720519"/>
                      </a:cubicBezTo>
                      <a:cubicBezTo>
                        <a:pt x="235853" y="3721847"/>
                        <a:pt x="236735" y="3723031"/>
                        <a:pt x="238014" y="3723382"/>
                      </a:cubicBezTo>
                      <a:lnTo>
                        <a:pt x="268393" y="3731780"/>
                      </a:lnTo>
                      <a:lnTo>
                        <a:pt x="271274" y="3712434"/>
                      </a:lnTo>
                      <a:cubicBezTo>
                        <a:pt x="331899" y="3878829"/>
                        <a:pt x="588112" y="3830498"/>
                        <a:pt x="593344" y="3820025"/>
                      </a:cubicBezTo>
                      <a:cubicBezTo>
                        <a:pt x="600472" y="3805778"/>
                        <a:pt x="580652" y="3769163"/>
                        <a:pt x="580652" y="3769163"/>
                      </a:cubicBezTo>
                      <a:cubicBezTo>
                        <a:pt x="578633" y="3759865"/>
                        <a:pt x="595419" y="3763969"/>
                        <a:pt x="604822" y="3765429"/>
                      </a:cubicBezTo>
                      <a:lnTo>
                        <a:pt x="704450" y="3771760"/>
                      </a:lnTo>
                      <a:cubicBezTo>
                        <a:pt x="722971" y="3772935"/>
                        <a:pt x="738601" y="3757514"/>
                        <a:pt x="737019" y="3739021"/>
                      </a:cubicBezTo>
                      <a:cubicBezTo>
                        <a:pt x="731796" y="3678037"/>
                        <a:pt x="657845" y="3591887"/>
                        <a:pt x="657845" y="3591887"/>
                      </a:cubicBezTo>
                      <a:lnTo>
                        <a:pt x="613846" y="3433701"/>
                      </a:lnTo>
                      <a:cubicBezTo>
                        <a:pt x="604519" y="3400156"/>
                        <a:pt x="591988" y="3289192"/>
                        <a:pt x="606386" y="3178388"/>
                      </a:cubicBezTo>
                      <a:lnTo>
                        <a:pt x="636300" y="2913569"/>
                      </a:lnTo>
                      <a:lnTo>
                        <a:pt x="661456" y="2540050"/>
                      </a:lnTo>
                      <a:lnTo>
                        <a:pt x="683892" y="2455255"/>
                      </a:lnTo>
                      <a:lnTo>
                        <a:pt x="830903" y="2397484"/>
                      </a:lnTo>
                      <a:lnTo>
                        <a:pt x="821263" y="2321552"/>
                      </a:lnTo>
                      <a:cubicBezTo>
                        <a:pt x="818183" y="2295562"/>
                        <a:pt x="821330" y="2202218"/>
                        <a:pt x="852741" y="1940725"/>
                      </a:cubicBezTo>
                      <a:lnTo>
                        <a:pt x="857898" y="1696958"/>
                      </a:lnTo>
                      <a:lnTo>
                        <a:pt x="864675" y="1574988"/>
                      </a:lnTo>
                      <a:lnTo>
                        <a:pt x="898769" y="1602173"/>
                      </a:lnTo>
                      <a:cubicBezTo>
                        <a:pt x="907006" y="1606533"/>
                        <a:pt x="916693" y="1599642"/>
                        <a:pt x="915271" y="1590429"/>
                      </a:cubicBezTo>
                      <a:lnTo>
                        <a:pt x="829766" y="1052373"/>
                      </a:lnTo>
                      <a:close/>
                      <a:moveTo>
                        <a:pt x="413423" y="3297703"/>
                      </a:moveTo>
                      <a:cubicBezTo>
                        <a:pt x="407537" y="3296935"/>
                        <a:pt x="410513" y="3017036"/>
                        <a:pt x="410513" y="3017036"/>
                      </a:cubicBezTo>
                      <a:cubicBezTo>
                        <a:pt x="454768" y="3114285"/>
                        <a:pt x="426816" y="3299447"/>
                        <a:pt x="413423" y="3297703"/>
                      </a:cubicBezTo>
                      <a:close/>
                    </a:path>
                  </a:pathLst>
                </a:custGeom>
                <a:solidFill>
                  <a:srgbClr val="FFFFFF"/>
                </a:solidFill>
                <a:ln w="9452" cap="flat">
                  <a:noFill/>
                  <a:prstDash val="solid"/>
                  <a:miter/>
                </a:ln>
              </p:spPr>
              <p:txBody>
                <a:bodyPr rtlCol="0" anchor="ctr"/>
                <a:lstStyle/>
                <a:p>
                  <a:endParaRPr lang="en-US"/>
                </a:p>
              </p:txBody>
            </p:sp>
            <p:grpSp>
              <p:nvGrpSpPr>
                <p:cNvPr id="46" name="Графіка 73" descr="Woman crossing arms">
                  <a:extLst>
                    <a:ext uri="{FF2B5EF4-FFF2-40B4-BE49-F238E27FC236}">
                      <a16:creationId xmlns:a16="http://schemas.microsoft.com/office/drawing/2014/main" id="{34DAEC62-3B17-4166-BEBD-BCD51E4A3E07}"/>
                    </a:ext>
                  </a:extLst>
                </p:cNvPr>
                <p:cNvGrpSpPr/>
                <p:nvPr/>
              </p:nvGrpSpPr>
              <p:grpSpPr>
                <a:xfrm>
                  <a:off x="1132443" y="8159892"/>
                  <a:ext cx="522095" cy="428003"/>
                  <a:chOff x="1132443" y="8159892"/>
                  <a:chExt cx="522095" cy="428003"/>
                </a:xfrm>
                <a:solidFill>
                  <a:srgbClr val="FFFFFF"/>
                </a:solidFill>
              </p:grpSpPr>
              <p:sp>
                <p:nvSpPr>
                  <p:cNvPr id="58" name="Полілінія: фігура 57">
                    <a:extLst>
                      <a:ext uri="{FF2B5EF4-FFF2-40B4-BE49-F238E27FC236}">
                        <a16:creationId xmlns:a16="http://schemas.microsoft.com/office/drawing/2014/main" id="{24FD5746-0F9B-4A92-B546-22FB790EB2CE}"/>
                      </a:ext>
                    </a:extLst>
                  </p:cNvPr>
                  <p:cNvSpPr/>
                  <p:nvPr/>
                </p:nvSpPr>
                <p:spPr>
                  <a:xfrm>
                    <a:off x="1132443" y="8159892"/>
                    <a:ext cx="374915" cy="428003"/>
                  </a:xfrm>
                  <a:custGeom>
                    <a:avLst/>
                    <a:gdLst>
                      <a:gd name="connsiteX0" fmla="*/ 374637 w 374915"/>
                      <a:gd name="connsiteY0" fmla="*/ 415320 h 428003"/>
                      <a:gd name="connsiteX1" fmla="*/ 315406 w 374915"/>
                      <a:gd name="connsiteY1" fmla="*/ 319369 h 428003"/>
                      <a:gd name="connsiteX2" fmla="*/ 297255 w 374915"/>
                      <a:gd name="connsiteY2" fmla="*/ 316279 h 428003"/>
                      <a:gd name="connsiteX3" fmla="*/ 290592 w 374915"/>
                      <a:gd name="connsiteY3" fmla="*/ 313540 h 428003"/>
                      <a:gd name="connsiteX4" fmla="*/ 197977 w 374915"/>
                      <a:gd name="connsiteY4" fmla="*/ 321369 h 428003"/>
                      <a:gd name="connsiteX5" fmla="*/ 97780 w 374915"/>
                      <a:gd name="connsiteY5" fmla="*/ 231712 h 428003"/>
                      <a:gd name="connsiteX6" fmla="*/ 40654 w 374915"/>
                      <a:gd name="connsiteY6" fmla="*/ 7347 h 428003"/>
                      <a:gd name="connsiteX7" fmla="*/ 30578 w 374915"/>
                      <a:gd name="connsiteY7" fmla="*/ 2077 h 428003"/>
                      <a:gd name="connsiteX8" fmla="*/ 26483 w 374915"/>
                      <a:gd name="connsiteY8" fmla="*/ 170585 h 428003"/>
                      <a:gd name="connsiteX9" fmla="*/ 35289 w 374915"/>
                      <a:gd name="connsiteY9" fmla="*/ 322459 h 428003"/>
                      <a:gd name="connsiteX10" fmla="*/ 50606 w 374915"/>
                      <a:gd name="connsiteY10" fmla="*/ 325369 h 428003"/>
                      <a:gd name="connsiteX11" fmla="*/ 56957 w 374915"/>
                      <a:gd name="connsiteY11" fmla="*/ 314488 h 428003"/>
                      <a:gd name="connsiteX12" fmla="*/ 59895 w 374915"/>
                      <a:gd name="connsiteY12" fmla="*/ 279436 h 428003"/>
                      <a:gd name="connsiteX13" fmla="*/ 63449 w 374915"/>
                      <a:gd name="connsiteY13" fmla="*/ 274650 h 428003"/>
                      <a:gd name="connsiteX14" fmla="*/ 100084 w 374915"/>
                      <a:gd name="connsiteY14" fmla="*/ 361785 h 428003"/>
                      <a:gd name="connsiteX15" fmla="*/ 370021 w 374915"/>
                      <a:gd name="connsiteY15" fmla="*/ 422789 h 428003"/>
                      <a:gd name="connsiteX16" fmla="*/ 374637 w 374915"/>
                      <a:gd name="connsiteY16" fmla="*/ 415320 h 4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4915" h="428003">
                        <a:moveTo>
                          <a:pt x="374637" y="415320"/>
                        </a:moveTo>
                        <a:cubicBezTo>
                          <a:pt x="363311" y="379112"/>
                          <a:pt x="343387" y="346828"/>
                          <a:pt x="315406" y="319369"/>
                        </a:cubicBezTo>
                        <a:cubicBezTo>
                          <a:pt x="310487" y="314649"/>
                          <a:pt x="301255" y="323805"/>
                          <a:pt x="297255" y="316279"/>
                        </a:cubicBezTo>
                        <a:cubicBezTo>
                          <a:pt x="295928" y="313938"/>
                          <a:pt x="293179" y="312810"/>
                          <a:pt x="290592" y="313540"/>
                        </a:cubicBezTo>
                        <a:cubicBezTo>
                          <a:pt x="265313" y="320743"/>
                          <a:pt x="236640" y="323151"/>
                          <a:pt x="197977" y="321369"/>
                        </a:cubicBezTo>
                        <a:cubicBezTo>
                          <a:pt x="144187" y="321483"/>
                          <a:pt x="116387" y="277029"/>
                          <a:pt x="97780" y="231712"/>
                        </a:cubicBezTo>
                        <a:cubicBezTo>
                          <a:pt x="62009" y="159628"/>
                          <a:pt x="21460" y="77914"/>
                          <a:pt x="40654" y="7347"/>
                        </a:cubicBezTo>
                        <a:cubicBezTo>
                          <a:pt x="42464" y="1660"/>
                          <a:pt x="34312" y="-2776"/>
                          <a:pt x="30578" y="2077"/>
                        </a:cubicBezTo>
                        <a:cubicBezTo>
                          <a:pt x="-26587" y="69744"/>
                          <a:pt x="11062" y="108217"/>
                          <a:pt x="26483" y="170585"/>
                        </a:cubicBezTo>
                        <a:cubicBezTo>
                          <a:pt x="40758" y="224110"/>
                          <a:pt x="37194" y="275085"/>
                          <a:pt x="35289" y="322459"/>
                        </a:cubicBezTo>
                        <a:cubicBezTo>
                          <a:pt x="39194" y="326175"/>
                          <a:pt x="45772" y="323701"/>
                          <a:pt x="50606" y="325369"/>
                        </a:cubicBezTo>
                        <a:cubicBezTo>
                          <a:pt x="57184" y="326402"/>
                          <a:pt x="58265" y="319378"/>
                          <a:pt x="56957" y="314488"/>
                        </a:cubicBezTo>
                        <a:cubicBezTo>
                          <a:pt x="54359" y="301341"/>
                          <a:pt x="56378" y="290318"/>
                          <a:pt x="59895" y="279436"/>
                        </a:cubicBezTo>
                        <a:cubicBezTo>
                          <a:pt x="59336" y="276375"/>
                          <a:pt x="62198" y="275076"/>
                          <a:pt x="63449" y="274650"/>
                        </a:cubicBezTo>
                        <a:cubicBezTo>
                          <a:pt x="77989" y="269901"/>
                          <a:pt x="91733" y="348724"/>
                          <a:pt x="100084" y="361785"/>
                        </a:cubicBezTo>
                        <a:cubicBezTo>
                          <a:pt x="149049" y="429045"/>
                          <a:pt x="293028" y="435310"/>
                          <a:pt x="370021" y="422789"/>
                        </a:cubicBezTo>
                        <a:cubicBezTo>
                          <a:pt x="373405" y="422315"/>
                          <a:pt x="375746" y="418580"/>
                          <a:pt x="374637" y="415320"/>
                        </a:cubicBezTo>
                        <a:close/>
                      </a:path>
                    </a:pathLst>
                  </a:custGeom>
                  <a:solidFill>
                    <a:srgbClr val="FFFFFF"/>
                  </a:solidFill>
                  <a:ln w="9452" cap="flat">
                    <a:noFill/>
                    <a:prstDash val="solid"/>
                    <a:miter/>
                  </a:ln>
                </p:spPr>
                <p:txBody>
                  <a:bodyPr rtlCol="0" anchor="ctr"/>
                  <a:lstStyle/>
                  <a:p>
                    <a:endParaRPr lang="en-US"/>
                  </a:p>
                </p:txBody>
              </p:sp>
              <p:sp>
                <p:nvSpPr>
                  <p:cNvPr id="60" name="Полілінія: фігура 59">
                    <a:extLst>
                      <a:ext uri="{FF2B5EF4-FFF2-40B4-BE49-F238E27FC236}">
                        <a16:creationId xmlns:a16="http://schemas.microsoft.com/office/drawing/2014/main" id="{5B3B209B-87B9-49B2-A25A-597B2FCBB115}"/>
                      </a:ext>
                    </a:extLst>
                  </p:cNvPr>
                  <p:cNvSpPr/>
                  <p:nvPr/>
                </p:nvSpPr>
                <p:spPr>
                  <a:xfrm>
                    <a:off x="1422008" y="8365141"/>
                    <a:ext cx="232530" cy="163086"/>
                  </a:xfrm>
                  <a:custGeom>
                    <a:avLst/>
                    <a:gdLst>
                      <a:gd name="connsiteX0" fmla="*/ 199952 w 232530"/>
                      <a:gd name="connsiteY0" fmla="*/ 65742 h 163086"/>
                      <a:gd name="connsiteX1" fmla="*/ 177497 w 232530"/>
                      <a:gd name="connsiteY1" fmla="*/ 24624 h 163086"/>
                      <a:gd name="connsiteX2" fmla="*/ 156246 w 232530"/>
                      <a:gd name="connsiteY2" fmla="*/ 1222 h 163086"/>
                      <a:gd name="connsiteX3" fmla="*/ 1652 w 232530"/>
                      <a:gd name="connsiteY3" fmla="*/ 6236 h 163086"/>
                      <a:gd name="connsiteX4" fmla="*/ 8610 w 232530"/>
                      <a:gd name="connsiteY4" fmla="*/ 40358 h 163086"/>
                      <a:gd name="connsiteX5" fmla="*/ 21235 w 232530"/>
                      <a:gd name="connsiteY5" fmla="*/ 86244 h 163086"/>
                      <a:gd name="connsiteX6" fmla="*/ 70428 w 232530"/>
                      <a:gd name="connsiteY6" fmla="*/ 142593 h 163086"/>
                      <a:gd name="connsiteX7" fmla="*/ 96200 w 232530"/>
                      <a:gd name="connsiteY7" fmla="*/ 148925 h 163086"/>
                      <a:gd name="connsiteX8" fmla="*/ 226994 w 232530"/>
                      <a:gd name="connsiteY8" fmla="*/ 159636 h 163086"/>
                      <a:gd name="connsiteX9" fmla="*/ 199952 w 232530"/>
                      <a:gd name="connsiteY9" fmla="*/ 65742 h 16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530" h="163086">
                        <a:moveTo>
                          <a:pt x="199952" y="65742"/>
                        </a:moveTo>
                        <a:cubicBezTo>
                          <a:pt x="192208" y="50595"/>
                          <a:pt x="185753" y="38709"/>
                          <a:pt x="177497" y="24624"/>
                        </a:cubicBezTo>
                        <a:cubicBezTo>
                          <a:pt x="171791" y="18634"/>
                          <a:pt x="166663" y="-5679"/>
                          <a:pt x="156246" y="1222"/>
                        </a:cubicBezTo>
                        <a:cubicBezTo>
                          <a:pt x="99461" y="50102"/>
                          <a:pt x="29718" y="8710"/>
                          <a:pt x="1652" y="6236"/>
                        </a:cubicBezTo>
                        <a:cubicBezTo>
                          <a:pt x="-4196" y="13449"/>
                          <a:pt x="7254" y="31629"/>
                          <a:pt x="8610" y="40358"/>
                        </a:cubicBezTo>
                        <a:cubicBezTo>
                          <a:pt x="13633" y="55278"/>
                          <a:pt x="18827" y="70708"/>
                          <a:pt x="21235" y="86244"/>
                        </a:cubicBezTo>
                        <a:cubicBezTo>
                          <a:pt x="38979" y="104329"/>
                          <a:pt x="59803" y="124319"/>
                          <a:pt x="70428" y="142593"/>
                        </a:cubicBezTo>
                        <a:cubicBezTo>
                          <a:pt x="74618" y="148043"/>
                          <a:pt x="83840" y="140992"/>
                          <a:pt x="96200" y="148925"/>
                        </a:cubicBezTo>
                        <a:cubicBezTo>
                          <a:pt x="137830" y="164176"/>
                          <a:pt x="184824" y="166005"/>
                          <a:pt x="226994" y="159636"/>
                        </a:cubicBezTo>
                        <a:cubicBezTo>
                          <a:pt x="244159" y="144337"/>
                          <a:pt x="217525" y="102679"/>
                          <a:pt x="199952" y="65742"/>
                        </a:cubicBezTo>
                        <a:close/>
                      </a:path>
                    </a:pathLst>
                  </a:custGeom>
                  <a:solidFill>
                    <a:srgbClr val="FFFFFF"/>
                  </a:solidFill>
                  <a:ln w="9452" cap="flat">
                    <a:noFill/>
                    <a:prstDash val="solid"/>
                    <a:miter/>
                  </a:ln>
                </p:spPr>
                <p:txBody>
                  <a:bodyPr rtlCol="0" anchor="ctr"/>
                  <a:lstStyle/>
                  <a:p>
                    <a:endParaRPr lang="en-US"/>
                  </a:p>
                </p:txBody>
              </p:sp>
            </p:grpSp>
            <p:sp>
              <p:nvSpPr>
                <p:cNvPr id="52" name="Полілінія: фігура 51">
                  <a:extLst>
                    <a:ext uri="{FF2B5EF4-FFF2-40B4-BE49-F238E27FC236}">
                      <a16:creationId xmlns:a16="http://schemas.microsoft.com/office/drawing/2014/main" id="{5DADCDBB-7774-4A59-8F8A-22AE581F0052}"/>
                    </a:ext>
                  </a:extLst>
                </p:cNvPr>
                <p:cNvSpPr/>
                <p:nvPr/>
              </p:nvSpPr>
              <p:spPr>
                <a:xfrm>
                  <a:off x="1151314" y="4858182"/>
                  <a:ext cx="540970" cy="692028"/>
                </a:xfrm>
                <a:custGeom>
                  <a:avLst/>
                  <a:gdLst>
                    <a:gd name="connsiteX0" fmla="*/ 531062 w 540970"/>
                    <a:gd name="connsiteY0" fmla="*/ 491966 h 692028"/>
                    <a:gd name="connsiteX1" fmla="*/ 411643 w 540970"/>
                    <a:gd name="connsiteY1" fmla="*/ 218341 h 692028"/>
                    <a:gd name="connsiteX2" fmla="*/ 462172 w 540970"/>
                    <a:gd name="connsiteY2" fmla="*/ 162133 h 692028"/>
                    <a:gd name="connsiteX3" fmla="*/ 462485 w 540970"/>
                    <a:gd name="connsiteY3" fmla="*/ 161925 h 692028"/>
                    <a:gd name="connsiteX4" fmla="*/ 500143 w 540970"/>
                    <a:gd name="connsiteY4" fmla="*/ 177574 h 692028"/>
                    <a:gd name="connsiteX5" fmla="*/ 518389 w 540970"/>
                    <a:gd name="connsiteY5" fmla="*/ 183782 h 692028"/>
                    <a:gd name="connsiteX6" fmla="*/ 516607 w 540970"/>
                    <a:gd name="connsiteY6" fmla="*/ 175640 h 692028"/>
                    <a:gd name="connsiteX7" fmla="*/ 507214 w 540970"/>
                    <a:gd name="connsiteY7" fmla="*/ 161224 h 692028"/>
                    <a:gd name="connsiteX8" fmla="*/ 482674 w 540970"/>
                    <a:gd name="connsiteY8" fmla="*/ 127025 h 692028"/>
                    <a:gd name="connsiteX9" fmla="*/ 381454 w 540970"/>
                    <a:gd name="connsiteY9" fmla="*/ 29577 h 692028"/>
                    <a:gd name="connsiteX10" fmla="*/ 342743 w 540970"/>
                    <a:gd name="connsiteY10" fmla="*/ 27131 h 692028"/>
                    <a:gd name="connsiteX11" fmla="*/ 335341 w 540970"/>
                    <a:gd name="connsiteY11" fmla="*/ 33899 h 692028"/>
                    <a:gd name="connsiteX12" fmla="*/ 373056 w 540970"/>
                    <a:gd name="connsiteY12" fmla="*/ 149338 h 692028"/>
                    <a:gd name="connsiteX13" fmla="*/ 373245 w 540970"/>
                    <a:gd name="connsiteY13" fmla="*/ 149783 h 692028"/>
                    <a:gd name="connsiteX14" fmla="*/ 376307 w 540970"/>
                    <a:gd name="connsiteY14" fmla="*/ 156987 h 692028"/>
                    <a:gd name="connsiteX15" fmla="*/ 372771 w 540970"/>
                    <a:gd name="connsiteY15" fmla="*/ 230635 h 692028"/>
                    <a:gd name="connsiteX16" fmla="*/ 364013 w 540970"/>
                    <a:gd name="connsiteY16" fmla="*/ 252009 h 692028"/>
                    <a:gd name="connsiteX17" fmla="*/ 354961 w 540970"/>
                    <a:gd name="connsiteY17" fmla="*/ 262577 h 692028"/>
                    <a:gd name="connsiteX18" fmla="*/ 228566 w 540970"/>
                    <a:gd name="connsiteY18" fmla="*/ 194123 h 692028"/>
                    <a:gd name="connsiteX19" fmla="*/ 54455 w 540970"/>
                    <a:gd name="connsiteY19" fmla="*/ 13473 h 692028"/>
                    <a:gd name="connsiteX20" fmla="*/ 11 w 540970"/>
                    <a:gd name="connsiteY20" fmla="*/ 167385 h 692028"/>
                    <a:gd name="connsiteX21" fmla="*/ 6257 w 540970"/>
                    <a:gd name="connsiteY21" fmla="*/ 173441 h 692028"/>
                    <a:gd name="connsiteX22" fmla="*/ 178064 w 540970"/>
                    <a:gd name="connsiteY22" fmla="*/ 186806 h 692028"/>
                    <a:gd name="connsiteX23" fmla="*/ 186936 w 540970"/>
                    <a:gd name="connsiteY23" fmla="*/ 192190 h 692028"/>
                    <a:gd name="connsiteX24" fmla="*/ 453793 w 540970"/>
                    <a:gd name="connsiteY24" fmla="*/ 687071 h 692028"/>
                    <a:gd name="connsiteX25" fmla="*/ 459651 w 540970"/>
                    <a:gd name="connsiteY25" fmla="*/ 692028 h 692028"/>
                    <a:gd name="connsiteX26" fmla="*/ 507034 w 540970"/>
                    <a:gd name="connsiteY26" fmla="*/ 691545 h 692028"/>
                    <a:gd name="connsiteX27" fmla="*/ 531062 w 540970"/>
                    <a:gd name="connsiteY27" fmla="*/ 491966 h 69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970" h="692028">
                      <a:moveTo>
                        <a:pt x="531062" y="491966"/>
                      </a:moveTo>
                      <a:cubicBezTo>
                        <a:pt x="508712" y="400299"/>
                        <a:pt x="450305" y="304320"/>
                        <a:pt x="411643" y="218341"/>
                      </a:cubicBezTo>
                      <a:cubicBezTo>
                        <a:pt x="410031" y="214426"/>
                        <a:pt x="461101" y="162806"/>
                        <a:pt x="462172" y="162133"/>
                      </a:cubicBezTo>
                      <a:cubicBezTo>
                        <a:pt x="462277" y="162067"/>
                        <a:pt x="462381" y="162001"/>
                        <a:pt x="462485" y="161925"/>
                      </a:cubicBezTo>
                      <a:cubicBezTo>
                        <a:pt x="468400" y="157707"/>
                        <a:pt x="491082" y="171593"/>
                        <a:pt x="500143" y="177574"/>
                      </a:cubicBezTo>
                      <a:cubicBezTo>
                        <a:pt x="504257" y="180285"/>
                        <a:pt x="516598" y="185858"/>
                        <a:pt x="518389" y="183782"/>
                      </a:cubicBezTo>
                      <a:cubicBezTo>
                        <a:pt x="520181" y="181707"/>
                        <a:pt x="518247" y="177830"/>
                        <a:pt x="516607" y="175640"/>
                      </a:cubicBezTo>
                      <a:cubicBezTo>
                        <a:pt x="513290" y="171233"/>
                        <a:pt x="510333" y="166370"/>
                        <a:pt x="507214" y="161224"/>
                      </a:cubicBezTo>
                      <a:cubicBezTo>
                        <a:pt x="501138" y="151224"/>
                        <a:pt x="483708" y="128371"/>
                        <a:pt x="482674" y="127025"/>
                      </a:cubicBezTo>
                      <a:cubicBezTo>
                        <a:pt x="452372" y="87538"/>
                        <a:pt x="395994" y="40307"/>
                        <a:pt x="381454" y="29577"/>
                      </a:cubicBezTo>
                      <a:cubicBezTo>
                        <a:pt x="375027" y="24828"/>
                        <a:pt x="351919" y="23975"/>
                        <a:pt x="342743" y="27131"/>
                      </a:cubicBezTo>
                      <a:cubicBezTo>
                        <a:pt x="338696" y="28525"/>
                        <a:pt x="336203" y="30800"/>
                        <a:pt x="335341" y="33899"/>
                      </a:cubicBezTo>
                      <a:cubicBezTo>
                        <a:pt x="322412" y="80249"/>
                        <a:pt x="349976" y="120040"/>
                        <a:pt x="373056" y="149338"/>
                      </a:cubicBezTo>
                      <a:cubicBezTo>
                        <a:pt x="373236" y="149593"/>
                        <a:pt x="373293" y="149764"/>
                        <a:pt x="373245" y="149783"/>
                      </a:cubicBezTo>
                      <a:cubicBezTo>
                        <a:pt x="371624" y="151935"/>
                        <a:pt x="374591" y="154911"/>
                        <a:pt x="376307" y="156987"/>
                      </a:cubicBezTo>
                      <a:cubicBezTo>
                        <a:pt x="397036" y="182048"/>
                        <a:pt x="384231" y="204569"/>
                        <a:pt x="372771" y="230635"/>
                      </a:cubicBezTo>
                      <a:cubicBezTo>
                        <a:pt x="369719" y="237573"/>
                        <a:pt x="366601" y="244682"/>
                        <a:pt x="364013" y="252009"/>
                      </a:cubicBezTo>
                      <a:cubicBezTo>
                        <a:pt x="359397" y="254795"/>
                        <a:pt x="358866" y="258994"/>
                        <a:pt x="354961" y="262577"/>
                      </a:cubicBezTo>
                      <a:cubicBezTo>
                        <a:pt x="330895" y="235402"/>
                        <a:pt x="281361" y="202967"/>
                        <a:pt x="228566" y="194123"/>
                      </a:cubicBezTo>
                      <a:cubicBezTo>
                        <a:pt x="44607" y="70685"/>
                        <a:pt x="81791" y="-39076"/>
                        <a:pt x="54455" y="13473"/>
                      </a:cubicBezTo>
                      <a:cubicBezTo>
                        <a:pt x="22939" y="59169"/>
                        <a:pt x="1764" y="116371"/>
                        <a:pt x="11" y="167385"/>
                      </a:cubicBezTo>
                      <a:cubicBezTo>
                        <a:pt x="-207" y="170759"/>
                        <a:pt x="2873" y="173764"/>
                        <a:pt x="6257" y="173441"/>
                      </a:cubicBezTo>
                      <a:cubicBezTo>
                        <a:pt x="49631" y="170171"/>
                        <a:pt x="131876" y="173925"/>
                        <a:pt x="178064" y="186806"/>
                      </a:cubicBezTo>
                      <a:cubicBezTo>
                        <a:pt x="183524" y="188332"/>
                        <a:pt x="188870" y="192000"/>
                        <a:pt x="186936" y="192190"/>
                      </a:cubicBezTo>
                      <a:cubicBezTo>
                        <a:pt x="319606" y="324595"/>
                        <a:pt x="429690" y="498013"/>
                        <a:pt x="453793" y="687071"/>
                      </a:cubicBezTo>
                      <a:cubicBezTo>
                        <a:pt x="454229" y="689953"/>
                        <a:pt x="456741" y="692076"/>
                        <a:pt x="459651" y="692028"/>
                      </a:cubicBezTo>
                      <a:cubicBezTo>
                        <a:pt x="475556" y="691791"/>
                        <a:pt x="491385" y="691668"/>
                        <a:pt x="507034" y="691545"/>
                      </a:cubicBezTo>
                      <a:cubicBezTo>
                        <a:pt x="546521" y="638589"/>
                        <a:pt x="547204" y="564505"/>
                        <a:pt x="531062" y="491966"/>
                      </a:cubicBezTo>
                      <a:close/>
                    </a:path>
                  </a:pathLst>
                </a:custGeom>
                <a:solidFill>
                  <a:srgbClr val="FFFFFF"/>
                </a:solidFill>
                <a:ln w="9452" cap="flat">
                  <a:noFill/>
                  <a:prstDash val="solid"/>
                  <a:miter/>
                </a:ln>
              </p:spPr>
              <p:txBody>
                <a:bodyPr rtlCol="0" anchor="ctr"/>
                <a:lstStyle/>
                <a:p>
                  <a:endParaRPr lang="en-US"/>
                </a:p>
              </p:txBody>
            </p:sp>
            <p:sp>
              <p:nvSpPr>
                <p:cNvPr id="54" name="Полілінія: фігура 53">
                  <a:extLst>
                    <a:ext uri="{FF2B5EF4-FFF2-40B4-BE49-F238E27FC236}">
                      <a16:creationId xmlns:a16="http://schemas.microsoft.com/office/drawing/2014/main" id="{9FEF11EE-CDB5-433D-A52B-6F243C0545BB}"/>
                    </a:ext>
                  </a:extLst>
                </p:cNvPr>
                <p:cNvSpPr/>
                <p:nvPr/>
              </p:nvSpPr>
              <p:spPr>
                <a:xfrm>
                  <a:off x="955273" y="6036210"/>
                  <a:ext cx="831859" cy="1224251"/>
                </a:xfrm>
                <a:custGeom>
                  <a:avLst/>
                  <a:gdLst>
                    <a:gd name="connsiteX0" fmla="*/ 831859 w 831859"/>
                    <a:gd name="connsiteY0" fmla="*/ 303312 h 1224251"/>
                    <a:gd name="connsiteX1" fmla="*/ 710743 w 831859"/>
                    <a:gd name="connsiteY1" fmla="*/ 2266 h 1224251"/>
                    <a:gd name="connsiteX2" fmla="*/ 697957 w 831859"/>
                    <a:gd name="connsiteY2" fmla="*/ 8569 h 1224251"/>
                    <a:gd name="connsiteX3" fmla="*/ 620129 w 831859"/>
                    <a:gd name="connsiteY3" fmla="*/ 271729 h 1224251"/>
                    <a:gd name="connsiteX4" fmla="*/ 16653 w 831859"/>
                    <a:gd name="connsiteY4" fmla="*/ 241588 h 1224251"/>
                    <a:gd name="connsiteX5" fmla="*/ 10880 w 831859"/>
                    <a:gd name="connsiteY5" fmla="*/ 254014 h 1224251"/>
                    <a:gd name="connsiteX6" fmla="*/ 17506 w 831859"/>
                    <a:gd name="connsiteY6" fmla="*/ 1038785 h 1224251"/>
                    <a:gd name="connsiteX7" fmla="*/ 1733 w 831859"/>
                    <a:gd name="connsiteY7" fmla="*/ 1155769 h 1224251"/>
                    <a:gd name="connsiteX8" fmla="*/ 8577 w 831859"/>
                    <a:gd name="connsiteY8" fmla="*/ 1163740 h 1224251"/>
                    <a:gd name="connsiteX9" fmla="*/ 166460 w 831859"/>
                    <a:gd name="connsiteY9" fmla="*/ 1205844 h 1224251"/>
                    <a:gd name="connsiteX10" fmla="*/ 800429 w 831859"/>
                    <a:gd name="connsiteY10" fmla="*/ 1123769 h 1224251"/>
                    <a:gd name="connsiteX11" fmla="*/ 801462 w 831859"/>
                    <a:gd name="connsiteY11" fmla="*/ 816970 h 1224251"/>
                    <a:gd name="connsiteX12" fmla="*/ 831859 w 831859"/>
                    <a:gd name="connsiteY12" fmla="*/ 303312 h 122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1859" h="1224251">
                      <a:moveTo>
                        <a:pt x="831859" y="303312"/>
                      </a:moveTo>
                      <a:cubicBezTo>
                        <a:pt x="776552" y="212271"/>
                        <a:pt x="742363" y="103420"/>
                        <a:pt x="710743" y="2266"/>
                      </a:cubicBezTo>
                      <a:cubicBezTo>
                        <a:pt x="709113" y="-3346"/>
                        <a:pt x="698658" y="2502"/>
                        <a:pt x="697957" y="8569"/>
                      </a:cubicBezTo>
                      <a:cubicBezTo>
                        <a:pt x="683559" y="110197"/>
                        <a:pt x="655976" y="194660"/>
                        <a:pt x="620129" y="271729"/>
                      </a:cubicBezTo>
                      <a:cubicBezTo>
                        <a:pt x="588594" y="386154"/>
                        <a:pt x="160489" y="286838"/>
                        <a:pt x="16653" y="241588"/>
                      </a:cubicBezTo>
                      <a:cubicBezTo>
                        <a:pt x="13240" y="240289"/>
                        <a:pt x="11089" y="250317"/>
                        <a:pt x="10880" y="254014"/>
                      </a:cubicBezTo>
                      <a:cubicBezTo>
                        <a:pt x="-28408" y="516928"/>
                        <a:pt x="54150" y="775350"/>
                        <a:pt x="17506" y="1038785"/>
                      </a:cubicBezTo>
                      <a:cubicBezTo>
                        <a:pt x="14766" y="1077666"/>
                        <a:pt x="11923" y="1117864"/>
                        <a:pt x="1733" y="1155769"/>
                      </a:cubicBezTo>
                      <a:cubicBezTo>
                        <a:pt x="615" y="1160081"/>
                        <a:pt x="4501" y="1163247"/>
                        <a:pt x="8577" y="1163740"/>
                      </a:cubicBezTo>
                      <a:cubicBezTo>
                        <a:pt x="59192" y="1180157"/>
                        <a:pt x="115731" y="1195266"/>
                        <a:pt x="166460" y="1205844"/>
                      </a:cubicBezTo>
                      <a:cubicBezTo>
                        <a:pt x="375025" y="1243815"/>
                        <a:pt x="614631" y="1226127"/>
                        <a:pt x="800429" y="1123769"/>
                      </a:cubicBezTo>
                      <a:cubicBezTo>
                        <a:pt x="769131" y="1026928"/>
                        <a:pt x="796846" y="915935"/>
                        <a:pt x="801462" y="816970"/>
                      </a:cubicBezTo>
                      <a:cubicBezTo>
                        <a:pt x="818021" y="645276"/>
                        <a:pt x="825727" y="474190"/>
                        <a:pt x="831859" y="303312"/>
                      </a:cubicBezTo>
                      <a:close/>
                    </a:path>
                  </a:pathLst>
                </a:custGeom>
                <a:solidFill>
                  <a:schemeClr val="tx2"/>
                </a:solidFill>
                <a:ln w="9452" cap="flat">
                  <a:noFill/>
                  <a:prstDash val="solid"/>
                  <a:miter/>
                </a:ln>
              </p:spPr>
              <p:txBody>
                <a:bodyPr rtlCol="0" anchor="ctr"/>
                <a:lstStyle/>
                <a:p>
                  <a:endParaRPr lang="en-US"/>
                </a:p>
              </p:txBody>
            </p:sp>
            <p:sp>
              <p:nvSpPr>
                <p:cNvPr id="55" name="Полілінія: фігура 54">
                  <a:extLst>
                    <a:ext uri="{FF2B5EF4-FFF2-40B4-BE49-F238E27FC236}">
                      <a16:creationId xmlns:a16="http://schemas.microsoft.com/office/drawing/2014/main" id="{79EA125D-29CB-4589-803B-DD1E0C64DE28}"/>
                    </a:ext>
                  </a:extLst>
                </p:cNvPr>
                <p:cNvSpPr/>
                <p:nvPr/>
              </p:nvSpPr>
              <p:spPr>
                <a:xfrm>
                  <a:off x="922429" y="4938874"/>
                  <a:ext cx="1102546" cy="1429159"/>
                </a:xfrm>
                <a:custGeom>
                  <a:avLst/>
                  <a:gdLst>
                    <a:gd name="connsiteX0" fmla="*/ 963118 w 1102546"/>
                    <a:gd name="connsiteY0" fmla="*/ 326309 h 1429159"/>
                    <a:gd name="connsiteX1" fmla="*/ 886257 w 1102546"/>
                    <a:gd name="connsiteY1" fmla="*/ 144635 h 1429159"/>
                    <a:gd name="connsiteX2" fmla="*/ 794297 w 1102546"/>
                    <a:gd name="connsiteY2" fmla="*/ 84257 h 1429159"/>
                    <a:gd name="connsiteX3" fmla="*/ 736052 w 1102546"/>
                    <a:gd name="connsiteY3" fmla="*/ 62352 h 1429159"/>
                    <a:gd name="connsiteX4" fmla="*/ 728573 w 1102546"/>
                    <a:gd name="connsiteY4" fmla="*/ 70257 h 1429159"/>
                    <a:gd name="connsiteX5" fmla="*/ 744962 w 1102546"/>
                    <a:gd name="connsiteY5" fmla="*/ 104655 h 1429159"/>
                    <a:gd name="connsiteX6" fmla="*/ 695607 w 1102546"/>
                    <a:gd name="connsiteY6" fmla="*/ 78049 h 1429159"/>
                    <a:gd name="connsiteX7" fmla="*/ 680157 w 1102546"/>
                    <a:gd name="connsiteY7" fmla="*/ 89489 h 1429159"/>
                    <a:gd name="connsiteX8" fmla="*/ 641352 w 1102546"/>
                    <a:gd name="connsiteY8" fmla="*/ 134616 h 1429159"/>
                    <a:gd name="connsiteX9" fmla="*/ 741644 w 1102546"/>
                    <a:gd name="connsiteY9" fmla="*/ 339257 h 1429159"/>
                    <a:gd name="connsiteX10" fmla="*/ 755928 w 1102546"/>
                    <a:gd name="connsiteY10" fmla="*/ 374432 h 1429159"/>
                    <a:gd name="connsiteX11" fmla="*/ 749814 w 1102546"/>
                    <a:gd name="connsiteY11" fmla="*/ 601337 h 1429159"/>
                    <a:gd name="connsiteX12" fmla="*/ 766686 w 1102546"/>
                    <a:gd name="connsiteY12" fmla="*/ 617640 h 1429159"/>
                    <a:gd name="connsiteX13" fmla="*/ 775748 w 1102546"/>
                    <a:gd name="connsiteY13" fmla="*/ 613782 h 1429159"/>
                    <a:gd name="connsiteX14" fmla="*/ 843974 w 1102546"/>
                    <a:gd name="connsiteY14" fmla="*/ 591460 h 1429159"/>
                    <a:gd name="connsiteX15" fmla="*/ 889101 w 1102546"/>
                    <a:gd name="connsiteY15" fmla="*/ 611792 h 1429159"/>
                    <a:gd name="connsiteX16" fmla="*/ 955204 w 1102546"/>
                    <a:gd name="connsiteY16" fmla="*/ 684814 h 1429159"/>
                    <a:gd name="connsiteX17" fmla="*/ 932380 w 1102546"/>
                    <a:gd name="connsiteY17" fmla="*/ 700776 h 1429159"/>
                    <a:gd name="connsiteX18" fmla="*/ 902314 w 1102546"/>
                    <a:gd name="connsiteY18" fmla="*/ 706311 h 1429159"/>
                    <a:gd name="connsiteX19" fmla="*/ 852324 w 1102546"/>
                    <a:gd name="connsiteY19" fmla="*/ 714842 h 1429159"/>
                    <a:gd name="connsiteX20" fmla="*/ 848135 w 1102546"/>
                    <a:gd name="connsiteY20" fmla="*/ 717477 h 1429159"/>
                    <a:gd name="connsiteX21" fmla="*/ 751919 w 1102546"/>
                    <a:gd name="connsiteY21" fmla="*/ 609839 h 1429159"/>
                    <a:gd name="connsiteX22" fmla="*/ 425641 w 1102546"/>
                    <a:gd name="connsiteY22" fmla="*/ 625469 h 1429159"/>
                    <a:gd name="connsiteX23" fmla="*/ 370211 w 1102546"/>
                    <a:gd name="connsiteY23" fmla="*/ 571916 h 1429159"/>
                    <a:gd name="connsiteX24" fmla="*/ 362884 w 1102546"/>
                    <a:gd name="connsiteY24" fmla="*/ 563963 h 1429159"/>
                    <a:gd name="connsiteX25" fmla="*/ 311397 w 1102546"/>
                    <a:gd name="connsiteY25" fmla="*/ 548580 h 1429159"/>
                    <a:gd name="connsiteX26" fmla="*/ 311387 w 1102546"/>
                    <a:gd name="connsiteY26" fmla="*/ 523348 h 1429159"/>
                    <a:gd name="connsiteX27" fmla="*/ 306781 w 1102546"/>
                    <a:gd name="connsiteY27" fmla="*/ 519993 h 1429159"/>
                    <a:gd name="connsiteX28" fmla="*/ 291795 w 1102546"/>
                    <a:gd name="connsiteY28" fmla="*/ 495311 h 1429159"/>
                    <a:gd name="connsiteX29" fmla="*/ 345396 w 1102546"/>
                    <a:gd name="connsiteY29" fmla="*/ 489529 h 1429159"/>
                    <a:gd name="connsiteX30" fmla="*/ 343169 w 1102546"/>
                    <a:gd name="connsiteY30" fmla="*/ 483159 h 1429159"/>
                    <a:gd name="connsiteX31" fmla="*/ 315027 w 1102546"/>
                    <a:gd name="connsiteY31" fmla="*/ 433947 h 1429159"/>
                    <a:gd name="connsiteX32" fmla="*/ 360950 w 1102546"/>
                    <a:gd name="connsiteY32" fmla="*/ 453112 h 1429159"/>
                    <a:gd name="connsiteX33" fmla="*/ 402058 w 1102546"/>
                    <a:gd name="connsiteY33" fmla="*/ 483917 h 1429159"/>
                    <a:gd name="connsiteX34" fmla="*/ 414267 w 1102546"/>
                    <a:gd name="connsiteY34" fmla="*/ 499965 h 1429159"/>
                    <a:gd name="connsiteX35" fmla="*/ 416295 w 1102546"/>
                    <a:gd name="connsiteY35" fmla="*/ 506533 h 1429159"/>
                    <a:gd name="connsiteX36" fmla="*/ 441024 w 1102546"/>
                    <a:gd name="connsiteY36" fmla="*/ 533613 h 1429159"/>
                    <a:gd name="connsiteX37" fmla="*/ 456522 w 1102546"/>
                    <a:gd name="connsiteY37" fmla="*/ 560911 h 1429159"/>
                    <a:gd name="connsiteX38" fmla="*/ 461564 w 1102546"/>
                    <a:gd name="connsiteY38" fmla="*/ 572892 h 1429159"/>
                    <a:gd name="connsiteX39" fmla="*/ 483971 w 1102546"/>
                    <a:gd name="connsiteY39" fmla="*/ 608351 h 1429159"/>
                    <a:gd name="connsiteX40" fmla="*/ 483725 w 1102546"/>
                    <a:gd name="connsiteY40" fmla="*/ 608740 h 1429159"/>
                    <a:gd name="connsiteX41" fmla="*/ 505440 w 1102546"/>
                    <a:gd name="connsiteY41" fmla="*/ 620929 h 1429159"/>
                    <a:gd name="connsiteX42" fmla="*/ 672868 w 1102546"/>
                    <a:gd name="connsiteY42" fmla="*/ 611744 h 1429159"/>
                    <a:gd name="connsiteX43" fmla="*/ 678451 w 1102546"/>
                    <a:gd name="connsiteY43" fmla="*/ 604986 h 1429159"/>
                    <a:gd name="connsiteX44" fmla="*/ 618841 w 1102546"/>
                    <a:gd name="connsiteY44" fmla="*/ 397114 h 1429159"/>
                    <a:gd name="connsiteX45" fmla="*/ 405006 w 1102546"/>
                    <a:gd name="connsiteY45" fmla="*/ 106532 h 1429159"/>
                    <a:gd name="connsiteX46" fmla="*/ 292004 w 1102546"/>
                    <a:gd name="connsiteY46" fmla="*/ 94826 h 1429159"/>
                    <a:gd name="connsiteX47" fmla="*/ 225597 w 1102546"/>
                    <a:gd name="connsiteY47" fmla="*/ 91859 h 1429159"/>
                    <a:gd name="connsiteX48" fmla="*/ 241066 w 1102546"/>
                    <a:gd name="connsiteY48" fmla="*/ 7861 h 1429159"/>
                    <a:gd name="connsiteX49" fmla="*/ 232754 w 1102546"/>
                    <a:gd name="connsiteY49" fmla="*/ 799 h 1429159"/>
                    <a:gd name="connsiteX50" fmla="*/ 95126 w 1102546"/>
                    <a:gd name="connsiteY50" fmla="*/ 48021 h 1429159"/>
                    <a:gd name="connsiteX51" fmla="*/ 36644 w 1102546"/>
                    <a:gd name="connsiteY51" fmla="*/ 66912 h 1429159"/>
                    <a:gd name="connsiteX52" fmla="*/ 7810 w 1102546"/>
                    <a:gd name="connsiteY52" fmla="*/ 137545 h 1429159"/>
                    <a:gd name="connsiteX53" fmla="*/ 150234 w 1102546"/>
                    <a:gd name="connsiteY53" fmla="*/ 589489 h 1429159"/>
                    <a:gd name="connsiteX54" fmla="*/ 123448 w 1102546"/>
                    <a:gd name="connsiteY54" fmla="*/ 1050665 h 1429159"/>
                    <a:gd name="connsiteX55" fmla="*/ 0 w 1102546"/>
                    <a:gd name="connsiteY55" fmla="*/ 1315029 h 1429159"/>
                    <a:gd name="connsiteX56" fmla="*/ 640528 w 1102546"/>
                    <a:gd name="connsiteY56" fmla="*/ 1388402 h 1429159"/>
                    <a:gd name="connsiteX57" fmla="*/ 729038 w 1102546"/>
                    <a:gd name="connsiteY57" fmla="*/ 1098417 h 1429159"/>
                    <a:gd name="connsiteX58" fmla="*/ 739521 w 1102546"/>
                    <a:gd name="connsiteY58" fmla="*/ 1061148 h 1429159"/>
                    <a:gd name="connsiteX59" fmla="*/ 809396 w 1102546"/>
                    <a:gd name="connsiteY59" fmla="*/ 1274272 h 1429159"/>
                    <a:gd name="connsiteX60" fmla="*/ 914209 w 1102546"/>
                    <a:gd name="connsiteY60" fmla="*/ 1429160 h 1429159"/>
                    <a:gd name="connsiteX61" fmla="*/ 831519 w 1102546"/>
                    <a:gd name="connsiteY61" fmla="*/ 874810 h 1429159"/>
                    <a:gd name="connsiteX62" fmla="*/ 1069097 w 1102546"/>
                    <a:gd name="connsiteY62" fmla="*/ 868991 h 1429159"/>
                    <a:gd name="connsiteX63" fmla="*/ 1101703 w 1102546"/>
                    <a:gd name="connsiteY63" fmla="*/ 855019 h 1429159"/>
                    <a:gd name="connsiteX64" fmla="*/ 963118 w 1102546"/>
                    <a:gd name="connsiteY64" fmla="*/ 326309 h 142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02546" h="1429159">
                      <a:moveTo>
                        <a:pt x="963118" y="326309"/>
                      </a:moveTo>
                      <a:cubicBezTo>
                        <a:pt x="938086" y="269325"/>
                        <a:pt x="908086" y="202634"/>
                        <a:pt x="886257" y="144635"/>
                      </a:cubicBezTo>
                      <a:cubicBezTo>
                        <a:pt x="872646" y="91660"/>
                        <a:pt x="832002" y="100835"/>
                        <a:pt x="794297" y="84257"/>
                      </a:cubicBezTo>
                      <a:cubicBezTo>
                        <a:pt x="775056" y="77395"/>
                        <a:pt x="755151" y="70286"/>
                        <a:pt x="736052" y="62352"/>
                      </a:cubicBezTo>
                      <a:cubicBezTo>
                        <a:pt x="731341" y="60201"/>
                        <a:pt x="726147" y="65651"/>
                        <a:pt x="728573" y="70257"/>
                      </a:cubicBezTo>
                      <a:cubicBezTo>
                        <a:pt x="732640" y="79423"/>
                        <a:pt x="746108" y="95499"/>
                        <a:pt x="744962" y="104655"/>
                      </a:cubicBezTo>
                      <a:cubicBezTo>
                        <a:pt x="729199" y="95489"/>
                        <a:pt x="713104" y="85565"/>
                        <a:pt x="695607" y="78049"/>
                      </a:cubicBezTo>
                      <a:cubicBezTo>
                        <a:pt x="690489" y="76219"/>
                        <a:pt x="681731" y="87707"/>
                        <a:pt x="680157" y="89489"/>
                      </a:cubicBezTo>
                      <a:cubicBezTo>
                        <a:pt x="667001" y="103745"/>
                        <a:pt x="653949" y="118929"/>
                        <a:pt x="641352" y="134616"/>
                      </a:cubicBezTo>
                      <a:cubicBezTo>
                        <a:pt x="664679" y="196198"/>
                        <a:pt x="713872" y="263647"/>
                        <a:pt x="741644" y="339257"/>
                      </a:cubicBezTo>
                      <a:cubicBezTo>
                        <a:pt x="742687" y="341949"/>
                        <a:pt x="749426" y="356299"/>
                        <a:pt x="755928" y="374432"/>
                      </a:cubicBezTo>
                      <a:cubicBezTo>
                        <a:pt x="770279" y="436563"/>
                        <a:pt x="789150" y="522495"/>
                        <a:pt x="749814" y="601337"/>
                      </a:cubicBezTo>
                      <a:cubicBezTo>
                        <a:pt x="746213" y="610218"/>
                        <a:pt x="761852" y="612019"/>
                        <a:pt x="766686" y="617640"/>
                      </a:cubicBezTo>
                      <a:cubicBezTo>
                        <a:pt x="770032" y="620067"/>
                        <a:pt x="775198" y="617915"/>
                        <a:pt x="775748" y="613782"/>
                      </a:cubicBezTo>
                      <a:cubicBezTo>
                        <a:pt x="779131" y="602768"/>
                        <a:pt x="829093" y="588797"/>
                        <a:pt x="843974" y="591460"/>
                      </a:cubicBezTo>
                      <a:cubicBezTo>
                        <a:pt x="860722" y="594200"/>
                        <a:pt x="874163" y="604664"/>
                        <a:pt x="889101" y="611792"/>
                      </a:cubicBezTo>
                      <a:cubicBezTo>
                        <a:pt x="927574" y="621081"/>
                        <a:pt x="942815" y="657696"/>
                        <a:pt x="955204" y="684814"/>
                      </a:cubicBezTo>
                      <a:cubicBezTo>
                        <a:pt x="952863" y="685667"/>
                        <a:pt x="939972" y="699686"/>
                        <a:pt x="932380" y="700776"/>
                      </a:cubicBezTo>
                      <a:cubicBezTo>
                        <a:pt x="922323" y="702321"/>
                        <a:pt x="912190" y="704435"/>
                        <a:pt x="902314" y="706311"/>
                      </a:cubicBezTo>
                      <a:cubicBezTo>
                        <a:pt x="885935" y="709496"/>
                        <a:pt x="868988" y="712776"/>
                        <a:pt x="852324" y="714842"/>
                      </a:cubicBezTo>
                      <a:cubicBezTo>
                        <a:pt x="850609" y="715050"/>
                        <a:pt x="849073" y="716017"/>
                        <a:pt x="848135" y="717477"/>
                      </a:cubicBezTo>
                      <a:cubicBezTo>
                        <a:pt x="846893" y="720690"/>
                        <a:pt x="797311" y="634891"/>
                        <a:pt x="751919" y="609839"/>
                      </a:cubicBezTo>
                      <a:cubicBezTo>
                        <a:pt x="654755" y="617052"/>
                        <a:pt x="513203" y="619735"/>
                        <a:pt x="425641" y="625469"/>
                      </a:cubicBezTo>
                      <a:cubicBezTo>
                        <a:pt x="441659" y="607308"/>
                        <a:pt x="353614" y="600598"/>
                        <a:pt x="370211" y="571916"/>
                      </a:cubicBezTo>
                      <a:cubicBezTo>
                        <a:pt x="372561" y="567385"/>
                        <a:pt x="367595" y="561982"/>
                        <a:pt x="362884" y="563963"/>
                      </a:cubicBezTo>
                      <a:cubicBezTo>
                        <a:pt x="350012" y="568864"/>
                        <a:pt x="322193" y="562162"/>
                        <a:pt x="311397" y="548580"/>
                      </a:cubicBezTo>
                      <a:cubicBezTo>
                        <a:pt x="301966" y="537461"/>
                        <a:pt x="312600" y="532874"/>
                        <a:pt x="311387" y="523348"/>
                      </a:cubicBezTo>
                      <a:cubicBezTo>
                        <a:pt x="310534" y="521509"/>
                        <a:pt x="308790" y="520239"/>
                        <a:pt x="306781" y="519993"/>
                      </a:cubicBezTo>
                      <a:cubicBezTo>
                        <a:pt x="289245" y="518381"/>
                        <a:pt x="281227" y="507974"/>
                        <a:pt x="291795" y="495311"/>
                      </a:cubicBezTo>
                      <a:cubicBezTo>
                        <a:pt x="304203" y="488429"/>
                        <a:pt x="341017" y="499898"/>
                        <a:pt x="345396" y="489529"/>
                      </a:cubicBezTo>
                      <a:cubicBezTo>
                        <a:pt x="346088" y="487150"/>
                        <a:pt x="345187" y="484591"/>
                        <a:pt x="343169" y="483159"/>
                      </a:cubicBezTo>
                      <a:cubicBezTo>
                        <a:pt x="324477" y="469804"/>
                        <a:pt x="302658" y="452525"/>
                        <a:pt x="315027" y="433947"/>
                      </a:cubicBezTo>
                      <a:cubicBezTo>
                        <a:pt x="331633" y="436402"/>
                        <a:pt x="344988" y="445558"/>
                        <a:pt x="360950" y="453112"/>
                      </a:cubicBezTo>
                      <a:cubicBezTo>
                        <a:pt x="372201" y="459169"/>
                        <a:pt x="403139" y="472335"/>
                        <a:pt x="402058" y="483917"/>
                      </a:cubicBezTo>
                      <a:cubicBezTo>
                        <a:pt x="404248" y="488733"/>
                        <a:pt x="415034" y="495747"/>
                        <a:pt x="414267" y="499965"/>
                      </a:cubicBezTo>
                      <a:cubicBezTo>
                        <a:pt x="413433" y="502363"/>
                        <a:pt x="414257" y="505017"/>
                        <a:pt x="416295" y="506533"/>
                      </a:cubicBezTo>
                      <a:cubicBezTo>
                        <a:pt x="420693" y="509813"/>
                        <a:pt x="431679" y="521471"/>
                        <a:pt x="441024" y="533613"/>
                      </a:cubicBezTo>
                      <a:cubicBezTo>
                        <a:pt x="454673" y="551348"/>
                        <a:pt x="456816" y="559414"/>
                        <a:pt x="456522" y="560911"/>
                      </a:cubicBezTo>
                      <a:cubicBezTo>
                        <a:pt x="454730" y="565565"/>
                        <a:pt x="459536" y="569148"/>
                        <a:pt x="461564" y="572892"/>
                      </a:cubicBezTo>
                      <a:cubicBezTo>
                        <a:pt x="469394" y="584352"/>
                        <a:pt x="477479" y="596190"/>
                        <a:pt x="483971" y="608351"/>
                      </a:cubicBezTo>
                      <a:cubicBezTo>
                        <a:pt x="483934" y="608474"/>
                        <a:pt x="483820" y="608645"/>
                        <a:pt x="483725" y="608740"/>
                      </a:cubicBezTo>
                      <a:cubicBezTo>
                        <a:pt x="486227" y="616559"/>
                        <a:pt x="498113" y="621640"/>
                        <a:pt x="505440" y="620929"/>
                      </a:cubicBezTo>
                      <a:cubicBezTo>
                        <a:pt x="564946" y="616569"/>
                        <a:pt x="606102" y="613650"/>
                        <a:pt x="672868" y="611744"/>
                      </a:cubicBezTo>
                      <a:cubicBezTo>
                        <a:pt x="676271" y="611706"/>
                        <a:pt x="679086" y="608361"/>
                        <a:pt x="678451" y="604986"/>
                      </a:cubicBezTo>
                      <a:cubicBezTo>
                        <a:pt x="665276" y="524163"/>
                        <a:pt x="645779" y="456165"/>
                        <a:pt x="618841" y="397114"/>
                      </a:cubicBezTo>
                      <a:cubicBezTo>
                        <a:pt x="570671" y="288462"/>
                        <a:pt x="499251" y="191611"/>
                        <a:pt x="405006" y="106532"/>
                      </a:cubicBezTo>
                      <a:cubicBezTo>
                        <a:pt x="364988" y="97906"/>
                        <a:pt x="325690" y="96826"/>
                        <a:pt x="292004" y="94826"/>
                      </a:cubicBezTo>
                      <a:cubicBezTo>
                        <a:pt x="272431" y="93764"/>
                        <a:pt x="247038" y="95157"/>
                        <a:pt x="225597" y="91859"/>
                      </a:cubicBezTo>
                      <a:cubicBezTo>
                        <a:pt x="224820" y="63262"/>
                        <a:pt x="230953" y="33102"/>
                        <a:pt x="241066" y="7861"/>
                      </a:cubicBezTo>
                      <a:cubicBezTo>
                        <a:pt x="243057" y="3188"/>
                        <a:pt x="237180" y="-2025"/>
                        <a:pt x="232754" y="799"/>
                      </a:cubicBezTo>
                      <a:cubicBezTo>
                        <a:pt x="191039" y="24012"/>
                        <a:pt x="144736" y="39898"/>
                        <a:pt x="95126" y="48021"/>
                      </a:cubicBezTo>
                      <a:cubicBezTo>
                        <a:pt x="63610" y="52305"/>
                        <a:pt x="47212" y="57604"/>
                        <a:pt x="36644" y="66912"/>
                      </a:cubicBezTo>
                      <a:cubicBezTo>
                        <a:pt x="20151" y="81707"/>
                        <a:pt x="15782" y="113223"/>
                        <a:pt x="7810" y="137545"/>
                      </a:cubicBezTo>
                      <a:cubicBezTo>
                        <a:pt x="23402" y="309997"/>
                        <a:pt x="58207" y="444951"/>
                        <a:pt x="150234" y="589489"/>
                      </a:cubicBezTo>
                      <a:cubicBezTo>
                        <a:pt x="189020" y="749249"/>
                        <a:pt x="205920" y="886033"/>
                        <a:pt x="123448" y="1050665"/>
                      </a:cubicBezTo>
                      <a:cubicBezTo>
                        <a:pt x="87685" y="1139563"/>
                        <a:pt x="44672" y="1230633"/>
                        <a:pt x="0" y="1315029"/>
                      </a:cubicBezTo>
                      <a:cubicBezTo>
                        <a:pt x="121438" y="1370601"/>
                        <a:pt x="484512" y="1453064"/>
                        <a:pt x="640528" y="1388402"/>
                      </a:cubicBezTo>
                      <a:cubicBezTo>
                        <a:pt x="684470" y="1290603"/>
                        <a:pt x="715815" y="1188207"/>
                        <a:pt x="729038" y="1098417"/>
                      </a:cubicBezTo>
                      <a:cubicBezTo>
                        <a:pt x="730573" y="1086778"/>
                        <a:pt x="736488" y="1072247"/>
                        <a:pt x="739521" y="1061148"/>
                      </a:cubicBezTo>
                      <a:cubicBezTo>
                        <a:pt x="739786" y="1060172"/>
                        <a:pt x="761757" y="1158492"/>
                        <a:pt x="809396" y="1274272"/>
                      </a:cubicBezTo>
                      <a:cubicBezTo>
                        <a:pt x="830846" y="1318963"/>
                        <a:pt x="866296" y="1411150"/>
                        <a:pt x="914209" y="1429160"/>
                      </a:cubicBezTo>
                      <a:cubicBezTo>
                        <a:pt x="890096" y="1259798"/>
                        <a:pt x="848770" y="1043044"/>
                        <a:pt x="831519" y="874810"/>
                      </a:cubicBezTo>
                      <a:cubicBezTo>
                        <a:pt x="912257" y="876668"/>
                        <a:pt x="988179" y="881094"/>
                        <a:pt x="1069097" y="868991"/>
                      </a:cubicBezTo>
                      <a:cubicBezTo>
                        <a:pt x="1076045" y="866545"/>
                        <a:pt x="1099770" y="864100"/>
                        <a:pt x="1101703" y="855019"/>
                      </a:cubicBezTo>
                      <a:cubicBezTo>
                        <a:pt x="1111296" y="665961"/>
                        <a:pt x="1037449" y="495548"/>
                        <a:pt x="963118" y="326309"/>
                      </a:cubicBezTo>
                      <a:close/>
                    </a:path>
                  </a:pathLst>
                </a:custGeom>
                <a:solidFill>
                  <a:schemeClr val="accent1">
                    <a:lumMod val="50000"/>
                  </a:schemeClr>
                </a:solidFill>
                <a:ln w="9452" cap="flat">
                  <a:noFill/>
                  <a:prstDash val="solid"/>
                  <a:miter/>
                </a:ln>
              </p:spPr>
              <p:txBody>
                <a:bodyPr rtlCol="0" anchor="ctr"/>
                <a:lstStyle/>
                <a:p>
                  <a:endParaRPr lang="en-US"/>
                </a:p>
              </p:txBody>
            </p:sp>
            <p:sp>
              <p:nvSpPr>
                <p:cNvPr id="56" name="Полілінія: фігура 55">
                  <a:extLst>
                    <a:ext uri="{FF2B5EF4-FFF2-40B4-BE49-F238E27FC236}">
                      <a16:creationId xmlns:a16="http://schemas.microsoft.com/office/drawing/2014/main" id="{FF18C138-A701-43B2-8174-0C7EEBF8BFAC}"/>
                    </a:ext>
                  </a:extLst>
                </p:cNvPr>
                <p:cNvSpPr/>
                <p:nvPr/>
              </p:nvSpPr>
              <p:spPr>
                <a:xfrm>
                  <a:off x="911334" y="4756110"/>
                  <a:ext cx="1131086" cy="3854510"/>
                </a:xfrm>
                <a:custGeom>
                  <a:avLst/>
                  <a:gdLst>
                    <a:gd name="connsiteX0" fmla="*/ 1130532 w 1131086"/>
                    <a:gd name="connsiteY0" fmla="*/ 969150 h 3854510"/>
                    <a:gd name="connsiteX1" fmla="*/ 901759 w 1131086"/>
                    <a:gd name="connsiteY1" fmla="*/ 310565 h 3854510"/>
                    <a:gd name="connsiteX2" fmla="*/ 842585 w 1131086"/>
                    <a:gd name="connsiteY2" fmla="*/ 263713 h 3854510"/>
                    <a:gd name="connsiteX3" fmla="*/ 726834 w 1131086"/>
                    <a:gd name="connsiteY3" fmla="*/ 225686 h 3854510"/>
                    <a:gd name="connsiteX4" fmla="*/ 706465 w 1131086"/>
                    <a:gd name="connsiteY4" fmla="*/ 200871 h 3854510"/>
                    <a:gd name="connsiteX5" fmla="*/ 616410 w 1131086"/>
                    <a:gd name="connsiteY5" fmla="*/ 131867 h 3854510"/>
                    <a:gd name="connsiteX6" fmla="*/ 718019 w 1131086"/>
                    <a:gd name="connsiteY6" fmla="*/ 232643 h 3854510"/>
                    <a:gd name="connsiteX7" fmla="*/ 721839 w 1131086"/>
                    <a:gd name="connsiteY7" fmla="*/ 240273 h 3854510"/>
                    <a:gd name="connsiteX8" fmla="*/ 751923 w 1131086"/>
                    <a:gd name="connsiteY8" fmla="*/ 281220 h 3854510"/>
                    <a:gd name="connsiteX9" fmla="*/ 699071 w 1131086"/>
                    <a:gd name="connsiteY9" fmla="*/ 259249 h 3854510"/>
                    <a:gd name="connsiteX10" fmla="*/ 695706 w 1131086"/>
                    <a:gd name="connsiteY10" fmla="*/ 261400 h 3854510"/>
                    <a:gd name="connsiteX11" fmla="*/ 690105 w 1131086"/>
                    <a:gd name="connsiteY11" fmla="*/ 265391 h 3854510"/>
                    <a:gd name="connsiteX12" fmla="*/ 606836 w 1131086"/>
                    <a:gd name="connsiteY12" fmla="*/ 364308 h 3854510"/>
                    <a:gd name="connsiteX13" fmla="*/ 617869 w 1131086"/>
                    <a:gd name="connsiteY13" fmla="*/ 255363 h 3854510"/>
                    <a:gd name="connsiteX14" fmla="*/ 617680 w 1131086"/>
                    <a:gd name="connsiteY14" fmla="*/ 247922 h 3854510"/>
                    <a:gd name="connsiteX15" fmla="*/ 579358 w 1131086"/>
                    <a:gd name="connsiteY15" fmla="*/ 133081 h 3854510"/>
                    <a:gd name="connsiteX16" fmla="*/ 562107 w 1131086"/>
                    <a:gd name="connsiteY16" fmla="*/ 159166 h 3854510"/>
                    <a:gd name="connsiteX17" fmla="*/ 610580 w 1131086"/>
                    <a:gd name="connsiteY17" fmla="*/ 258585 h 3854510"/>
                    <a:gd name="connsiteX18" fmla="*/ 594808 w 1131086"/>
                    <a:gd name="connsiteY18" fmla="*/ 355939 h 3854510"/>
                    <a:gd name="connsiteX19" fmla="*/ 478090 w 1131086"/>
                    <a:gd name="connsiteY19" fmla="*/ 284462 h 3854510"/>
                    <a:gd name="connsiteX20" fmla="*/ 316662 w 1131086"/>
                    <a:gd name="connsiteY20" fmla="*/ 114209 h 3854510"/>
                    <a:gd name="connsiteX21" fmla="*/ 312870 w 1131086"/>
                    <a:gd name="connsiteY21" fmla="*/ 10704 h 3854510"/>
                    <a:gd name="connsiteX22" fmla="*/ 301534 w 1131086"/>
                    <a:gd name="connsiteY22" fmla="*/ 12960 h 3854510"/>
                    <a:gd name="connsiteX23" fmla="*/ 307837 w 1131086"/>
                    <a:gd name="connsiteY23" fmla="*/ 91328 h 3854510"/>
                    <a:gd name="connsiteX24" fmla="*/ 255090 w 1131086"/>
                    <a:gd name="connsiteY24" fmla="*/ 169213 h 3854510"/>
                    <a:gd name="connsiteX25" fmla="*/ 123860 w 1131086"/>
                    <a:gd name="connsiteY25" fmla="*/ 207591 h 3854510"/>
                    <a:gd name="connsiteX26" fmla="*/ 17729 w 1131086"/>
                    <a:gd name="connsiteY26" fmla="*/ 256225 h 3854510"/>
                    <a:gd name="connsiteX27" fmla="*/ 8573 w 1131086"/>
                    <a:gd name="connsiteY27" fmla="*/ 316669 h 3854510"/>
                    <a:gd name="connsiteX28" fmla="*/ 157291 w 1131086"/>
                    <a:gd name="connsiteY28" fmla="*/ 795646 h 3854510"/>
                    <a:gd name="connsiteX29" fmla="*/ 172703 w 1131086"/>
                    <a:gd name="connsiteY29" fmla="*/ 1082598 h 3854510"/>
                    <a:gd name="connsiteX30" fmla="*/ 4469 w 1131086"/>
                    <a:gd name="connsiteY30" fmla="*/ 1481016 h 3854510"/>
                    <a:gd name="connsiteX31" fmla="*/ 289 w 1131086"/>
                    <a:gd name="connsiteY31" fmla="*/ 1496210 h 3854510"/>
                    <a:gd name="connsiteX32" fmla="*/ 10611 w 1131086"/>
                    <a:gd name="connsiteY32" fmla="*/ 1510845 h 3854510"/>
                    <a:gd name="connsiteX33" fmla="*/ 46696 w 1131086"/>
                    <a:gd name="connsiteY33" fmla="*/ 1529480 h 3854510"/>
                    <a:gd name="connsiteX34" fmla="*/ 45227 w 1131086"/>
                    <a:gd name="connsiteY34" fmla="*/ 2243162 h 3854510"/>
                    <a:gd name="connsiteX35" fmla="*/ 37047 w 1131086"/>
                    <a:gd name="connsiteY35" fmla="*/ 2342364 h 3854510"/>
                    <a:gd name="connsiteX36" fmla="*/ 34165 w 1131086"/>
                    <a:gd name="connsiteY36" fmla="*/ 2443595 h 3854510"/>
                    <a:gd name="connsiteX37" fmla="*/ 41795 w 1131086"/>
                    <a:gd name="connsiteY37" fmla="*/ 2449168 h 3854510"/>
                    <a:gd name="connsiteX38" fmla="*/ 75188 w 1131086"/>
                    <a:gd name="connsiteY38" fmla="*/ 2464665 h 3854510"/>
                    <a:gd name="connsiteX39" fmla="*/ 189081 w 1131086"/>
                    <a:gd name="connsiteY39" fmla="*/ 2498494 h 3854510"/>
                    <a:gd name="connsiteX40" fmla="*/ 269165 w 1131086"/>
                    <a:gd name="connsiteY40" fmla="*/ 3367386 h 3854510"/>
                    <a:gd name="connsiteX41" fmla="*/ 240976 w 1131086"/>
                    <a:gd name="connsiteY41" fmla="*/ 3388192 h 3854510"/>
                    <a:gd name="connsiteX42" fmla="*/ 215906 w 1131086"/>
                    <a:gd name="connsiteY42" fmla="*/ 3414333 h 3854510"/>
                    <a:gd name="connsiteX43" fmla="*/ 214190 w 1131086"/>
                    <a:gd name="connsiteY43" fmla="*/ 3558549 h 3854510"/>
                    <a:gd name="connsiteX44" fmla="*/ 229232 w 1131086"/>
                    <a:gd name="connsiteY44" fmla="*/ 3637315 h 3854510"/>
                    <a:gd name="connsiteX45" fmla="*/ 230275 w 1131086"/>
                    <a:gd name="connsiteY45" fmla="*/ 3681693 h 3854510"/>
                    <a:gd name="connsiteX46" fmla="*/ 244076 w 1131086"/>
                    <a:gd name="connsiteY46" fmla="*/ 3743635 h 3854510"/>
                    <a:gd name="connsiteX47" fmla="*/ 287952 w 1131086"/>
                    <a:gd name="connsiteY47" fmla="*/ 3744649 h 3854510"/>
                    <a:gd name="connsiteX48" fmla="*/ 318937 w 1131086"/>
                    <a:gd name="connsiteY48" fmla="*/ 3802108 h 3854510"/>
                    <a:gd name="connsiteX49" fmla="*/ 517378 w 1131086"/>
                    <a:gd name="connsiteY49" fmla="*/ 3854458 h 3854510"/>
                    <a:gd name="connsiteX50" fmla="*/ 611433 w 1131086"/>
                    <a:gd name="connsiteY50" fmla="*/ 3845339 h 3854510"/>
                    <a:gd name="connsiteX51" fmla="*/ 609187 w 1131086"/>
                    <a:gd name="connsiteY51" fmla="*/ 3792079 h 3854510"/>
                    <a:gd name="connsiteX52" fmla="*/ 730635 w 1131086"/>
                    <a:gd name="connsiteY52" fmla="*/ 3795226 h 3854510"/>
                    <a:gd name="connsiteX53" fmla="*/ 765174 w 1131086"/>
                    <a:gd name="connsiteY53" fmla="*/ 3739853 h 3854510"/>
                    <a:gd name="connsiteX54" fmla="*/ 683214 w 1131086"/>
                    <a:gd name="connsiteY54" fmla="*/ 3593657 h 3854510"/>
                    <a:gd name="connsiteX55" fmla="*/ 660191 w 1131086"/>
                    <a:gd name="connsiteY55" fmla="*/ 2943831 h 3854510"/>
                    <a:gd name="connsiteX56" fmla="*/ 682939 w 1131086"/>
                    <a:gd name="connsiteY56" fmla="*/ 2590255 h 3854510"/>
                    <a:gd name="connsiteX57" fmla="*/ 704740 w 1131086"/>
                    <a:gd name="connsiteY57" fmla="*/ 2477110 h 3854510"/>
                    <a:gd name="connsiteX58" fmla="*/ 851940 w 1131086"/>
                    <a:gd name="connsiteY58" fmla="*/ 2408420 h 3854510"/>
                    <a:gd name="connsiteX59" fmla="*/ 854158 w 1131086"/>
                    <a:gd name="connsiteY59" fmla="*/ 2400761 h 3854510"/>
                    <a:gd name="connsiteX60" fmla="*/ 848272 w 1131086"/>
                    <a:gd name="connsiteY60" fmla="*/ 2330308 h 3854510"/>
                    <a:gd name="connsiteX61" fmla="*/ 862774 w 1131086"/>
                    <a:gd name="connsiteY61" fmla="*/ 2115316 h 3854510"/>
                    <a:gd name="connsiteX62" fmla="*/ 882527 w 1131086"/>
                    <a:gd name="connsiteY62" fmla="*/ 1606417 h 3854510"/>
                    <a:gd name="connsiteX63" fmla="*/ 935076 w 1131086"/>
                    <a:gd name="connsiteY63" fmla="*/ 1623411 h 3854510"/>
                    <a:gd name="connsiteX64" fmla="*/ 940422 w 1131086"/>
                    <a:gd name="connsiteY64" fmla="*/ 1606113 h 3854510"/>
                    <a:gd name="connsiteX65" fmla="*/ 910309 w 1131086"/>
                    <a:gd name="connsiteY65" fmla="*/ 1397558 h 3854510"/>
                    <a:gd name="connsiteX66" fmla="*/ 852092 w 1131086"/>
                    <a:gd name="connsiteY66" fmla="*/ 1067669 h 3854510"/>
                    <a:gd name="connsiteX67" fmla="*/ 1105575 w 1131086"/>
                    <a:gd name="connsiteY67" fmla="*/ 1052579 h 3854510"/>
                    <a:gd name="connsiteX68" fmla="*/ 1130532 w 1131086"/>
                    <a:gd name="connsiteY68" fmla="*/ 969150 h 3854510"/>
                    <a:gd name="connsiteX69" fmla="*/ 695517 w 1131086"/>
                    <a:gd name="connsiteY69" fmla="*/ 276196 h 3854510"/>
                    <a:gd name="connsiteX70" fmla="*/ 758103 w 1131086"/>
                    <a:gd name="connsiteY70" fmla="*/ 519774 h 3854510"/>
                    <a:gd name="connsiteX71" fmla="*/ 656977 w 1131086"/>
                    <a:gd name="connsiteY71" fmla="*/ 321030 h 3854510"/>
                    <a:gd name="connsiteX72" fmla="*/ 695517 w 1131086"/>
                    <a:gd name="connsiteY72" fmla="*/ 276196 h 3854510"/>
                    <a:gd name="connsiteX73" fmla="*/ 595064 w 1131086"/>
                    <a:gd name="connsiteY73" fmla="*/ 372375 h 3854510"/>
                    <a:gd name="connsiteX74" fmla="*/ 596410 w 1131086"/>
                    <a:gd name="connsiteY74" fmla="*/ 375815 h 3854510"/>
                    <a:gd name="connsiteX75" fmla="*/ 588789 w 1131086"/>
                    <a:gd name="connsiteY75" fmla="*/ 383341 h 3854510"/>
                    <a:gd name="connsiteX76" fmla="*/ 594486 w 1131086"/>
                    <a:gd name="connsiteY76" fmla="*/ 389038 h 3854510"/>
                    <a:gd name="connsiteX77" fmla="*/ 649546 w 1131086"/>
                    <a:gd name="connsiteY77" fmla="*/ 330394 h 3854510"/>
                    <a:gd name="connsiteX78" fmla="*/ 746985 w 1131086"/>
                    <a:gd name="connsiteY78" fmla="*/ 787807 h 3854510"/>
                    <a:gd name="connsiteX79" fmla="*/ 699555 w 1131086"/>
                    <a:gd name="connsiteY79" fmla="*/ 788281 h 3854510"/>
                    <a:gd name="connsiteX80" fmla="*/ 432176 w 1131086"/>
                    <a:gd name="connsiteY80" fmla="*/ 296784 h 3854510"/>
                    <a:gd name="connsiteX81" fmla="*/ 595064 w 1131086"/>
                    <a:gd name="connsiteY81" fmla="*/ 372375 h 3854510"/>
                    <a:gd name="connsiteX82" fmla="*/ 617026 w 1131086"/>
                    <a:gd name="connsiteY82" fmla="*/ 565698 h 3854510"/>
                    <a:gd name="connsiteX83" fmla="*/ 302899 w 1131086"/>
                    <a:gd name="connsiteY83" fmla="*/ 283447 h 3854510"/>
                    <a:gd name="connsiteX84" fmla="*/ 412186 w 1131086"/>
                    <a:gd name="connsiteY84" fmla="*/ 293646 h 3854510"/>
                    <a:gd name="connsiteX85" fmla="*/ 617026 w 1131086"/>
                    <a:gd name="connsiteY85" fmla="*/ 565698 h 3854510"/>
                    <a:gd name="connsiteX86" fmla="*/ 285165 w 1131086"/>
                    <a:gd name="connsiteY86" fmla="*/ 141336 h 3854510"/>
                    <a:gd name="connsiteX87" fmla="*/ 306273 w 1131086"/>
                    <a:gd name="connsiteY87" fmla="*/ 108010 h 3854510"/>
                    <a:gd name="connsiteX88" fmla="*/ 441446 w 1131086"/>
                    <a:gd name="connsiteY88" fmla="*/ 282111 h 3854510"/>
                    <a:gd name="connsiteX89" fmla="*/ 245810 w 1131086"/>
                    <a:gd name="connsiteY89" fmla="*/ 269713 h 3854510"/>
                    <a:gd name="connsiteX90" fmla="*/ 285165 w 1131086"/>
                    <a:gd name="connsiteY90" fmla="*/ 141336 h 3854510"/>
                    <a:gd name="connsiteX91" fmla="*/ 54013 w 1131086"/>
                    <a:gd name="connsiteY91" fmla="*/ 498154 h 3854510"/>
                    <a:gd name="connsiteX92" fmla="*/ 24706 w 1131086"/>
                    <a:gd name="connsiteY92" fmla="*/ 319797 h 3854510"/>
                    <a:gd name="connsiteX93" fmla="*/ 107083 w 1131086"/>
                    <a:gd name="connsiteY93" fmla="*/ 236567 h 3854510"/>
                    <a:gd name="connsiteX94" fmla="*/ 246673 w 1131086"/>
                    <a:gd name="connsiteY94" fmla="*/ 188672 h 3854510"/>
                    <a:gd name="connsiteX95" fmla="*/ 231545 w 1131086"/>
                    <a:gd name="connsiteY95" fmla="*/ 271903 h 3854510"/>
                    <a:gd name="connsiteX96" fmla="*/ 289885 w 1131086"/>
                    <a:gd name="connsiteY96" fmla="*/ 283125 h 3854510"/>
                    <a:gd name="connsiteX97" fmla="*/ 624627 w 1131086"/>
                    <a:gd name="connsiteY97" fmla="*/ 582304 h 3854510"/>
                    <a:gd name="connsiteX98" fmla="*/ 683792 w 1131086"/>
                    <a:gd name="connsiteY98" fmla="*/ 788698 h 3854510"/>
                    <a:gd name="connsiteX99" fmla="*/ 484488 w 1131086"/>
                    <a:gd name="connsiteY99" fmla="*/ 798897 h 3854510"/>
                    <a:gd name="connsiteX100" fmla="*/ 381428 w 1131086"/>
                    <a:gd name="connsiteY100" fmla="*/ 746879 h 3854510"/>
                    <a:gd name="connsiteX101" fmla="*/ 339135 w 1131086"/>
                    <a:gd name="connsiteY101" fmla="*/ 735391 h 3854510"/>
                    <a:gd name="connsiteX102" fmla="*/ 328728 w 1131086"/>
                    <a:gd name="connsiteY102" fmla="*/ 710700 h 3854510"/>
                    <a:gd name="connsiteX103" fmla="*/ 344121 w 1131086"/>
                    <a:gd name="connsiteY103" fmla="*/ 708539 h 3854510"/>
                    <a:gd name="connsiteX104" fmla="*/ 464204 w 1131086"/>
                    <a:gd name="connsiteY104" fmla="*/ 753372 h 3854510"/>
                    <a:gd name="connsiteX105" fmla="*/ 491701 w 1131086"/>
                    <a:gd name="connsiteY105" fmla="*/ 795409 h 3854510"/>
                    <a:gd name="connsiteX106" fmla="*/ 500383 w 1131086"/>
                    <a:gd name="connsiteY106" fmla="*/ 788708 h 3854510"/>
                    <a:gd name="connsiteX107" fmla="*/ 473028 w 1131086"/>
                    <a:gd name="connsiteY107" fmla="*/ 745855 h 3854510"/>
                    <a:gd name="connsiteX108" fmla="*/ 430868 w 1131086"/>
                    <a:gd name="connsiteY108" fmla="*/ 684643 h 3854510"/>
                    <a:gd name="connsiteX109" fmla="*/ 418186 w 1131086"/>
                    <a:gd name="connsiteY109" fmla="*/ 663743 h 3854510"/>
                    <a:gd name="connsiteX110" fmla="*/ 362159 w 1131086"/>
                    <a:gd name="connsiteY110" fmla="*/ 624114 h 3854510"/>
                    <a:gd name="connsiteX111" fmla="*/ 352614 w 1131086"/>
                    <a:gd name="connsiteY111" fmla="*/ 586816 h 3854510"/>
                    <a:gd name="connsiteX112" fmla="*/ 331306 w 1131086"/>
                    <a:gd name="connsiteY112" fmla="*/ 504950 h 3854510"/>
                    <a:gd name="connsiteX113" fmla="*/ 330813 w 1131086"/>
                    <a:gd name="connsiteY113" fmla="*/ 474344 h 3854510"/>
                    <a:gd name="connsiteX114" fmla="*/ 66420 w 1131086"/>
                    <a:gd name="connsiteY114" fmla="*/ 271239 h 3854510"/>
                    <a:gd name="connsiteX115" fmla="*/ 65169 w 1131086"/>
                    <a:gd name="connsiteY115" fmla="*/ 280490 h 3854510"/>
                    <a:gd name="connsiteX116" fmla="*/ 310908 w 1131086"/>
                    <a:gd name="connsiteY116" fmla="*/ 457814 h 3854510"/>
                    <a:gd name="connsiteX117" fmla="*/ 328671 w 1131086"/>
                    <a:gd name="connsiteY117" fmla="*/ 551651 h 3854510"/>
                    <a:gd name="connsiteX118" fmla="*/ 347837 w 1131086"/>
                    <a:gd name="connsiteY118" fmla="*/ 617706 h 3854510"/>
                    <a:gd name="connsiteX119" fmla="*/ 327041 w 1131086"/>
                    <a:gd name="connsiteY119" fmla="*/ 610967 h 3854510"/>
                    <a:gd name="connsiteX120" fmla="*/ 316956 w 1131086"/>
                    <a:gd name="connsiteY120" fmla="*/ 622426 h 3854510"/>
                    <a:gd name="connsiteX121" fmla="*/ 350889 w 1131086"/>
                    <a:gd name="connsiteY121" fmla="*/ 670691 h 3854510"/>
                    <a:gd name="connsiteX122" fmla="*/ 302018 w 1131086"/>
                    <a:gd name="connsiteY122" fmla="*/ 672331 h 3854510"/>
                    <a:gd name="connsiteX123" fmla="*/ 299003 w 1131086"/>
                    <a:gd name="connsiteY123" fmla="*/ 673591 h 3854510"/>
                    <a:gd name="connsiteX124" fmla="*/ 317174 w 1131086"/>
                    <a:gd name="connsiteY124" fmla="*/ 708558 h 3854510"/>
                    <a:gd name="connsiteX125" fmla="*/ 376035 w 1131086"/>
                    <a:gd name="connsiteY125" fmla="*/ 752187 h 3854510"/>
                    <a:gd name="connsiteX126" fmla="*/ 433219 w 1131086"/>
                    <a:gd name="connsiteY126" fmla="*/ 803608 h 3854510"/>
                    <a:gd name="connsiteX127" fmla="*/ 579007 w 1131086"/>
                    <a:gd name="connsiteY127" fmla="*/ 806811 h 3854510"/>
                    <a:gd name="connsiteX128" fmla="*/ 763734 w 1131086"/>
                    <a:gd name="connsiteY128" fmla="*/ 798395 h 3854510"/>
                    <a:gd name="connsiteX129" fmla="*/ 855485 w 1131086"/>
                    <a:gd name="connsiteY129" fmla="*/ 930468 h 3854510"/>
                    <a:gd name="connsiteX130" fmla="*/ 699858 w 1131086"/>
                    <a:gd name="connsiteY130" fmla="*/ 990429 h 3854510"/>
                    <a:gd name="connsiteX131" fmla="*/ 445086 w 1131086"/>
                    <a:gd name="connsiteY131" fmla="*/ 1056693 h 3854510"/>
                    <a:gd name="connsiteX132" fmla="*/ 54013 w 1131086"/>
                    <a:gd name="connsiteY132" fmla="*/ 498154 h 3854510"/>
                    <a:gd name="connsiteX133" fmla="*/ 476858 w 1131086"/>
                    <a:gd name="connsiteY133" fmla="*/ 799485 h 3854510"/>
                    <a:gd name="connsiteX134" fmla="*/ 447209 w 1131086"/>
                    <a:gd name="connsiteY134" fmla="*/ 802082 h 3854510"/>
                    <a:gd name="connsiteX135" fmla="*/ 407580 w 1131086"/>
                    <a:gd name="connsiteY135" fmla="*/ 778490 h 3854510"/>
                    <a:gd name="connsiteX136" fmla="*/ 476858 w 1131086"/>
                    <a:gd name="connsiteY136" fmla="*/ 799485 h 3854510"/>
                    <a:gd name="connsiteX137" fmla="*/ 406290 w 1131086"/>
                    <a:gd name="connsiteY137" fmla="*/ 685638 h 3854510"/>
                    <a:gd name="connsiteX138" fmla="*/ 450290 w 1131086"/>
                    <a:gd name="connsiteY138" fmla="*/ 723704 h 3854510"/>
                    <a:gd name="connsiteX139" fmla="*/ 333865 w 1131086"/>
                    <a:gd name="connsiteY139" fmla="*/ 699174 h 3854510"/>
                    <a:gd name="connsiteX140" fmla="*/ 304994 w 1131086"/>
                    <a:gd name="connsiteY140" fmla="*/ 680217 h 3854510"/>
                    <a:gd name="connsiteX141" fmla="*/ 306122 w 1131086"/>
                    <a:gd name="connsiteY141" fmla="*/ 678700 h 3854510"/>
                    <a:gd name="connsiteX142" fmla="*/ 306890 w 1131086"/>
                    <a:gd name="connsiteY142" fmla="*/ 680473 h 3854510"/>
                    <a:gd name="connsiteX143" fmla="*/ 406290 w 1131086"/>
                    <a:gd name="connsiteY143" fmla="*/ 685638 h 3854510"/>
                    <a:gd name="connsiteX144" fmla="*/ 329932 w 1131086"/>
                    <a:gd name="connsiteY144" fmla="*/ 620455 h 3854510"/>
                    <a:gd name="connsiteX145" fmla="*/ 412423 w 1131086"/>
                    <a:gd name="connsiteY145" fmla="*/ 674909 h 3854510"/>
                    <a:gd name="connsiteX146" fmla="*/ 375902 w 1131086"/>
                    <a:gd name="connsiteY146" fmla="*/ 670814 h 3854510"/>
                    <a:gd name="connsiteX147" fmla="*/ 329932 w 1131086"/>
                    <a:gd name="connsiteY147" fmla="*/ 620455 h 3854510"/>
                    <a:gd name="connsiteX148" fmla="*/ 788027 w 1131086"/>
                    <a:gd name="connsiteY148" fmla="*/ 800726 h 3854510"/>
                    <a:gd name="connsiteX149" fmla="*/ 835732 w 1131086"/>
                    <a:gd name="connsiteY149" fmla="*/ 781940 h 3854510"/>
                    <a:gd name="connsiteX150" fmla="*/ 837723 w 1131086"/>
                    <a:gd name="connsiteY150" fmla="*/ 779485 h 3854510"/>
                    <a:gd name="connsiteX151" fmla="*/ 902584 w 1131086"/>
                    <a:gd name="connsiteY151" fmla="*/ 801105 h 3854510"/>
                    <a:gd name="connsiteX152" fmla="*/ 954953 w 1131086"/>
                    <a:gd name="connsiteY152" fmla="*/ 870611 h 3854510"/>
                    <a:gd name="connsiteX153" fmla="*/ 859997 w 1131086"/>
                    <a:gd name="connsiteY153" fmla="*/ 893255 h 3854510"/>
                    <a:gd name="connsiteX154" fmla="*/ 788027 w 1131086"/>
                    <a:gd name="connsiteY154" fmla="*/ 800726 h 3854510"/>
                    <a:gd name="connsiteX155" fmla="*/ 148874 w 1131086"/>
                    <a:gd name="connsiteY155" fmla="*/ 1237561 h 3854510"/>
                    <a:gd name="connsiteX156" fmla="*/ 182608 w 1131086"/>
                    <a:gd name="connsiteY156" fmla="*/ 833228 h 3854510"/>
                    <a:gd name="connsiteX157" fmla="*/ 391893 w 1131086"/>
                    <a:gd name="connsiteY157" fmla="*/ 1046551 h 3854510"/>
                    <a:gd name="connsiteX158" fmla="*/ 447029 w 1131086"/>
                    <a:gd name="connsiteY158" fmla="*/ 1069261 h 3854510"/>
                    <a:gd name="connsiteX159" fmla="*/ 536819 w 1131086"/>
                    <a:gd name="connsiteY159" fmla="*/ 1053366 h 3854510"/>
                    <a:gd name="connsiteX160" fmla="*/ 549975 w 1131086"/>
                    <a:gd name="connsiteY160" fmla="*/ 1050475 h 3854510"/>
                    <a:gd name="connsiteX161" fmla="*/ 606732 w 1131086"/>
                    <a:gd name="connsiteY161" fmla="*/ 1036570 h 3854510"/>
                    <a:gd name="connsiteX162" fmla="*/ 609955 w 1131086"/>
                    <a:gd name="connsiteY162" fmla="*/ 1041195 h 3854510"/>
                    <a:gd name="connsiteX163" fmla="*/ 695981 w 1131086"/>
                    <a:gd name="connsiteY163" fmla="*/ 1054863 h 3854510"/>
                    <a:gd name="connsiteX164" fmla="*/ 734786 w 1131086"/>
                    <a:gd name="connsiteY164" fmla="*/ 1242045 h 3854510"/>
                    <a:gd name="connsiteX165" fmla="*/ 725924 w 1131086"/>
                    <a:gd name="connsiteY165" fmla="*/ 1295352 h 3854510"/>
                    <a:gd name="connsiteX166" fmla="*/ 651906 w 1131086"/>
                    <a:gd name="connsiteY166" fmla="*/ 1550854 h 3854510"/>
                    <a:gd name="connsiteX167" fmla="*/ 28573 w 1131086"/>
                    <a:gd name="connsiteY167" fmla="*/ 1495888 h 3854510"/>
                    <a:gd name="connsiteX168" fmla="*/ 148874 w 1131086"/>
                    <a:gd name="connsiteY168" fmla="*/ 1237561 h 3854510"/>
                    <a:gd name="connsiteX169" fmla="*/ 281118 w 1131086"/>
                    <a:gd name="connsiteY169" fmla="*/ 3384220 h 3854510"/>
                    <a:gd name="connsiteX170" fmla="*/ 290786 w 1131086"/>
                    <a:gd name="connsiteY170" fmla="*/ 3328553 h 3854510"/>
                    <a:gd name="connsiteX171" fmla="*/ 254853 w 1131086"/>
                    <a:gd name="connsiteY171" fmla="*/ 3201958 h 3854510"/>
                    <a:gd name="connsiteX172" fmla="*/ 211375 w 1131086"/>
                    <a:gd name="connsiteY172" fmla="*/ 2503337 h 3854510"/>
                    <a:gd name="connsiteX173" fmla="*/ 487057 w 1131086"/>
                    <a:gd name="connsiteY173" fmla="*/ 2519792 h 3854510"/>
                    <a:gd name="connsiteX174" fmla="*/ 407305 w 1131086"/>
                    <a:gd name="connsiteY174" fmla="*/ 2956779 h 3854510"/>
                    <a:gd name="connsiteX175" fmla="*/ 467559 w 1131086"/>
                    <a:gd name="connsiteY175" fmla="*/ 3586671 h 3854510"/>
                    <a:gd name="connsiteX176" fmla="*/ 506999 w 1131086"/>
                    <a:gd name="connsiteY176" fmla="*/ 3710820 h 3854510"/>
                    <a:gd name="connsiteX177" fmla="*/ 379874 w 1131086"/>
                    <a:gd name="connsiteY177" fmla="*/ 3707124 h 3854510"/>
                    <a:gd name="connsiteX178" fmla="*/ 325382 w 1131086"/>
                    <a:gd name="connsiteY178" fmla="*/ 3630519 h 3854510"/>
                    <a:gd name="connsiteX179" fmla="*/ 281118 w 1131086"/>
                    <a:gd name="connsiteY179" fmla="*/ 3384220 h 3854510"/>
                    <a:gd name="connsiteX180" fmla="*/ 431541 w 1131086"/>
                    <a:gd name="connsiteY180" fmla="*/ 3062729 h 3854510"/>
                    <a:gd name="connsiteX181" fmla="*/ 432527 w 1131086"/>
                    <a:gd name="connsiteY181" fmla="*/ 3276251 h 3854510"/>
                    <a:gd name="connsiteX182" fmla="*/ 432385 w 1131086"/>
                    <a:gd name="connsiteY182" fmla="*/ 3277407 h 3854510"/>
                    <a:gd name="connsiteX183" fmla="*/ 431541 w 1131086"/>
                    <a:gd name="connsiteY183" fmla="*/ 3062729 h 3854510"/>
                    <a:gd name="connsiteX184" fmla="*/ 453863 w 1131086"/>
                    <a:gd name="connsiteY184" fmla="*/ 3820970 h 3854510"/>
                    <a:gd name="connsiteX185" fmla="*/ 326207 w 1131086"/>
                    <a:gd name="connsiteY185" fmla="*/ 3762630 h 3854510"/>
                    <a:gd name="connsiteX186" fmla="*/ 296283 w 1131086"/>
                    <a:gd name="connsiteY186" fmla="*/ 3677655 h 3854510"/>
                    <a:gd name="connsiteX187" fmla="*/ 275260 w 1131086"/>
                    <a:gd name="connsiteY187" fmla="*/ 3684262 h 3854510"/>
                    <a:gd name="connsiteX188" fmla="*/ 272777 w 1131086"/>
                    <a:gd name="connsiteY188" fmla="*/ 3723427 h 3854510"/>
                    <a:gd name="connsiteX189" fmla="*/ 260777 w 1131086"/>
                    <a:gd name="connsiteY189" fmla="*/ 3722413 h 3854510"/>
                    <a:gd name="connsiteX190" fmla="*/ 253241 w 1131086"/>
                    <a:gd name="connsiteY190" fmla="*/ 3572984 h 3854510"/>
                    <a:gd name="connsiteX191" fmla="*/ 256132 w 1131086"/>
                    <a:gd name="connsiteY191" fmla="*/ 3409604 h 3854510"/>
                    <a:gd name="connsiteX192" fmla="*/ 333135 w 1131086"/>
                    <a:gd name="connsiteY192" fmla="*/ 3678186 h 3854510"/>
                    <a:gd name="connsiteX193" fmla="*/ 418954 w 1131086"/>
                    <a:gd name="connsiteY193" fmla="*/ 3730962 h 3854510"/>
                    <a:gd name="connsiteX194" fmla="*/ 513284 w 1131086"/>
                    <a:gd name="connsiteY194" fmla="*/ 3722915 h 3854510"/>
                    <a:gd name="connsiteX195" fmla="*/ 532430 w 1131086"/>
                    <a:gd name="connsiteY195" fmla="*/ 3727294 h 3854510"/>
                    <a:gd name="connsiteX196" fmla="*/ 590173 w 1131086"/>
                    <a:gd name="connsiteY196" fmla="*/ 3820828 h 3854510"/>
                    <a:gd name="connsiteX197" fmla="*/ 453863 w 1131086"/>
                    <a:gd name="connsiteY197" fmla="*/ 3820970 h 3854510"/>
                    <a:gd name="connsiteX198" fmla="*/ 698237 w 1131086"/>
                    <a:gd name="connsiteY198" fmla="*/ 3663523 h 3854510"/>
                    <a:gd name="connsiteX199" fmla="*/ 736635 w 1131086"/>
                    <a:gd name="connsiteY199" fmla="*/ 3762924 h 3854510"/>
                    <a:gd name="connsiteX200" fmla="*/ 622826 w 1131086"/>
                    <a:gd name="connsiteY200" fmla="*/ 3757455 h 3854510"/>
                    <a:gd name="connsiteX201" fmla="*/ 585889 w 1131086"/>
                    <a:gd name="connsiteY201" fmla="*/ 3748327 h 3854510"/>
                    <a:gd name="connsiteX202" fmla="*/ 537653 w 1131086"/>
                    <a:gd name="connsiteY202" fmla="*/ 3694366 h 3854510"/>
                    <a:gd name="connsiteX203" fmla="*/ 516061 w 1131086"/>
                    <a:gd name="connsiteY203" fmla="*/ 3619723 h 3854510"/>
                    <a:gd name="connsiteX204" fmla="*/ 670712 w 1131086"/>
                    <a:gd name="connsiteY204" fmla="*/ 3614661 h 3854510"/>
                    <a:gd name="connsiteX205" fmla="*/ 698237 w 1131086"/>
                    <a:gd name="connsiteY205" fmla="*/ 3663523 h 3854510"/>
                    <a:gd name="connsiteX206" fmla="*/ 665243 w 1131086"/>
                    <a:gd name="connsiteY206" fmla="*/ 2517091 h 3854510"/>
                    <a:gd name="connsiteX207" fmla="*/ 654949 w 1131086"/>
                    <a:gd name="connsiteY207" fmla="*/ 2566995 h 3854510"/>
                    <a:gd name="connsiteX208" fmla="*/ 634864 w 1131086"/>
                    <a:gd name="connsiteY208" fmla="*/ 2912362 h 3854510"/>
                    <a:gd name="connsiteX209" fmla="*/ 659110 w 1131086"/>
                    <a:gd name="connsiteY209" fmla="*/ 3599799 h 3854510"/>
                    <a:gd name="connsiteX210" fmla="*/ 625566 w 1131086"/>
                    <a:gd name="connsiteY210" fmla="*/ 3620595 h 3854510"/>
                    <a:gd name="connsiteX211" fmla="*/ 510431 w 1131086"/>
                    <a:gd name="connsiteY211" fmla="*/ 3601439 h 3854510"/>
                    <a:gd name="connsiteX212" fmla="*/ 439560 w 1131086"/>
                    <a:gd name="connsiteY212" fmla="*/ 3346610 h 3854510"/>
                    <a:gd name="connsiteX213" fmla="*/ 454043 w 1131086"/>
                    <a:gd name="connsiteY213" fmla="*/ 3214157 h 3854510"/>
                    <a:gd name="connsiteX214" fmla="*/ 434878 w 1131086"/>
                    <a:gd name="connsiteY214" fmla="*/ 2994455 h 3854510"/>
                    <a:gd name="connsiteX215" fmla="*/ 511340 w 1131086"/>
                    <a:gd name="connsiteY215" fmla="*/ 2517584 h 3854510"/>
                    <a:gd name="connsiteX216" fmla="*/ 678332 w 1131086"/>
                    <a:gd name="connsiteY216" fmla="*/ 2485025 h 3854510"/>
                    <a:gd name="connsiteX217" fmla="*/ 665243 w 1131086"/>
                    <a:gd name="connsiteY217" fmla="*/ 2517091 h 3854510"/>
                    <a:gd name="connsiteX218" fmla="*/ 839580 w 1131086"/>
                    <a:gd name="connsiteY218" fmla="*/ 2096625 h 3854510"/>
                    <a:gd name="connsiteX219" fmla="*/ 834642 w 1131086"/>
                    <a:gd name="connsiteY219" fmla="*/ 2397510 h 3854510"/>
                    <a:gd name="connsiteX220" fmla="*/ 211517 w 1131086"/>
                    <a:gd name="connsiteY220" fmla="*/ 2480238 h 3854510"/>
                    <a:gd name="connsiteX221" fmla="*/ 198314 w 1131086"/>
                    <a:gd name="connsiteY221" fmla="*/ 2477622 h 3854510"/>
                    <a:gd name="connsiteX222" fmla="*/ 51274 w 1131086"/>
                    <a:gd name="connsiteY222" fmla="*/ 2437377 h 3854510"/>
                    <a:gd name="connsiteX223" fmla="*/ 71368 w 1131086"/>
                    <a:gd name="connsiteY223" fmla="*/ 2269058 h 3854510"/>
                    <a:gd name="connsiteX224" fmla="*/ 49947 w 1131086"/>
                    <a:gd name="connsiteY224" fmla="*/ 1638406 h 3854510"/>
                    <a:gd name="connsiteX225" fmla="*/ 60620 w 1131086"/>
                    <a:gd name="connsiteY225" fmla="*/ 1534636 h 3854510"/>
                    <a:gd name="connsiteX226" fmla="*/ 669868 w 1131086"/>
                    <a:gd name="connsiteY226" fmla="*/ 1551432 h 3854510"/>
                    <a:gd name="connsiteX227" fmla="*/ 747649 w 1131086"/>
                    <a:gd name="connsiteY227" fmla="*/ 1289532 h 3854510"/>
                    <a:gd name="connsiteX228" fmla="*/ 866187 w 1131086"/>
                    <a:gd name="connsiteY228" fmla="*/ 1588000 h 3854510"/>
                    <a:gd name="connsiteX229" fmla="*/ 839580 w 1131086"/>
                    <a:gd name="connsiteY229" fmla="*/ 2096625 h 3854510"/>
                    <a:gd name="connsiteX230" fmla="*/ 915389 w 1131086"/>
                    <a:gd name="connsiteY230" fmla="*/ 1592872 h 3854510"/>
                    <a:gd name="connsiteX231" fmla="*/ 834472 w 1131086"/>
                    <a:gd name="connsiteY231" fmla="*/ 1449917 h 3854510"/>
                    <a:gd name="connsiteX232" fmla="*/ 715109 w 1131086"/>
                    <a:gd name="connsiteY232" fmla="*/ 1057081 h 3854510"/>
                    <a:gd name="connsiteX233" fmla="*/ 785041 w 1131086"/>
                    <a:gd name="connsiteY233" fmla="*/ 1063451 h 3854510"/>
                    <a:gd name="connsiteX234" fmla="*/ 796055 w 1131086"/>
                    <a:gd name="connsiteY234" fmla="*/ 1064257 h 3854510"/>
                    <a:gd name="connsiteX235" fmla="*/ 834415 w 1131086"/>
                    <a:gd name="connsiteY235" fmla="*/ 1066740 h 3854510"/>
                    <a:gd name="connsiteX236" fmla="*/ 847078 w 1131086"/>
                    <a:gd name="connsiteY236" fmla="*/ 1174425 h 3854510"/>
                    <a:gd name="connsiteX237" fmla="*/ 915389 w 1131086"/>
                    <a:gd name="connsiteY237" fmla="*/ 1592872 h 3854510"/>
                    <a:gd name="connsiteX238" fmla="*/ 1101262 w 1131086"/>
                    <a:gd name="connsiteY238" fmla="*/ 1037546 h 3854510"/>
                    <a:gd name="connsiteX239" fmla="*/ 1028420 w 1131086"/>
                    <a:gd name="connsiteY239" fmla="*/ 1046447 h 3854510"/>
                    <a:gd name="connsiteX240" fmla="*/ 619784 w 1131086"/>
                    <a:gd name="connsiteY240" fmla="*/ 1033101 h 3854510"/>
                    <a:gd name="connsiteX241" fmla="*/ 862888 w 1131086"/>
                    <a:gd name="connsiteY241" fmla="*/ 937634 h 3854510"/>
                    <a:gd name="connsiteX242" fmla="*/ 864139 w 1131086"/>
                    <a:gd name="connsiteY242" fmla="*/ 903397 h 3854510"/>
                    <a:gd name="connsiteX243" fmla="*/ 938792 w 1131086"/>
                    <a:gd name="connsiteY243" fmla="*/ 890222 h 3854510"/>
                    <a:gd name="connsiteX244" fmla="*/ 963625 w 1131086"/>
                    <a:gd name="connsiteY244" fmla="*/ 880118 h 3854510"/>
                    <a:gd name="connsiteX245" fmla="*/ 969331 w 1131086"/>
                    <a:gd name="connsiteY245" fmla="*/ 872564 h 3854510"/>
                    <a:gd name="connsiteX246" fmla="*/ 1069405 w 1131086"/>
                    <a:gd name="connsiteY246" fmla="*/ 916203 h 3854510"/>
                    <a:gd name="connsiteX247" fmla="*/ 1075453 w 1131086"/>
                    <a:gd name="connsiteY247" fmla="*/ 912686 h 3854510"/>
                    <a:gd name="connsiteX248" fmla="*/ 971587 w 1131086"/>
                    <a:gd name="connsiteY248" fmla="*/ 861995 h 3854510"/>
                    <a:gd name="connsiteX249" fmla="*/ 968829 w 1131086"/>
                    <a:gd name="connsiteY249" fmla="*/ 862355 h 3854510"/>
                    <a:gd name="connsiteX250" fmla="*/ 902802 w 1131086"/>
                    <a:gd name="connsiteY250" fmla="*/ 789371 h 3854510"/>
                    <a:gd name="connsiteX251" fmla="*/ 870556 w 1131086"/>
                    <a:gd name="connsiteY251" fmla="*/ 772556 h 3854510"/>
                    <a:gd name="connsiteX252" fmla="*/ 870016 w 1131086"/>
                    <a:gd name="connsiteY252" fmla="*/ 337143 h 3854510"/>
                    <a:gd name="connsiteX253" fmla="*/ 855827 w 1131086"/>
                    <a:gd name="connsiteY253" fmla="*/ 337143 h 3854510"/>
                    <a:gd name="connsiteX254" fmla="*/ 883703 w 1131086"/>
                    <a:gd name="connsiteY254" fmla="*/ 508637 h 3854510"/>
                    <a:gd name="connsiteX255" fmla="*/ 855466 w 1131086"/>
                    <a:gd name="connsiteY255" fmla="*/ 768443 h 3854510"/>
                    <a:gd name="connsiteX256" fmla="*/ 829514 w 1131086"/>
                    <a:gd name="connsiteY256" fmla="*/ 772007 h 3854510"/>
                    <a:gd name="connsiteX257" fmla="*/ 781108 w 1131086"/>
                    <a:gd name="connsiteY257" fmla="*/ 795636 h 3854510"/>
                    <a:gd name="connsiteX258" fmla="*/ 766160 w 1131086"/>
                    <a:gd name="connsiteY258" fmla="*/ 786660 h 3854510"/>
                    <a:gd name="connsiteX259" fmla="*/ 772274 w 1131086"/>
                    <a:gd name="connsiteY259" fmla="*/ 559755 h 3854510"/>
                    <a:gd name="connsiteX260" fmla="*/ 774653 w 1131086"/>
                    <a:gd name="connsiteY260" fmla="*/ 485984 h 3854510"/>
                    <a:gd name="connsiteX261" fmla="*/ 702825 w 1131086"/>
                    <a:gd name="connsiteY261" fmla="*/ 268415 h 3854510"/>
                    <a:gd name="connsiteX262" fmla="*/ 704806 w 1131086"/>
                    <a:gd name="connsiteY262" fmla="*/ 266329 h 3854510"/>
                    <a:gd name="connsiteX263" fmla="*/ 752729 w 1131086"/>
                    <a:gd name="connsiteY263" fmla="*/ 288556 h 3854510"/>
                    <a:gd name="connsiteX264" fmla="*/ 763089 w 1131086"/>
                    <a:gd name="connsiteY264" fmla="*/ 289495 h 3854510"/>
                    <a:gd name="connsiteX265" fmla="*/ 744928 w 1131086"/>
                    <a:gd name="connsiteY265" fmla="*/ 250510 h 3854510"/>
                    <a:gd name="connsiteX266" fmla="*/ 817913 w 1131086"/>
                    <a:gd name="connsiteY266" fmla="*/ 277694 h 3854510"/>
                    <a:gd name="connsiteX267" fmla="*/ 887219 w 1131086"/>
                    <a:gd name="connsiteY267" fmla="*/ 332423 h 3854510"/>
                    <a:gd name="connsiteX268" fmla="*/ 1101262 w 1131086"/>
                    <a:gd name="connsiteY268" fmla="*/ 1037546 h 38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131086" h="3854510">
                      <a:moveTo>
                        <a:pt x="1130532" y="969150"/>
                      </a:moveTo>
                      <a:cubicBezTo>
                        <a:pt x="1114845" y="733296"/>
                        <a:pt x="985900" y="526476"/>
                        <a:pt x="901759" y="310565"/>
                      </a:cubicBezTo>
                      <a:cubicBezTo>
                        <a:pt x="893361" y="280594"/>
                        <a:pt x="870167" y="271343"/>
                        <a:pt x="842585" y="263713"/>
                      </a:cubicBezTo>
                      <a:cubicBezTo>
                        <a:pt x="804320" y="250282"/>
                        <a:pt x="766331" y="235069"/>
                        <a:pt x="726834" y="225686"/>
                      </a:cubicBezTo>
                      <a:cubicBezTo>
                        <a:pt x="720294" y="217212"/>
                        <a:pt x="713517" y="208918"/>
                        <a:pt x="706465" y="200871"/>
                      </a:cubicBezTo>
                      <a:cubicBezTo>
                        <a:pt x="703062" y="193089"/>
                        <a:pt x="611594" y="105631"/>
                        <a:pt x="616410" y="131867"/>
                      </a:cubicBezTo>
                      <a:cubicBezTo>
                        <a:pt x="651831" y="163895"/>
                        <a:pt x="688768" y="194530"/>
                        <a:pt x="718019" y="232643"/>
                      </a:cubicBezTo>
                      <a:cubicBezTo>
                        <a:pt x="717412" y="235553"/>
                        <a:pt x="718388" y="238633"/>
                        <a:pt x="721839" y="240273"/>
                      </a:cubicBezTo>
                      <a:cubicBezTo>
                        <a:pt x="734957" y="250415"/>
                        <a:pt x="741838" y="267827"/>
                        <a:pt x="751923" y="281220"/>
                      </a:cubicBezTo>
                      <a:cubicBezTo>
                        <a:pt x="740388" y="274964"/>
                        <a:pt x="710882" y="250832"/>
                        <a:pt x="699071" y="259249"/>
                      </a:cubicBezTo>
                      <a:cubicBezTo>
                        <a:pt x="697934" y="259950"/>
                        <a:pt x="696815" y="260661"/>
                        <a:pt x="695706" y="261400"/>
                      </a:cubicBezTo>
                      <a:cubicBezTo>
                        <a:pt x="693043" y="261040"/>
                        <a:pt x="690304" y="262794"/>
                        <a:pt x="690105" y="265391"/>
                      </a:cubicBezTo>
                      <a:cubicBezTo>
                        <a:pt x="655783" y="292158"/>
                        <a:pt x="635319" y="331882"/>
                        <a:pt x="606836" y="364308"/>
                      </a:cubicBezTo>
                      <a:cubicBezTo>
                        <a:pt x="617329" y="326394"/>
                        <a:pt x="649148" y="293191"/>
                        <a:pt x="617869" y="255363"/>
                      </a:cubicBezTo>
                      <a:cubicBezTo>
                        <a:pt x="619367" y="253372"/>
                        <a:pt x="619699" y="250680"/>
                        <a:pt x="617680" y="247922"/>
                      </a:cubicBezTo>
                      <a:cubicBezTo>
                        <a:pt x="589794" y="212548"/>
                        <a:pt x="572249" y="179023"/>
                        <a:pt x="579358" y="133081"/>
                      </a:cubicBezTo>
                      <a:cubicBezTo>
                        <a:pt x="569102" y="118872"/>
                        <a:pt x="561159" y="151763"/>
                        <a:pt x="562107" y="159166"/>
                      </a:cubicBezTo>
                      <a:cubicBezTo>
                        <a:pt x="559700" y="189260"/>
                        <a:pt x="587197" y="241562"/>
                        <a:pt x="610580" y="258585"/>
                      </a:cubicBezTo>
                      <a:cubicBezTo>
                        <a:pt x="632039" y="295646"/>
                        <a:pt x="604817" y="320831"/>
                        <a:pt x="594808" y="355939"/>
                      </a:cubicBezTo>
                      <a:cubicBezTo>
                        <a:pt x="566145" y="318802"/>
                        <a:pt x="518819" y="304575"/>
                        <a:pt x="478090" y="284462"/>
                      </a:cubicBezTo>
                      <a:cubicBezTo>
                        <a:pt x="406452" y="248747"/>
                        <a:pt x="348292" y="187809"/>
                        <a:pt x="316662" y="114209"/>
                      </a:cubicBezTo>
                      <a:cubicBezTo>
                        <a:pt x="331117" y="82077"/>
                        <a:pt x="322340" y="43073"/>
                        <a:pt x="312870" y="10704"/>
                      </a:cubicBezTo>
                      <a:cubicBezTo>
                        <a:pt x="307904" y="-3988"/>
                        <a:pt x="298586" y="-3855"/>
                        <a:pt x="301534" y="12960"/>
                      </a:cubicBezTo>
                      <a:cubicBezTo>
                        <a:pt x="307136" y="38628"/>
                        <a:pt x="311392" y="65054"/>
                        <a:pt x="307837" y="91328"/>
                      </a:cubicBezTo>
                      <a:cubicBezTo>
                        <a:pt x="284283" y="111527"/>
                        <a:pt x="269478" y="141905"/>
                        <a:pt x="255090" y="169213"/>
                      </a:cubicBezTo>
                      <a:cubicBezTo>
                        <a:pt x="212133" y="183648"/>
                        <a:pt x="168589" y="198615"/>
                        <a:pt x="123860" y="207591"/>
                      </a:cubicBezTo>
                      <a:cubicBezTo>
                        <a:pt x="84951" y="215563"/>
                        <a:pt x="38307" y="215799"/>
                        <a:pt x="17729" y="256225"/>
                      </a:cubicBezTo>
                      <a:cubicBezTo>
                        <a:pt x="8962" y="274310"/>
                        <a:pt x="3142" y="296784"/>
                        <a:pt x="8573" y="316669"/>
                      </a:cubicBezTo>
                      <a:cubicBezTo>
                        <a:pt x="9256" y="486183"/>
                        <a:pt x="67103" y="653270"/>
                        <a:pt x="157291" y="795646"/>
                      </a:cubicBezTo>
                      <a:cubicBezTo>
                        <a:pt x="176940" y="889303"/>
                        <a:pt x="201621" y="987396"/>
                        <a:pt x="172703" y="1082598"/>
                      </a:cubicBezTo>
                      <a:cubicBezTo>
                        <a:pt x="133196" y="1221780"/>
                        <a:pt x="59605" y="1347967"/>
                        <a:pt x="4469" y="1481016"/>
                      </a:cubicBezTo>
                      <a:cubicBezTo>
                        <a:pt x="-2128" y="1483405"/>
                        <a:pt x="630" y="1490940"/>
                        <a:pt x="289" y="1496210"/>
                      </a:cubicBezTo>
                      <a:cubicBezTo>
                        <a:pt x="-943" y="1503329"/>
                        <a:pt x="4393" y="1510068"/>
                        <a:pt x="10611" y="1510845"/>
                      </a:cubicBezTo>
                      <a:cubicBezTo>
                        <a:pt x="17104" y="1516485"/>
                        <a:pt x="29587" y="1522816"/>
                        <a:pt x="46696" y="1529480"/>
                      </a:cubicBezTo>
                      <a:cubicBezTo>
                        <a:pt x="-1199" y="1759665"/>
                        <a:pt x="73103" y="2010987"/>
                        <a:pt x="45227" y="2243162"/>
                      </a:cubicBezTo>
                      <a:cubicBezTo>
                        <a:pt x="42838" y="2276261"/>
                        <a:pt x="40118" y="2309332"/>
                        <a:pt x="37047" y="2342364"/>
                      </a:cubicBezTo>
                      <a:cubicBezTo>
                        <a:pt x="34715" y="2375842"/>
                        <a:pt x="27938" y="2410249"/>
                        <a:pt x="34165" y="2443595"/>
                      </a:cubicBezTo>
                      <a:cubicBezTo>
                        <a:pt x="34895" y="2446978"/>
                        <a:pt x="38393" y="2449064"/>
                        <a:pt x="41795" y="2449168"/>
                      </a:cubicBezTo>
                      <a:cubicBezTo>
                        <a:pt x="52705" y="2454750"/>
                        <a:pt x="63710" y="2460438"/>
                        <a:pt x="75188" y="2464665"/>
                      </a:cubicBezTo>
                      <a:cubicBezTo>
                        <a:pt x="112372" y="2478371"/>
                        <a:pt x="150457" y="2489641"/>
                        <a:pt x="189081" y="2498494"/>
                      </a:cubicBezTo>
                      <a:cubicBezTo>
                        <a:pt x="85302" y="2818990"/>
                        <a:pt x="185262" y="3060597"/>
                        <a:pt x="269165" y="3367386"/>
                      </a:cubicBezTo>
                      <a:cubicBezTo>
                        <a:pt x="257838" y="3369462"/>
                        <a:pt x="249156" y="3380789"/>
                        <a:pt x="240976" y="3388192"/>
                      </a:cubicBezTo>
                      <a:cubicBezTo>
                        <a:pt x="231820" y="3396485"/>
                        <a:pt x="223308" y="3404362"/>
                        <a:pt x="215906" y="3414333"/>
                      </a:cubicBezTo>
                      <a:cubicBezTo>
                        <a:pt x="177470" y="3461650"/>
                        <a:pt x="194408" y="3508009"/>
                        <a:pt x="214190" y="3558549"/>
                      </a:cubicBezTo>
                      <a:cubicBezTo>
                        <a:pt x="221905" y="3584198"/>
                        <a:pt x="227109" y="3610604"/>
                        <a:pt x="229232" y="3637315"/>
                      </a:cubicBezTo>
                      <a:cubicBezTo>
                        <a:pt x="230408" y="3652073"/>
                        <a:pt x="230758" y="3666897"/>
                        <a:pt x="230275" y="3681693"/>
                      </a:cubicBezTo>
                      <a:cubicBezTo>
                        <a:pt x="232190" y="3700290"/>
                        <a:pt x="214853" y="3742858"/>
                        <a:pt x="244076" y="3743635"/>
                      </a:cubicBezTo>
                      <a:cubicBezTo>
                        <a:pt x="253734" y="3753872"/>
                        <a:pt x="281269" y="3762222"/>
                        <a:pt x="287952" y="3744649"/>
                      </a:cubicBezTo>
                      <a:cubicBezTo>
                        <a:pt x="293885" y="3765796"/>
                        <a:pt x="301297" y="3787843"/>
                        <a:pt x="318937" y="3802108"/>
                      </a:cubicBezTo>
                      <a:cubicBezTo>
                        <a:pt x="376888" y="3839377"/>
                        <a:pt x="449427" y="3851472"/>
                        <a:pt x="517378" y="3854458"/>
                      </a:cubicBezTo>
                      <a:cubicBezTo>
                        <a:pt x="548970" y="3854960"/>
                        <a:pt x="580524" y="3851879"/>
                        <a:pt x="611433" y="3845339"/>
                      </a:cubicBezTo>
                      <a:cubicBezTo>
                        <a:pt x="633404" y="3836941"/>
                        <a:pt x="613026" y="3807188"/>
                        <a:pt x="609187" y="3792079"/>
                      </a:cubicBezTo>
                      <a:cubicBezTo>
                        <a:pt x="648542" y="3803255"/>
                        <a:pt x="690484" y="3799643"/>
                        <a:pt x="730635" y="3795226"/>
                      </a:cubicBezTo>
                      <a:cubicBezTo>
                        <a:pt x="760653" y="3793786"/>
                        <a:pt x="773999" y="3766905"/>
                        <a:pt x="765174" y="3739853"/>
                      </a:cubicBezTo>
                      <a:cubicBezTo>
                        <a:pt x="746758" y="3689153"/>
                        <a:pt x="722303" y="3631505"/>
                        <a:pt x="683214" y="3593657"/>
                      </a:cubicBezTo>
                      <a:cubicBezTo>
                        <a:pt x="588713" y="3387614"/>
                        <a:pt x="639120" y="3159931"/>
                        <a:pt x="660191" y="2943831"/>
                      </a:cubicBezTo>
                      <a:cubicBezTo>
                        <a:pt x="671347" y="2826203"/>
                        <a:pt x="676863" y="2708186"/>
                        <a:pt x="682939" y="2590255"/>
                      </a:cubicBezTo>
                      <a:cubicBezTo>
                        <a:pt x="685271" y="2551810"/>
                        <a:pt x="691309" y="2513299"/>
                        <a:pt x="704740" y="2477110"/>
                      </a:cubicBezTo>
                      <a:cubicBezTo>
                        <a:pt x="756274" y="2460561"/>
                        <a:pt x="807742" y="2439718"/>
                        <a:pt x="851940" y="2408420"/>
                      </a:cubicBezTo>
                      <a:cubicBezTo>
                        <a:pt x="854547" y="2406316"/>
                        <a:pt x="855002" y="2403406"/>
                        <a:pt x="854158" y="2400761"/>
                      </a:cubicBezTo>
                      <a:cubicBezTo>
                        <a:pt x="854850" y="2377349"/>
                        <a:pt x="849798" y="2353682"/>
                        <a:pt x="848272" y="2330308"/>
                      </a:cubicBezTo>
                      <a:cubicBezTo>
                        <a:pt x="844689" y="2258375"/>
                        <a:pt x="857874" y="2186927"/>
                        <a:pt x="862774" y="2115316"/>
                      </a:cubicBezTo>
                      <a:cubicBezTo>
                        <a:pt x="875513" y="1946059"/>
                        <a:pt x="885845" y="1776186"/>
                        <a:pt x="882527" y="1606417"/>
                      </a:cubicBezTo>
                      <a:cubicBezTo>
                        <a:pt x="896470" y="1619014"/>
                        <a:pt x="915617" y="1628558"/>
                        <a:pt x="935076" y="1623411"/>
                      </a:cubicBezTo>
                      <a:cubicBezTo>
                        <a:pt x="942043" y="1621563"/>
                        <a:pt x="945294" y="1611260"/>
                        <a:pt x="940422" y="1606113"/>
                      </a:cubicBezTo>
                      <a:cubicBezTo>
                        <a:pt x="938640" y="1535935"/>
                        <a:pt x="920043" y="1466950"/>
                        <a:pt x="910309" y="1397558"/>
                      </a:cubicBezTo>
                      <a:cubicBezTo>
                        <a:pt x="889854" y="1287807"/>
                        <a:pt x="875646" y="1176795"/>
                        <a:pt x="852092" y="1067669"/>
                      </a:cubicBezTo>
                      <a:cubicBezTo>
                        <a:pt x="936432" y="1070674"/>
                        <a:pt x="1023217" y="1072929"/>
                        <a:pt x="1105575" y="1052579"/>
                      </a:cubicBezTo>
                      <a:cubicBezTo>
                        <a:pt x="1137982" y="1070560"/>
                        <a:pt x="1130115" y="985898"/>
                        <a:pt x="1130532" y="969150"/>
                      </a:cubicBezTo>
                      <a:close/>
                      <a:moveTo>
                        <a:pt x="695517" y="276196"/>
                      </a:moveTo>
                      <a:cubicBezTo>
                        <a:pt x="739516" y="349494"/>
                        <a:pt x="758824" y="434582"/>
                        <a:pt x="758103" y="519774"/>
                      </a:cubicBezTo>
                      <a:cubicBezTo>
                        <a:pt x="729403" y="451122"/>
                        <a:pt x="693896" y="385464"/>
                        <a:pt x="656977" y="321030"/>
                      </a:cubicBezTo>
                      <a:cubicBezTo>
                        <a:pt x="669328" y="305637"/>
                        <a:pt x="682171" y="290670"/>
                        <a:pt x="695517" y="276196"/>
                      </a:cubicBezTo>
                      <a:close/>
                      <a:moveTo>
                        <a:pt x="595064" y="372375"/>
                      </a:moveTo>
                      <a:cubicBezTo>
                        <a:pt x="595415" y="373550"/>
                        <a:pt x="595860" y="374697"/>
                        <a:pt x="596410" y="375815"/>
                      </a:cubicBezTo>
                      <a:cubicBezTo>
                        <a:pt x="593927" y="378384"/>
                        <a:pt x="591396" y="380896"/>
                        <a:pt x="588789" y="383341"/>
                      </a:cubicBezTo>
                      <a:cubicBezTo>
                        <a:pt x="584922" y="386971"/>
                        <a:pt x="590533" y="392185"/>
                        <a:pt x="594486" y="389038"/>
                      </a:cubicBezTo>
                      <a:cubicBezTo>
                        <a:pt x="615831" y="372043"/>
                        <a:pt x="632760" y="351664"/>
                        <a:pt x="649546" y="330394"/>
                      </a:cubicBezTo>
                      <a:cubicBezTo>
                        <a:pt x="712881" y="471918"/>
                        <a:pt x="828927" y="629896"/>
                        <a:pt x="746985" y="787807"/>
                      </a:cubicBezTo>
                      <a:cubicBezTo>
                        <a:pt x="731052" y="787949"/>
                        <a:pt x="715422" y="788044"/>
                        <a:pt x="699555" y="788281"/>
                      </a:cubicBezTo>
                      <a:cubicBezTo>
                        <a:pt x="671574" y="600237"/>
                        <a:pt x="573870" y="423208"/>
                        <a:pt x="432176" y="296784"/>
                      </a:cubicBezTo>
                      <a:cubicBezTo>
                        <a:pt x="491910" y="306689"/>
                        <a:pt x="553510" y="326044"/>
                        <a:pt x="595064" y="372375"/>
                      </a:cubicBezTo>
                      <a:close/>
                      <a:moveTo>
                        <a:pt x="617026" y="565698"/>
                      </a:moveTo>
                      <a:cubicBezTo>
                        <a:pt x="495407" y="492619"/>
                        <a:pt x="388793" y="396384"/>
                        <a:pt x="302899" y="283447"/>
                      </a:cubicBezTo>
                      <a:cubicBezTo>
                        <a:pt x="339477" y="284680"/>
                        <a:pt x="375969" y="288499"/>
                        <a:pt x="412186" y="293646"/>
                      </a:cubicBezTo>
                      <a:cubicBezTo>
                        <a:pt x="497066" y="370185"/>
                        <a:pt x="568467" y="462231"/>
                        <a:pt x="617026" y="565698"/>
                      </a:cubicBezTo>
                      <a:close/>
                      <a:moveTo>
                        <a:pt x="285165" y="141336"/>
                      </a:moveTo>
                      <a:cubicBezTo>
                        <a:pt x="291686" y="129877"/>
                        <a:pt x="299221" y="119100"/>
                        <a:pt x="306273" y="108010"/>
                      </a:cubicBezTo>
                      <a:cubicBezTo>
                        <a:pt x="321818" y="180056"/>
                        <a:pt x="380613" y="241884"/>
                        <a:pt x="441446" y="282111"/>
                      </a:cubicBezTo>
                      <a:cubicBezTo>
                        <a:pt x="376765" y="271609"/>
                        <a:pt x="311193" y="264898"/>
                        <a:pt x="245810" y="269713"/>
                      </a:cubicBezTo>
                      <a:cubicBezTo>
                        <a:pt x="247782" y="224396"/>
                        <a:pt x="262653" y="180502"/>
                        <a:pt x="285165" y="141336"/>
                      </a:cubicBezTo>
                      <a:close/>
                      <a:moveTo>
                        <a:pt x="54013" y="498154"/>
                      </a:moveTo>
                      <a:cubicBezTo>
                        <a:pt x="38686" y="439624"/>
                        <a:pt x="30175" y="379948"/>
                        <a:pt x="24706" y="319797"/>
                      </a:cubicBezTo>
                      <a:cubicBezTo>
                        <a:pt x="44781" y="260964"/>
                        <a:pt x="34838" y="246377"/>
                        <a:pt x="107083" y="236567"/>
                      </a:cubicBezTo>
                      <a:cubicBezTo>
                        <a:pt x="155916" y="228567"/>
                        <a:pt x="203422" y="212738"/>
                        <a:pt x="246673" y="188672"/>
                      </a:cubicBezTo>
                      <a:cubicBezTo>
                        <a:pt x="237137" y="215041"/>
                        <a:pt x="228901" y="243685"/>
                        <a:pt x="231545" y="271903"/>
                      </a:cubicBezTo>
                      <a:cubicBezTo>
                        <a:pt x="209906" y="284680"/>
                        <a:pt x="284151" y="282310"/>
                        <a:pt x="289885" y="283125"/>
                      </a:cubicBezTo>
                      <a:cubicBezTo>
                        <a:pt x="375201" y="405398"/>
                        <a:pt x="492450" y="513519"/>
                        <a:pt x="624627" y="582304"/>
                      </a:cubicBezTo>
                      <a:cubicBezTo>
                        <a:pt x="654475" y="647753"/>
                        <a:pt x="672238" y="717856"/>
                        <a:pt x="683792" y="788698"/>
                      </a:cubicBezTo>
                      <a:cubicBezTo>
                        <a:pt x="617291" y="790594"/>
                        <a:pt x="550818" y="793807"/>
                        <a:pt x="484488" y="798897"/>
                      </a:cubicBezTo>
                      <a:cubicBezTo>
                        <a:pt x="466839" y="770556"/>
                        <a:pt x="415873" y="731315"/>
                        <a:pt x="381428" y="746879"/>
                      </a:cubicBezTo>
                      <a:cubicBezTo>
                        <a:pt x="381533" y="737732"/>
                        <a:pt x="348633" y="742765"/>
                        <a:pt x="339135" y="735391"/>
                      </a:cubicBezTo>
                      <a:cubicBezTo>
                        <a:pt x="328216" y="731884"/>
                        <a:pt x="315269" y="720140"/>
                        <a:pt x="328728" y="710700"/>
                      </a:cubicBezTo>
                      <a:cubicBezTo>
                        <a:pt x="333666" y="711079"/>
                        <a:pt x="339581" y="711439"/>
                        <a:pt x="344121" y="708539"/>
                      </a:cubicBezTo>
                      <a:cubicBezTo>
                        <a:pt x="385675" y="716813"/>
                        <a:pt x="437655" y="714463"/>
                        <a:pt x="464204" y="753372"/>
                      </a:cubicBezTo>
                      <a:cubicBezTo>
                        <a:pt x="473929" y="766917"/>
                        <a:pt x="481161" y="782518"/>
                        <a:pt x="491701" y="795409"/>
                      </a:cubicBezTo>
                      <a:cubicBezTo>
                        <a:pt x="495928" y="800584"/>
                        <a:pt x="502876" y="793987"/>
                        <a:pt x="500383" y="788708"/>
                      </a:cubicBezTo>
                      <a:cubicBezTo>
                        <a:pt x="492469" y="773836"/>
                        <a:pt x="482479" y="759798"/>
                        <a:pt x="473028" y="745855"/>
                      </a:cubicBezTo>
                      <a:cubicBezTo>
                        <a:pt x="477607" y="734405"/>
                        <a:pt x="440972" y="692169"/>
                        <a:pt x="430868" y="684643"/>
                      </a:cubicBezTo>
                      <a:cubicBezTo>
                        <a:pt x="433721" y="676388"/>
                        <a:pt x="421949" y="670198"/>
                        <a:pt x="418186" y="663743"/>
                      </a:cubicBezTo>
                      <a:cubicBezTo>
                        <a:pt x="421939" y="650928"/>
                        <a:pt x="372831" y="630787"/>
                        <a:pt x="362159" y="624114"/>
                      </a:cubicBezTo>
                      <a:cubicBezTo>
                        <a:pt x="368092" y="614806"/>
                        <a:pt x="354282" y="597403"/>
                        <a:pt x="352614" y="586816"/>
                      </a:cubicBezTo>
                      <a:cubicBezTo>
                        <a:pt x="345126" y="559641"/>
                        <a:pt x="338794" y="532125"/>
                        <a:pt x="331306" y="504950"/>
                      </a:cubicBezTo>
                      <a:cubicBezTo>
                        <a:pt x="333221" y="495130"/>
                        <a:pt x="332292" y="483889"/>
                        <a:pt x="330813" y="474344"/>
                      </a:cubicBezTo>
                      <a:cubicBezTo>
                        <a:pt x="308472" y="352783"/>
                        <a:pt x="179793" y="285182"/>
                        <a:pt x="66420" y="271239"/>
                      </a:cubicBezTo>
                      <a:cubicBezTo>
                        <a:pt x="60809" y="270832"/>
                        <a:pt x="60477" y="278775"/>
                        <a:pt x="65169" y="280490"/>
                      </a:cubicBezTo>
                      <a:cubicBezTo>
                        <a:pt x="163916" y="307599"/>
                        <a:pt x="277743" y="350290"/>
                        <a:pt x="310908" y="457814"/>
                      </a:cubicBezTo>
                      <a:cubicBezTo>
                        <a:pt x="311060" y="488325"/>
                        <a:pt x="323553" y="520760"/>
                        <a:pt x="328671" y="551651"/>
                      </a:cubicBezTo>
                      <a:cubicBezTo>
                        <a:pt x="334662" y="573612"/>
                        <a:pt x="335704" y="597944"/>
                        <a:pt x="347837" y="617706"/>
                      </a:cubicBezTo>
                      <a:cubicBezTo>
                        <a:pt x="341145" y="615811"/>
                        <a:pt x="333951" y="610048"/>
                        <a:pt x="327041" y="610967"/>
                      </a:cubicBezTo>
                      <a:cubicBezTo>
                        <a:pt x="321704" y="609792"/>
                        <a:pt x="317714" y="617858"/>
                        <a:pt x="316956" y="622426"/>
                      </a:cubicBezTo>
                      <a:cubicBezTo>
                        <a:pt x="314311" y="644246"/>
                        <a:pt x="335088" y="659487"/>
                        <a:pt x="350889" y="670691"/>
                      </a:cubicBezTo>
                      <a:cubicBezTo>
                        <a:pt x="334813" y="671553"/>
                        <a:pt x="317610" y="667402"/>
                        <a:pt x="302018" y="672331"/>
                      </a:cubicBezTo>
                      <a:cubicBezTo>
                        <a:pt x="300899" y="672245"/>
                        <a:pt x="299790" y="672596"/>
                        <a:pt x="299003" y="673591"/>
                      </a:cubicBezTo>
                      <a:cubicBezTo>
                        <a:pt x="283828" y="692634"/>
                        <a:pt x="295695" y="706017"/>
                        <a:pt x="317174" y="708558"/>
                      </a:cubicBezTo>
                      <a:cubicBezTo>
                        <a:pt x="296899" y="738746"/>
                        <a:pt x="352396" y="761192"/>
                        <a:pt x="376035" y="752187"/>
                      </a:cubicBezTo>
                      <a:cubicBezTo>
                        <a:pt x="361723" y="782044"/>
                        <a:pt x="415541" y="791276"/>
                        <a:pt x="433219" y="803608"/>
                      </a:cubicBezTo>
                      <a:cubicBezTo>
                        <a:pt x="289885" y="825494"/>
                        <a:pt x="558553" y="807816"/>
                        <a:pt x="579007" y="806811"/>
                      </a:cubicBezTo>
                      <a:cubicBezTo>
                        <a:pt x="640447" y="801892"/>
                        <a:pt x="702910" y="806101"/>
                        <a:pt x="763734" y="798395"/>
                      </a:cubicBezTo>
                      <a:cubicBezTo>
                        <a:pt x="808207" y="831001"/>
                        <a:pt x="839637" y="878014"/>
                        <a:pt x="855485" y="930468"/>
                      </a:cubicBezTo>
                      <a:cubicBezTo>
                        <a:pt x="802984" y="948600"/>
                        <a:pt x="753051" y="973889"/>
                        <a:pt x="699858" y="990429"/>
                      </a:cubicBezTo>
                      <a:cubicBezTo>
                        <a:pt x="616883" y="1019727"/>
                        <a:pt x="530279" y="1035670"/>
                        <a:pt x="445086" y="1056693"/>
                      </a:cubicBezTo>
                      <a:cubicBezTo>
                        <a:pt x="260246" y="916989"/>
                        <a:pt x="110799" y="725770"/>
                        <a:pt x="54013" y="498154"/>
                      </a:cubicBezTo>
                      <a:close/>
                      <a:moveTo>
                        <a:pt x="476858" y="799485"/>
                      </a:moveTo>
                      <a:cubicBezTo>
                        <a:pt x="466972" y="800243"/>
                        <a:pt x="457095" y="801096"/>
                        <a:pt x="447209" y="802082"/>
                      </a:cubicBezTo>
                      <a:cubicBezTo>
                        <a:pt x="443380" y="791854"/>
                        <a:pt x="417551" y="785447"/>
                        <a:pt x="407580" y="778490"/>
                      </a:cubicBezTo>
                      <a:cubicBezTo>
                        <a:pt x="340756" y="747732"/>
                        <a:pt x="434726" y="739732"/>
                        <a:pt x="476858" y="799485"/>
                      </a:cubicBezTo>
                      <a:close/>
                      <a:moveTo>
                        <a:pt x="406290" y="685638"/>
                      </a:moveTo>
                      <a:cubicBezTo>
                        <a:pt x="426717" y="689819"/>
                        <a:pt x="438953" y="707733"/>
                        <a:pt x="450290" y="723704"/>
                      </a:cubicBezTo>
                      <a:cubicBezTo>
                        <a:pt x="415921" y="702738"/>
                        <a:pt x="372983" y="702349"/>
                        <a:pt x="333865" y="699174"/>
                      </a:cubicBezTo>
                      <a:cubicBezTo>
                        <a:pt x="323430" y="695411"/>
                        <a:pt x="295421" y="698596"/>
                        <a:pt x="304994" y="680217"/>
                      </a:cubicBezTo>
                      <a:cubicBezTo>
                        <a:pt x="305525" y="679857"/>
                        <a:pt x="305942" y="679288"/>
                        <a:pt x="306122" y="678700"/>
                      </a:cubicBezTo>
                      <a:cubicBezTo>
                        <a:pt x="306378" y="679288"/>
                        <a:pt x="306634" y="679885"/>
                        <a:pt x="306890" y="680473"/>
                      </a:cubicBezTo>
                      <a:cubicBezTo>
                        <a:pt x="339628" y="685070"/>
                        <a:pt x="373637" y="680615"/>
                        <a:pt x="406290" y="685638"/>
                      </a:cubicBezTo>
                      <a:close/>
                      <a:moveTo>
                        <a:pt x="329932" y="620455"/>
                      </a:moveTo>
                      <a:cubicBezTo>
                        <a:pt x="358623" y="636123"/>
                        <a:pt x="393570" y="647014"/>
                        <a:pt x="412423" y="674909"/>
                      </a:cubicBezTo>
                      <a:cubicBezTo>
                        <a:pt x="400727" y="671468"/>
                        <a:pt x="388348" y="670947"/>
                        <a:pt x="375902" y="670814"/>
                      </a:cubicBezTo>
                      <a:cubicBezTo>
                        <a:pt x="364509" y="656198"/>
                        <a:pt x="324377" y="645601"/>
                        <a:pt x="329932" y="620455"/>
                      </a:cubicBezTo>
                      <a:close/>
                      <a:moveTo>
                        <a:pt x="788027" y="800726"/>
                      </a:moveTo>
                      <a:cubicBezTo>
                        <a:pt x="804567" y="796821"/>
                        <a:pt x="821192" y="790878"/>
                        <a:pt x="835732" y="781940"/>
                      </a:cubicBezTo>
                      <a:cubicBezTo>
                        <a:pt x="836680" y="781267"/>
                        <a:pt x="837325" y="780404"/>
                        <a:pt x="837723" y="779485"/>
                      </a:cubicBezTo>
                      <a:cubicBezTo>
                        <a:pt x="868528" y="777021"/>
                        <a:pt x="881542" y="802698"/>
                        <a:pt x="902584" y="801105"/>
                      </a:cubicBezTo>
                      <a:cubicBezTo>
                        <a:pt x="929247" y="813911"/>
                        <a:pt x="949607" y="841683"/>
                        <a:pt x="954953" y="870611"/>
                      </a:cubicBezTo>
                      <a:cubicBezTo>
                        <a:pt x="923275" y="875616"/>
                        <a:pt x="890821" y="884118"/>
                        <a:pt x="859997" y="893255"/>
                      </a:cubicBezTo>
                      <a:cubicBezTo>
                        <a:pt x="844329" y="856972"/>
                        <a:pt x="819420" y="824773"/>
                        <a:pt x="788027" y="800726"/>
                      </a:cubicBezTo>
                      <a:close/>
                      <a:moveTo>
                        <a:pt x="148874" y="1237561"/>
                      </a:moveTo>
                      <a:cubicBezTo>
                        <a:pt x="210778" y="1107052"/>
                        <a:pt x="228711" y="971984"/>
                        <a:pt x="182608" y="833228"/>
                      </a:cubicBezTo>
                      <a:cubicBezTo>
                        <a:pt x="240853" y="914108"/>
                        <a:pt x="309600" y="989595"/>
                        <a:pt x="391893" y="1046551"/>
                      </a:cubicBezTo>
                      <a:cubicBezTo>
                        <a:pt x="402452" y="1052039"/>
                        <a:pt x="439190" y="1084958"/>
                        <a:pt x="447029" y="1069261"/>
                      </a:cubicBezTo>
                      <a:cubicBezTo>
                        <a:pt x="477218" y="1066342"/>
                        <a:pt x="507208" y="1059498"/>
                        <a:pt x="536819" y="1053366"/>
                      </a:cubicBezTo>
                      <a:cubicBezTo>
                        <a:pt x="394509" y="1237647"/>
                        <a:pt x="454308" y="1224377"/>
                        <a:pt x="549975" y="1050475"/>
                      </a:cubicBezTo>
                      <a:cubicBezTo>
                        <a:pt x="568979" y="1046191"/>
                        <a:pt x="587898" y="1041499"/>
                        <a:pt x="606732" y="1036570"/>
                      </a:cubicBezTo>
                      <a:cubicBezTo>
                        <a:pt x="606618" y="1038627"/>
                        <a:pt x="607604" y="1040722"/>
                        <a:pt x="609955" y="1041195"/>
                      </a:cubicBezTo>
                      <a:cubicBezTo>
                        <a:pt x="638409" y="1046902"/>
                        <a:pt x="667138" y="1051319"/>
                        <a:pt x="695981" y="1054863"/>
                      </a:cubicBezTo>
                      <a:cubicBezTo>
                        <a:pt x="703867" y="1118180"/>
                        <a:pt x="719014" y="1180283"/>
                        <a:pt x="734786" y="1242045"/>
                      </a:cubicBezTo>
                      <a:cubicBezTo>
                        <a:pt x="730094" y="1259286"/>
                        <a:pt x="728834" y="1277940"/>
                        <a:pt x="725924" y="1295352"/>
                      </a:cubicBezTo>
                      <a:cubicBezTo>
                        <a:pt x="712389" y="1383359"/>
                        <a:pt x="685508" y="1468599"/>
                        <a:pt x="651906" y="1550854"/>
                      </a:cubicBezTo>
                      <a:cubicBezTo>
                        <a:pt x="542610" y="1612578"/>
                        <a:pt x="145793" y="1548683"/>
                        <a:pt x="28573" y="1495888"/>
                      </a:cubicBezTo>
                      <a:cubicBezTo>
                        <a:pt x="77444" y="1414354"/>
                        <a:pt x="111737" y="1324849"/>
                        <a:pt x="148874" y="1237561"/>
                      </a:cubicBezTo>
                      <a:close/>
                      <a:moveTo>
                        <a:pt x="281118" y="3384220"/>
                      </a:moveTo>
                      <a:cubicBezTo>
                        <a:pt x="310634" y="3386514"/>
                        <a:pt x="293449" y="3345027"/>
                        <a:pt x="290786" y="3328553"/>
                      </a:cubicBezTo>
                      <a:cubicBezTo>
                        <a:pt x="280113" y="3286014"/>
                        <a:pt x="267137" y="3244062"/>
                        <a:pt x="254853" y="3201958"/>
                      </a:cubicBezTo>
                      <a:cubicBezTo>
                        <a:pt x="174977" y="2962987"/>
                        <a:pt x="145746" y="2750034"/>
                        <a:pt x="211375" y="2503337"/>
                      </a:cubicBezTo>
                      <a:cubicBezTo>
                        <a:pt x="301913" y="2521906"/>
                        <a:pt x="394907" y="2527100"/>
                        <a:pt x="487057" y="2519792"/>
                      </a:cubicBezTo>
                      <a:cubicBezTo>
                        <a:pt x="421276" y="2654718"/>
                        <a:pt x="422574" y="2810222"/>
                        <a:pt x="407305" y="2956779"/>
                      </a:cubicBezTo>
                      <a:cubicBezTo>
                        <a:pt x="389542" y="3169286"/>
                        <a:pt x="392386" y="3384495"/>
                        <a:pt x="467559" y="3586671"/>
                      </a:cubicBezTo>
                      <a:cubicBezTo>
                        <a:pt x="481370" y="3627675"/>
                        <a:pt x="488156" y="3671826"/>
                        <a:pt x="506999" y="3710820"/>
                      </a:cubicBezTo>
                      <a:cubicBezTo>
                        <a:pt x="466469" y="3720564"/>
                        <a:pt x="418603" y="3725171"/>
                        <a:pt x="379874" y="3707124"/>
                      </a:cubicBezTo>
                      <a:cubicBezTo>
                        <a:pt x="351429" y="3690887"/>
                        <a:pt x="338301" y="3659002"/>
                        <a:pt x="325382" y="3630519"/>
                      </a:cubicBezTo>
                      <a:cubicBezTo>
                        <a:pt x="293269" y="3554416"/>
                        <a:pt x="236844" y="3466588"/>
                        <a:pt x="281118" y="3384220"/>
                      </a:cubicBezTo>
                      <a:close/>
                      <a:moveTo>
                        <a:pt x="431541" y="3062729"/>
                      </a:moveTo>
                      <a:cubicBezTo>
                        <a:pt x="440546" y="3133533"/>
                        <a:pt x="440877" y="3205371"/>
                        <a:pt x="432527" y="3276251"/>
                      </a:cubicBezTo>
                      <a:cubicBezTo>
                        <a:pt x="432479" y="3276640"/>
                        <a:pt x="432432" y="3277019"/>
                        <a:pt x="432385" y="3277407"/>
                      </a:cubicBezTo>
                      <a:cubicBezTo>
                        <a:pt x="428717" y="3205883"/>
                        <a:pt x="428963" y="3134377"/>
                        <a:pt x="431541" y="3062729"/>
                      </a:cubicBezTo>
                      <a:close/>
                      <a:moveTo>
                        <a:pt x="453863" y="3820970"/>
                      </a:moveTo>
                      <a:cubicBezTo>
                        <a:pt x="412688" y="3811463"/>
                        <a:pt x="349192" y="3801520"/>
                        <a:pt x="326207" y="3762630"/>
                      </a:cubicBezTo>
                      <a:cubicBezTo>
                        <a:pt x="314984" y="3734754"/>
                        <a:pt x="310444" y="3704480"/>
                        <a:pt x="296283" y="3677655"/>
                      </a:cubicBezTo>
                      <a:cubicBezTo>
                        <a:pt x="291203" y="3667494"/>
                        <a:pt x="273156" y="3672679"/>
                        <a:pt x="275260" y="3684262"/>
                      </a:cubicBezTo>
                      <a:cubicBezTo>
                        <a:pt x="268672" y="3695911"/>
                        <a:pt x="271431" y="3710754"/>
                        <a:pt x="272777" y="3723427"/>
                      </a:cubicBezTo>
                      <a:cubicBezTo>
                        <a:pt x="268890" y="3722706"/>
                        <a:pt x="264663" y="3722346"/>
                        <a:pt x="260777" y="3722413"/>
                      </a:cubicBezTo>
                      <a:cubicBezTo>
                        <a:pt x="268274" y="3672859"/>
                        <a:pt x="264464" y="3621704"/>
                        <a:pt x="253241" y="3572984"/>
                      </a:cubicBezTo>
                      <a:cubicBezTo>
                        <a:pt x="235526" y="3504995"/>
                        <a:pt x="202399" y="3473536"/>
                        <a:pt x="256132" y="3409604"/>
                      </a:cubicBezTo>
                      <a:cubicBezTo>
                        <a:pt x="232493" y="3496484"/>
                        <a:pt x="296956" y="3600159"/>
                        <a:pt x="333135" y="3678186"/>
                      </a:cubicBezTo>
                      <a:cubicBezTo>
                        <a:pt x="350348" y="3709750"/>
                        <a:pt x="382888" y="3730232"/>
                        <a:pt x="418954" y="3730962"/>
                      </a:cubicBezTo>
                      <a:cubicBezTo>
                        <a:pt x="450365" y="3732413"/>
                        <a:pt x="482848" y="3731578"/>
                        <a:pt x="513284" y="3722915"/>
                      </a:cubicBezTo>
                      <a:cubicBezTo>
                        <a:pt x="517047" y="3729578"/>
                        <a:pt x="526023" y="3730488"/>
                        <a:pt x="532430" y="3727294"/>
                      </a:cubicBezTo>
                      <a:cubicBezTo>
                        <a:pt x="559093" y="3753455"/>
                        <a:pt x="579026" y="3785179"/>
                        <a:pt x="590173" y="3820828"/>
                      </a:cubicBezTo>
                      <a:cubicBezTo>
                        <a:pt x="545169" y="3828212"/>
                        <a:pt x="498848" y="3828600"/>
                        <a:pt x="453863" y="3820970"/>
                      </a:cubicBezTo>
                      <a:close/>
                      <a:moveTo>
                        <a:pt x="698237" y="3663523"/>
                      </a:moveTo>
                      <a:cubicBezTo>
                        <a:pt x="708853" y="3685077"/>
                        <a:pt x="741943" y="3741303"/>
                        <a:pt x="736635" y="3762924"/>
                      </a:cubicBezTo>
                      <a:cubicBezTo>
                        <a:pt x="700275" y="3769350"/>
                        <a:pt x="659129" y="3766109"/>
                        <a:pt x="622826" y="3757455"/>
                      </a:cubicBezTo>
                      <a:cubicBezTo>
                        <a:pt x="610068" y="3755104"/>
                        <a:pt x="599225" y="3744602"/>
                        <a:pt x="585889" y="3748327"/>
                      </a:cubicBezTo>
                      <a:cubicBezTo>
                        <a:pt x="572306" y="3728488"/>
                        <a:pt x="556828" y="3708963"/>
                        <a:pt x="537653" y="3694366"/>
                      </a:cubicBezTo>
                      <a:cubicBezTo>
                        <a:pt x="533681" y="3668745"/>
                        <a:pt x="522800" y="3644708"/>
                        <a:pt x="516061" y="3619723"/>
                      </a:cubicBezTo>
                      <a:cubicBezTo>
                        <a:pt x="563794" y="3642016"/>
                        <a:pt x="627556" y="3651921"/>
                        <a:pt x="670712" y="3614661"/>
                      </a:cubicBezTo>
                      <a:cubicBezTo>
                        <a:pt x="679508" y="3630822"/>
                        <a:pt x="689583" y="3647125"/>
                        <a:pt x="698237" y="3663523"/>
                      </a:cubicBezTo>
                      <a:close/>
                      <a:moveTo>
                        <a:pt x="665243" y="2517091"/>
                      </a:moveTo>
                      <a:cubicBezTo>
                        <a:pt x="660503" y="2533422"/>
                        <a:pt x="657309" y="2550161"/>
                        <a:pt x="654949" y="2566995"/>
                      </a:cubicBezTo>
                      <a:cubicBezTo>
                        <a:pt x="645793" y="2681846"/>
                        <a:pt x="647651" y="2797616"/>
                        <a:pt x="634864" y="2912362"/>
                      </a:cubicBezTo>
                      <a:cubicBezTo>
                        <a:pt x="619405" y="3138614"/>
                        <a:pt x="547728" y="3387746"/>
                        <a:pt x="659110" y="3599799"/>
                      </a:cubicBezTo>
                      <a:cubicBezTo>
                        <a:pt x="657366" y="3611562"/>
                        <a:pt x="635414" y="3616822"/>
                        <a:pt x="625566" y="3620595"/>
                      </a:cubicBezTo>
                      <a:cubicBezTo>
                        <a:pt x="586439" y="3631419"/>
                        <a:pt x="545747" y="3618510"/>
                        <a:pt x="510431" y="3601439"/>
                      </a:cubicBezTo>
                      <a:cubicBezTo>
                        <a:pt x="485625" y="3516900"/>
                        <a:pt x="455000" y="3433556"/>
                        <a:pt x="439560" y="3346610"/>
                      </a:cubicBezTo>
                      <a:cubicBezTo>
                        <a:pt x="448631" y="3303179"/>
                        <a:pt x="452441" y="3258479"/>
                        <a:pt x="454043" y="3214157"/>
                      </a:cubicBezTo>
                      <a:cubicBezTo>
                        <a:pt x="456204" y="3140538"/>
                        <a:pt x="450318" y="3066502"/>
                        <a:pt x="434878" y="2994455"/>
                      </a:cubicBezTo>
                      <a:cubicBezTo>
                        <a:pt x="447967" y="2834089"/>
                        <a:pt x="455474" y="2669723"/>
                        <a:pt x="511340" y="2517584"/>
                      </a:cubicBezTo>
                      <a:cubicBezTo>
                        <a:pt x="567870" y="2511678"/>
                        <a:pt x="623869" y="2500873"/>
                        <a:pt x="678332" y="2485025"/>
                      </a:cubicBezTo>
                      <a:cubicBezTo>
                        <a:pt x="673034" y="2495309"/>
                        <a:pt x="668484" y="2505925"/>
                        <a:pt x="665243" y="2517091"/>
                      </a:cubicBezTo>
                      <a:close/>
                      <a:moveTo>
                        <a:pt x="839580" y="2096625"/>
                      </a:moveTo>
                      <a:cubicBezTo>
                        <a:pt x="834841" y="2196054"/>
                        <a:pt x="802851" y="2300147"/>
                        <a:pt x="834642" y="2397510"/>
                      </a:cubicBezTo>
                      <a:cubicBezTo>
                        <a:pt x="640570" y="2484958"/>
                        <a:pt x="421901" y="2521887"/>
                        <a:pt x="211517" y="2480238"/>
                      </a:cubicBezTo>
                      <a:cubicBezTo>
                        <a:pt x="208370" y="2476210"/>
                        <a:pt x="202560" y="2474845"/>
                        <a:pt x="198314" y="2477622"/>
                      </a:cubicBezTo>
                      <a:cubicBezTo>
                        <a:pt x="148466" y="2467272"/>
                        <a:pt x="99946" y="2452305"/>
                        <a:pt x="51274" y="2437377"/>
                      </a:cubicBezTo>
                      <a:cubicBezTo>
                        <a:pt x="65984" y="2382695"/>
                        <a:pt x="65473" y="2325132"/>
                        <a:pt x="71368" y="2269058"/>
                      </a:cubicBezTo>
                      <a:cubicBezTo>
                        <a:pt x="94420" y="2058114"/>
                        <a:pt x="40980" y="1849132"/>
                        <a:pt x="49947" y="1638406"/>
                      </a:cubicBezTo>
                      <a:cubicBezTo>
                        <a:pt x="51606" y="1608871"/>
                        <a:pt x="57738" y="1566891"/>
                        <a:pt x="60620" y="1534636"/>
                      </a:cubicBezTo>
                      <a:cubicBezTo>
                        <a:pt x="221280" y="1591137"/>
                        <a:pt x="677669" y="1664491"/>
                        <a:pt x="669868" y="1551432"/>
                      </a:cubicBezTo>
                      <a:cubicBezTo>
                        <a:pt x="710389" y="1469396"/>
                        <a:pt x="734199" y="1379805"/>
                        <a:pt x="747649" y="1289532"/>
                      </a:cubicBezTo>
                      <a:cubicBezTo>
                        <a:pt x="779430" y="1391264"/>
                        <a:pt x="810538" y="1496447"/>
                        <a:pt x="866187" y="1588000"/>
                      </a:cubicBezTo>
                      <a:cubicBezTo>
                        <a:pt x="857296" y="1757333"/>
                        <a:pt x="856973" y="1927604"/>
                        <a:pt x="839580" y="2096625"/>
                      </a:cubicBezTo>
                      <a:close/>
                      <a:moveTo>
                        <a:pt x="915389" y="1592872"/>
                      </a:moveTo>
                      <a:cubicBezTo>
                        <a:pt x="871750" y="1557991"/>
                        <a:pt x="856111" y="1499376"/>
                        <a:pt x="834472" y="1449917"/>
                      </a:cubicBezTo>
                      <a:cubicBezTo>
                        <a:pt x="782292" y="1323076"/>
                        <a:pt x="744615" y="1190861"/>
                        <a:pt x="715109" y="1057081"/>
                      </a:cubicBezTo>
                      <a:cubicBezTo>
                        <a:pt x="738388" y="1059641"/>
                        <a:pt x="761724" y="1061697"/>
                        <a:pt x="785041" y="1063451"/>
                      </a:cubicBezTo>
                      <a:cubicBezTo>
                        <a:pt x="843448" y="1241931"/>
                        <a:pt x="877362" y="1252964"/>
                        <a:pt x="796055" y="1064257"/>
                      </a:cubicBezTo>
                      <a:cubicBezTo>
                        <a:pt x="808832" y="1065186"/>
                        <a:pt x="821609" y="1066001"/>
                        <a:pt x="834415" y="1066740"/>
                      </a:cubicBezTo>
                      <a:cubicBezTo>
                        <a:pt x="836566" y="1102919"/>
                        <a:pt x="841988" y="1138568"/>
                        <a:pt x="847078" y="1174425"/>
                      </a:cubicBezTo>
                      <a:cubicBezTo>
                        <a:pt x="869239" y="1313910"/>
                        <a:pt x="885125" y="1454903"/>
                        <a:pt x="915389" y="1592872"/>
                      </a:cubicBezTo>
                      <a:close/>
                      <a:moveTo>
                        <a:pt x="1101262" y="1037546"/>
                      </a:moveTo>
                      <a:cubicBezTo>
                        <a:pt x="1077130" y="1040816"/>
                        <a:pt x="1052818" y="1044940"/>
                        <a:pt x="1028420" y="1046447"/>
                      </a:cubicBezTo>
                      <a:cubicBezTo>
                        <a:pt x="892205" y="1055821"/>
                        <a:pt x="755383" y="1047120"/>
                        <a:pt x="619784" y="1033101"/>
                      </a:cubicBezTo>
                      <a:cubicBezTo>
                        <a:pt x="702929" y="1008571"/>
                        <a:pt x="789013" y="984031"/>
                        <a:pt x="862888" y="937634"/>
                      </a:cubicBezTo>
                      <a:cubicBezTo>
                        <a:pt x="878073" y="934837"/>
                        <a:pt x="867125" y="912819"/>
                        <a:pt x="864139" y="903397"/>
                      </a:cubicBezTo>
                      <a:cubicBezTo>
                        <a:pt x="889153" y="900298"/>
                        <a:pt x="913949" y="894639"/>
                        <a:pt x="938792" y="890222"/>
                      </a:cubicBezTo>
                      <a:cubicBezTo>
                        <a:pt x="947057" y="888488"/>
                        <a:pt x="959550" y="888781"/>
                        <a:pt x="963625" y="880118"/>
                      </a:cubicBezTo>
                      <a:cubicBezTo>
                        <a:pt x="967161" y="879654"/>
                        <a:pt x="968658" y="875625"/>
                        <a:pt x="969331" y="872564"/>
                      </a:cubicBezTo>
                      <a:cubicBezTo>
                        <a:pt x="1007103" y="872668"/>
                        <a:pt x="1046230" y="884658"/>
                        <a:pt x="1069405" y="916203"/>
                      </a:cubicBezTo>
                      <a:cubicBezTo>
                        <a:pt x="1071661" y="918904"/>
                        <a:pt x="1076761" y="916004"/>
                        <a:pt x="1075453" y="912686"/>
                      </a:cubicBezTo>
                      <a:cubicBezTo>
                        <a:pt x="1059225" y="872962"/>
                        <a:pt x="1011359" y="858573"/>
                        <a:pt x="971587" y="861995"/>
                      </a:cubicBezTo>
                      <a:cubicBezTo>
                        <a:pt x="971360" y="862014"/>
                        <a:pt x="969957" y="862071"/>
                        <a:pt x="968829" y="862355"/>
                      </a:cubicBezTo>
                      <a:cubicBezTo>
                        <a:pt x="959673" y="829399"/>
                        <a:pt x="936299" y="798584"/>
                        <a:pt x="902802" y="789371"/>
                      </a:cubicBezTo>
                      <a:cubicBezTo>
                        <a:pt x="892006" y="783968"/>
                        <a:pt x="881599" y="777495"/>
                        <a:pt x="870556" y="772556"/>
                      </a:cubicBezTo>
                      <a:cubicBezTo>
                        <a:pt x="967038" y="641194"/>
                        <a:pt x="878091" y="479832"/>
                        <a:pt x="870016" y="337143"/>
                      </a:cubicBezTo>
                      <a:cubicBezTo>
                        <a:pt x="870585" y="327864"/>
                        <a:pt x="856869" y="328290"/>
                        <a:pt x="855827" y="337143"/>
                      </a:cubicBezTo>
                      <a:cubicBezTo>
                        <a:pt x="850414" y="395730"/>
                        <a:pt x="875665" y="451302"/>
                        <a:pt x="883703" y="508637"/>
                      </a:cubicBezTo>
                      <a:cubicBezTo>
                        <a:pt x="902830" y="619972"/>
                        <a:pt x="907209" y="665705"/>
                        <a:pt x="855466" y="768443"/>
                      </a:cubicBezTo>
                      <a:cubicBezTo>
                        <a:pt x="847362" y="767912"/>
                        <a:pt x="836595" y="766869"/>
                        <a:pt x="829514" y="772007"/>
                      </a:cubicBezTo>
                      <a:cubicBezTo>
                        <a:pt x="817913" y="772642"/>
                        <a:pt x="783155" y="783039"/>
                        <a:pt x="781108" y="795636"/>
                      </a:cubicBezTo>
                      <a:cubicBezTo>
                        <a:pt x="776615" y="792537"/>
                        <a:pt x="771733" y="788869"/>
                        <a:pt x="766160" y="786660"/>
                      </a:cubicBezTo>
                      <a:cubicBezTo>
                        <a:pt x="800472" y="716140"/>
                        <a:pt x="794283" y="632986"/>
                        <a:pt x="772274" y="559755"/>
                      </a:cubicBezTo>
                      <a:cubicBezTo>
                        <a:pt x="781961" y="539689"/>
                        <a:pt x="774160" y="508410"/>
                        <a:pt x="774653" y="485984"/>
                      </a:cubicBezTo>
                      <a:cubicBezTo>
                        <a:pt x="769752" y="409113"/>
                        <a:pt x="748843" y="331181"/>
                        <a:pt x="702825" y="268415"/>
                      </a:cubicBezTo>
                      <a:cubicBezTo>
                        <a:pt x="703488" y="267723"/>
                        <a:pt x="704142" y="267021"/>
                        <a:pt x="704806" y="266329"/>
                      </a:cubicBezTo>
                      <a:cubicBezTo>
                        <a:pt x="721441" y="272102"/>
                        <a:pt x="736056" y="282917"/>
                        <a:pt x="752729" y="288556"/>
                      </a:cubicBezTo>
                      <a:cubicBezTo>
                        <a:pt x="754663" y="292158"/>
                        <a:pt x="760814" y="293770"/>
                        <a:pt x="763089" y="289495"/>
                      </a:cubicBezTo>
                      <a:cubicBezTo>
                        <a:pt x="768577" y="277959"/>
                        <a:pt x="750037" y="261116"/>
                        <a:pt x="744928" y="250510"/>
                      </a:cubicBezTo>
                      <a:cubicBezTo>
                        <a:pt x="768890" y="260472"/>
                        <a:pt x="793477" y="268879"/>
                        <a:pt x="817913" y="277694"/>
                      </a:cubicBezTo>
                      <a:cubicBezTo>
                        <a:pt x="855353" y="291362"/>
                        <a:pt x="875305" y="288973"/>
                        <a:pt x="887219" y="332423"/>
                      </a:cubicBezTo>
                      <a:cubicBezTo>
                        <a:pt x="973161" y="560978"/>
                        <a:pt x="1114058" y="785665"/>
                        <a:pt x="1101262" y="1037546"/>
                      </a:cubicBezTo>
                      <a:close/>
                    </a:path>
                  </a:pathLst>
                </a:custGeom>
                <a:solidFill>
                  <a:srgbClr val="000000"/>
                </a:solidFill>
                <a:ln w="9452" cap="flat">
                  <a:noFill/>
                  <a:prstDash val="solid"/>
                  <a:miter/>
                </a:ln>
              </p:spPr>
              <p:txBody>
                <a:bodyPr rtlCol="0" anchor="ctr"/>
                <a:lstStyle/>
                <a:p>
                  <a:endParaRPr lang="en-US"/>
                </a:p>
              </p:txBody>
            </p:sp>
          </p:grpSp>
          <p:pic>
            <p:nvPicPr>
              <p:cNvPr id="44" name="Графіка 43" descr="Woman with long straight hair">
                <a:extLst>
                  <a:ext uri="{FF2B5EF4-FFF2-40B4-BE49-F238E27FC236}">
                    <a16:creationId xmlns:a16="http://schemas.microsoft.com/office/drawing/2014/main" id="{9D39A195-CA53-4E34-833E-D92505F776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0289" y="3265911"/>
                <a:ext cx="723900" cy="762000"/>
              </a:xfrm>
              <a:prstGeom prst="rect">
                <a:avLst/>
              </a:prstGeom>
            </p:spPr>
          </p:pic>
        </p:grpSp>
        <p:pic>
          <p:nvPicPr>
            <p:cNvPr id="42" name="Графіка 41" descr="A smiling woman">
              <a:extLst>
                <a:ext uri="{FF2B5EF4-FFF2-40B4-BE49-F238E27FC236}">
                  <a16:creationId xmlns:a16="http://schemas.microsoft.com/office/drawing/2014/main" id="{44BD7E8A-C556-44AC-B810-673F35F69B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1946" y="4400411"/>
              <a:ext cx="346969" cy="379497"/>
            </a:xfrm>
            <a:prstGeom prst="rect">
              <a:avLst/>
            </a:prstGeom>
          </p:spPr>
        </p:pic>
      </p:grpSp>
      <p:sp>
        <p:nvSpPr>
          <p:cNvPr id="2" name="Бульбашка прямої мови: овальна 1">
            <a:extLst>
              <a:ext uri="{FF2B5EF4-FFF2-40B4-BE49-F238E27FC236}">
                <a16:creationId xmlns:a16="http://schemas.microsoft.com/office/drawing/2014/main" id="{188295F0-2128-5258-3277-2ECB2D7098A5}"/>
              </a:ext>
            </a:extLst>
          </p:cNvPr>
          <p:cNvSpPr/>
          <p:nvPr/>
        </p:nvSpPr>
        <p:spPr>
          <a:xfrm>
            <a:off x="4465220" y="1229421"/>
            <a:ext cx="1905090" cy="1446830"/>
          </a:xfrm>
          <a:prstGeom prst="wedgeEllipseCallout">
            <a:avLst>
              <a:gd name="adj1" fmla="val -71840"/>
              <a:gd name="adj2" fmla="val 24319"/>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Бульбашка прямої мови: овальна 6">
            <a:extLst>
              <a:ext uri="{FF2B5EF4-FFF2-40B4-BE49-F238E27FC236}">
                <a16:creationId xmlns:a16="http://schemas.microsoft.com/office/drawing/2014/main" id="{623E0F38-8F76-63BE-0D8F-07DFEC54DAE8}"/>
              </a:ext>
            </a:extLst>
          </p:cNvPr>
          <p:cNvSpPr/>
          <p:nvPr/>
        </p:nvSpPr>
        <p:spPr>
          <a:xfrm flipH="1">
            <a:off x="5012709" y="1486914"/>
            <a:ext cx="1905090" cy="1446830"/>
          </a:xfrm>
          <a:prstGeom prst="wedgeEllipseCallout">
            <a:avLst>
              <a:gd name="adj1" fmla="val -71840"/>
              <a:gd name="adj2" fmla="val 24319"/>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pic>
        <p:nvPicPr>
          <p:cNvPr id="9" name="Графіка 8" descr="An afraid face">
            <a:extLst>
              <a:ext uri="{FF2B5EF4-FFF2-40B4-BE49-F238E27FC236}">
                <a16:creationId xmlns:a16="http://schemas.microsoft.com/office/drawing/2014/main" id="{1B6345C1-A67F-957B-1076-AF6473F188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7688140" y="2019512"/>
            <a:ext cx="797540" cy="821708"/>
          </a:xfrm>
          <a:prstGeom prst="rect">
            <a:avLst/>
          </a:prstGeom>
        </p:spPr>
      </p:pic>
      <p:pic>
        <p:nvPicPr>
          <p:cNvPr id="13" name="Графіка 12" descr="A surprised face">
            <a:extLst>
              <a:ext uri="{FF2B5EF4-FFF2-40B4-BE49-F238E27FC236}">
                <a16:creationId xmlns:a16="http://schemas.microsoft.com/office/drawing/2014/main" id="{0E03F79C-B3AD-5CC6-9DAD-E3405D02BB7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7709016" y="1952836"/>
            <a:ext cx="755787" cy="897497"/>
          </a:xfrm>
          <a:prstGeom prst="rect">
            <a:avLst/>
          </a:prstGeom>
        </p:spPr>
      </p:pic>
      <p:sp>
        <p:nvSpPr>
          <p:cNvPr id="35" name="Бульбашка прямої мови: прямокутна 34">
            <a:extLst>
              <a:ext uri="{FF2B5EF4-FFF2-40B4-BE49-F238E27FC236}">
                <a16:creationId xmlns:a16="http://schemas.microsoft.com/office/drawing/2014/main" id="{6420E3C9-BAD9-983E-AA93-6CD2F1351D91}"/>
              </a:ext>
            </a:extLst>
          </p:cNvPr>
          <p:cNvSpPr/>
          <p:nvPr/>
        </p:nvSpPr>
        <p:spPr>
          <a:xfrm>
            <a:off x="4839918" y="254829"/>
            <a:ext cx="6021476" cy="1910384"/>
          </a:xfrm>
          <a:prstGeom prst="wedgeRectCallout">
            <a:avLst>
              <a:gd name="adj1" fmla="val -65248"/>
              <a:gd name="adj2" fmla="val 4281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Consolas" panose="020B0609020204030204" pitchFamily="49" charset="0"/>
              </a:rPr>
              <a:t>First, you diminish the value of the diploma. Not doing the assignment yourself, you don’t gain the knowledge and skills that you should have when you graduate, and it makes higher education seem weak and useless when you enter the labor market. </a:t>
            </a:r>
          </a:p>
        </p:txBody>
      </p:sp>
      <p:sp>
        <p:nvSpPr>
          <p:cNvPr id="36" name="Бульбашка прямої мови: прямокутна 35">
            <a:extLst>
              <a:ext uri="{FF2B5EF4-FFF2-40B4-BE49-F238E27FC236}">
                <a16:creationId xmlns:a16="http://schemas.microsoft.com/office/drawing/2014/main" id="{0F23017F-E2C2-542E-0F94-E45F7E2C7576}"/>
              </a:ext>
            </a:extLst>
          </p:cNvPr>
          <p:cNvSpPr/>
          <p:nvPr/>
        </p:nvSpPr>
        <p:spPr>
          <a:xfrm>
            <a:off x="4771370" y="4191485"/>
            <a:ext cx="6017932" cy="2030939"/>
          </a:xfrm>
          <a:prstGeom prst="wedgeRectCallout">
            <a:avLst>
              <a:gd name="adj1" fmla="val -64054"/>
              <a:gd name="adj2" fmla="val -142669"/>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Consolas" panose="020B0609020204030204" pitchFamily="49" charset="0"/>
              </a:rPr>
              <a:t>And the most important, plagiarism means you think that the main purpose of this place is competition, and your aim is the best grade. But truth is, you are here to learn how to express yourself, and we, professors, are your helpers. It upsets to see you miss the point.</a:t>
            </a:r>
          </a:p>
        </p:txBody>
      </p:sp>
      <p:sp>
        <p:nvSpPr>
          <p:cNvPr id="37" name="Бульбашка прямої мови: прямокутна 36">
            <a:extLst>
              <a:ext uri="{FF2B5EF4-FFF2-40B4-BE49-F238E27FC236}">
                <a16:creationId xmlns:a16="http://schemas.microsoft.com/office/drawing/2014/main" id="{2C2D039E-A538-C1DB-7A1C-67C3A19E0DDF}"/>
              </a:ext>
            </a:extLst>
          </p:cNvPr>
          <p:cNvSpPr/>
          <p:nvPr/>
        </p:nvSpPr>
        <p:spPr>
          <a:xfrm>
            <a:off x="4771370" y="2993298"/>
            <a:ext cx="6017932" cy="988868"/>
          </a:xfrm>
          <a:prstGeom prst="wedgeRectCallout">
            <a:avLst>
              <a:gd name="adj1" fmla="val -63537"/>
              <a:gd name="adj2" fmla="val -1341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Consolas" panose="020B0609020204030204" pitchFamily="49" charset="0"/>
              </a:rPr>
              <a:t>Second, you are not improving. Plagiarizing a work, you don’t enhance your knowledge and give up on your vices.</a:t>
            </a:r>
          </a:p>
        </p:txBody>
      </p:sp>
      <p:sp>
        <p:nvSpPr>
          <p:cNvPr id="38" name="Бульбашка прямої мови: прямокутна 37">
            <a:extLst>
              <a:ext uri="{FF2B5EF4-FFF2-40B4-BE49-F238E27FC236}">
                <a16:creationId xmlns:a16="http://schemas.microsoft.com/office/drawing/2014/main" id="{D2AECE13-9E87-C8EE-0561-5E478300479F}"/>
              </a:ext>
            </a:extLst>
          </p:cNvPr>
          <p:cNvSpPr/>
          <p:nvPr/>
        </p:nvSpPr>
        <p:spPr>
          <a:xfrm>
            <a:off x="7376694" y="2290319"/>
            <a:ext cx="4395199" cy="528577"/>
          </a:xfrm>
          <a:prstGeom prst="wedgeRectCallout">
            <a:avLst>
              <a:gd name="adj1" fmla="val 60956"/>
              <a:gd name="adj2" fmla="val 4133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chemeClr val="bg1"/>
                </a:solidFill>
                <a:latin typeface="Consolas" panose="020B0609020204030204" pitchFamily="49" charset="0"/>
              </a:rPr>
              <a:t>I never wanted it to be so.</a:t>
            </a:r>
          </a:p>
        </p:txBody>
      </p:sp>
    </p:spTree>
    <p:extLst>
      <p:ext uri="{BB962C8B-B14F-4D97-AF65-F5344CB8AC3E}">
        <p14:creationId xmlns:p14="http://schemas.microsoft.com/office/powerpoint/2010/main" val="25575605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xit" presetSubtype="0" fill="hold" grpId="1" nodeType="withEffect">
                                  <p:stCondLst>
                                    <p:cond delay="0"/>
                                  </p:stCondLst>
                                  <p:childTnLst>
                                    <p:animEffect transition="out" filter="fade">
                                      <p:cBhvr>
                                        <p:cTn id="6" dur="1000"/>
                                        <p:tgtEl>
                                          <p:spTgt spid="35"/>
                                        </p:tgtEl>
                                      </p:cBhvr>
                                    </p:animEffect>
                                    <p:anim calcmode="lin" valueType="num">
                                      <p:cBhvr>
                                        <p:cTn id="7" dur="1000"/>
                                        <p:tgtEl>
                                          <p:spTgt spid="35"/>
                                        </p:tgtEl>
                                        <p:attrNameLst>
                                          <p:attrName>ppt_x</p:attrName>
                                        </p:attrNameLst>
                                      </p:cBhvr>
                                      <p:tavLst>
                                        <p:tav tm="0">
                                          <p:val>
                                            <p:strVal val="ppt_x"/>
                                          </p:val>
                                        </p:tav>
                                        <p:tav tm="100000">
                                          <p:val>
                                            <p:strVal val="ppt_x"/>
                                          </p:val>
                                        </p:tav>
                                      </p:tavLst>
                                    </p:anim>
                                    <p:anim calcmode="lin" valueType="num">
                                      <p:cBhvr>
                                        <p:cTn id="8" dur="1000"/>
                                        <p:tgtEl>
                                          <p:spTgt spid="35"/>
                                        </p:tgtEl>
                                        <p:attrNameLst>
                                          <p:attrName>ppt_y</p:attrName>
                                        </p:attrNameLst>
                                      </p:cBhvr>
                                      <p:tavLst>
                                        <p:tav tm="0">
                                          <p:val>
                                            <p:strVal val="ppt_y"/>
                                          </p:val>
                                        </p:tav>
                                        <p:tav tm="100000">
                                          <p:val>
                                            <p:strVal val="ppt_y+.1"/>
                                          </p:val>
                                        </p:tav>
                                      </p:tavLst>
                                    </p:anim>
                                    <p:set>
                                      <p:cBhvr>
                                        <p:cTn id="9" dur="1" fill="hold">
                                          <p:stCondLst>
                                            <p:cond delay="999"/>
                                          </p:stCondLst>
                                        </p:cTn>
                                        <p:tgtEl>
                                          <p:spTgt spid="35"/>
                                        </p:tgtEl>
                                        <p:attrNameLst>
                                          <p:attrName>style.visibility</p:attrName>
                                        </p:attrNameLst>
                                      </p:cBhvr>
                                      <p:to>
                                        <p:strVal val="hidden"/>
                                      </p:to>
                                    </p:set>
                                  </p:childTnLst>
                                </p:cTn>
                              </p:par>
                              <p:par>
                                <p:cTn id="10" presetID="42" presetClass="exit" presetSubtype="0" fill="hold" grpId="1" nodeType="withEffect">
                                  <p:stCondLst>
                                    <p:cond delay="0"/>
                                  </p:stCondLst>
                                  <p:childTnLst>
                                    <p:animEffect transition="out" filter="fade">
                                      <p:cBhvr>
                                        <p:cTn id="11" dur="1000"/>
                                        <p:tgtEl>
                                          <p:spTgt spid="38"/>
                                        </p:tgtEl>
                                      </p:cBhvr>
                                    </p:animEffect>
                                    <p:anim calcmode="lin" valueType="num">
                                      <p:cBhvr>
                                        <p:cTn id="12" dur="1000"/>
                                        <p:tgtEl>
                                          <p:spTgt spid="38"/>
                                        </p:tgtEl>
                                        <p:attrNameLst>
                                          <p:attrName>ppt_x</p:attrName>
                                        </p:attrNameLst>
                                      </p:cBhvr>
                                      <p:tavLst>
                                        <p:tav tm="0">
                                          <p:val>
                                            <p:strVal val="ppt_x"/>
                                          </p:val>
                                        </p:tav>
                                        <p:tav tm="100000">
                                          <p:val>
                                            <p:strVal val="ppt_x"/>
                                          </p:val>
                                        </p:tav>
                                      </p:tavLst>
                                    </p:anim>
                                    <p:anim calcmode="lin" valueType="num">
                                      <p:cBhvr>
                                        <p:cTn id="13" dur="1000"/>
                                        <p:tgtEl>
                                          <p:spTgt spid="38"/>
                                        </p:tgtEl>
                                        <p:attrNameLst>
                                          <p:attrName>ppt_y</p:attrName>
                                        </p:attrNameLst>
                                      </p:cBhvr>
                                      <p:tavLst>
                                        <p:tav tm="0">
                                          <p:val>
                                            <p:strVal val="ppt_y"/>
                                          </p:val>
                                        </p:tav>
                                        <p:tav tm="100000">
                                          <p:val>
                                            <p:strVal val="ppt_y+.1"/>
                                          </p:val>
                                        </p:tav>
                                      </p:tavLst>
                                    </p:anim>
                                    <p:set>
                                      <p:cBhvr>
                                        <p:cTn id="14" dur="1" fill="hold">
                                          <p:stCondLst>
                                            <p:cond delay="999"/>
                                          </p:stCondLst>
                                        </p:cTn>
                                        <p:tgtEl>
                                          <p:spTgt spid="38"/>
                                        </p:tgtEl>
                                        <p:attrNameLst>
                                          <p:attrName>style.visibility</p:attrName>
                                        </p:attrNameLst>
                                      </p:cBhvr>
                                      <p:to>
                                        <p:strVal val="hidden"/>
                                      </p:to>
                                    </p:set>
                                  </p:childTnLst>
                                </p:cTn>
                              </p:par>
                              <p:par>
                                <p:cTn id="15" presetID="42" presetClass="exit" presetSubtype="0" fill="hold" grpId="1" nodeType="withEffect">
                                  <p:stCondLst>
                                    <p:cond delay="0"/>
                                  </p:stCondLst>
                                  <p:childTnLst>
                                    <p:animEffect transition="out" filter="fade">
                                      <p:cBhvr>
                                        <p:cTn id="16" dur="1000"/>
                                        <p:tgtEl>
                                          <p:spTgt spid="37"/>
                                        </p:tgtEl>
                                      </p:cBhvr>
                                    </p:animEffect>
                                    <p:anim calcmode="lin" valueType="num">
                                      <p:cBhvr>
                                        <p:cTn id="17" dur="1000"/>
                                        <p:tgtEl>
                                          <p:spTgt spid="37"/>
                                        </p:tgtEl>
                                        <p:attrNameLst>
                                          <p:attrName>ppt_x</p:attrName>
                                        </p:attrNameLst>
                                      </p:cBhvr>
                                      <p:tavLst>
                                        <p:tav tm="0">
                                          <p:val>
                                            <p:strVal val="ppt_x"/>
                                          </p:val>
                                        </p:tav>
                                        <p:tav tm="100000">
                                          <p:val>
                                            <p:strVal val="ppt_x"/>
                                          </p:val>
                                        </p:tav>
                                      </p:tavLst>
                                    </p:anim>
                                    <p:anim calcmode="lin" valueType="num">
                                      <p:cBhvr>
                                        <p:cTn id="18" dur="1000"/>
                                        <p:tgtEl>
                                          <p:spTgt spid="37"/>
                                        </p:tgtEl>
                                        <p:attrNameLst>
                                          <p:attrName>ppt_y</p:attrName>
                                        </p:attrNameLst>
                                      </p:cBhvr>
                                      <p:tavLst>
                                        <p:tav tm="0">
                                          <p:val>
                                            <p:strVal val="ppt_y"/>
                                          </p:val>
                                        </p:tav>
                                        <p:tav tm="100000">
                                          <p:val>
                                            <p:strVal val="ppt_y+.1"/>
                                          </p:val>
                                        </p:tav>
                                      </p:tavLst>
                                    </p:anim>
                                    <p:set>
                                      <p:cBhvr>
                                        <p:cTn id="19" dur="1" fill="hold">
                                          <p:stCondLst>
                                            <p:cond delay="999"/>
                                          </p:stCondLst>
                                        </p:cTn>
                                        <p:tgtEl>
                                          <p:spTgt spid="37"/>
                                        </p:tgtEl>
                                        <p:attrNameLst>
                                          <p:attrName>style.visibility</p:attrName>
                                        </p:attrNameLst>
                                      </p:cBhvr>
                                      <p:to>
                                        <p:strVal val="hidden"/>
                                      </p:to>
                                    </p:set>
                                  </p:childTnLst>
                                </p:cTn>
                              </p:par>
                              <p:par>
                                <p:cTn id="20" presetID="42" presetClass="exit" presetSubtype="0" fill="hold" grpId="1" nodeType="withEffect">
                                  <p:stCondLst>
                                    <p:cond delay="0"/>
                                  </p:stCondLst>
                                  <p:childTnLst>
                                    <p:animEffect transition="out" filter="fade">
                                      <p:cBhvr>
                                        <p:cTn id="21" dur="1000"/>
                                        <p:tgtEl>
                                          <p:spTgt spid="36"/>
                                        </p:tgtEl>
                                      </p:cBhvr>
                                    </p:animEffect>
                                    <p:anim calcmode="lin" valueType="num">
                                      <p:cBhvr>
                                        <p:cTn id="22" dur="1000"/>
                                        <p:tgtEl>
                                          <p:spTgt spid="36"/>
                                        </p:tgtEl>
                                        <p:attrNameLst>
                                          <p:attrName>ppt_x</p:attrName>
                                        </p:attrNameLst>
                                      </p:cBhvr>
                                      <p:tavLst>
                                        <p:tav tm="0">
                                          <p:val>
                                            <p:strVal val="ppt_x"/>
                                          </p:val>
                                        </p:tav>
                                        <p:tav tm="100000">
                                          <p:val>
                                            <p:strVal val="ppt_x"/>
                                          </p:val>
                                        </p:tav>
                                      </p:tavLst>
                                    </p:anim>
                                    <p:anim calcmode="lin" valueType="num">
                                      <p:cBhvr>
                                        <p:cTn id="23" dur="1000"/>
                                        <p:tgtEl>
                                          <p:spTgt spid="36"/>
                                        </p:tgtEl>
                                        <p:attrNameLst>
                                          <p:attrName>ppt_y</p:attrName>
                                        </p:attrNameLst>
                                      </p:cBhvr>
                                      <p:tavLst>
                                        <p:tav tm="0">
                                          <p:val>
                                            <p:strVal val="ppt_y"/>
                                          </p:val>
                                        </p:tav>
                                        <p:tav tm="100000">
                                          <p:val>
                                            <p:strVal val="ppt_y+.1"/>
                                          </p:val>
                                        </p:tav>
                                      </p:tavLst>
                                    </p:anim>
                                    <p:set>
                                      <p:cBhvr>
                                        <p:cTn id="24" dur="1" fill="hold">
                                          <p:stCondLst>
                                            <p:cond delay="999"/>
                                          </p:stCondLst>
                                        </p:cTn>
                                        <p:tgtEl>
                                          <p:spTgt spid="3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7"/>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
                                        </p:tgtEl>
                                        <p:attrNameLst>
                                          <p:attrName>style.visibility</p:attrName>
                                        </p:attrNameLst>
                                      </p:cBhvr>
                                      <p:to>
                                        <p:strVal val="hidden"/>
                                      </p:to>
                                    </p:set>
                                  </p:childTnLst>
                                </p:cTn>
                              </p:par>
                              <p:par>
                                <p:cTn id="41" presetID="10" presetClass="entr" presetSubtype="0" fill="hold" grpId="2"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xit" presetSubtype="0" fill="hold" nodeType="with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par>
                                <p:cTn id="47" presetID="10" presetClass="entr" presetSubtype="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3" nodeType="clickEffect">
                                  <p:stCondLst>
                                    <p:cond delay="0"/>
                                  </p:stCondLst>
                                  <p:childTnLst>
                                    <p:set>
                                      <p:cBhvr>
                                        <p:cTn id="53" dur="1" fill="hold">
                                          <p:stCondLst>
                                            <p:cond delay="0"/>
                                          </p:stCondLst>
                                        </p:cTn>
                                        <p:tgtEl>
                                          <p:spTgt spid="7"/>
                                        </p:tgtEl>
                                        <p:attrNameLst>
                                          <p:attrName>style.visibility</p:attrName>
                                        </p:attrNameLst>
                                      </p:cBhvr>
                                      <p:to>
                                        <p:strVal val="hidden"/>
                                      </p:to>
                                    </p:set>
                                  </p:childTnLst>
                                </p:cTn>
                              </p:par>
                              <p:par>
                                <p:cTn id="54" presetID="10" presetClass="entr" presetSubtype="0" fill="hold" grpId="2" nodeType="with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7" grpId="0" animBg="1"/>
      <p:bldP spid="7" grpId="1" animBg="1"/>
      <p:bldP spid="7" grpId="2" animBg="1"/>
      <p:bldP spid="7" grpId="3" animBg="1"/>
      <p:bldP spid="35" grpId="1" animBg="1"/>
      <p:bldP spid="36" grpId="1" animBg="1"/>
      <p:bldP spid="37" grpId="1" animBg="1"/>
      <p:bldP spid="38"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contrast="-4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41291794-51ED-E49B-C47A-19D76444835F}"/>
              </a:ext>
            </a:extLst>
          </p:cNvPr>
          <p:cNvSpPr>
            <a:spLocks noGrp="1"/>
          </p:cNvSpPr>
          <p:nvPr>
            <p:ph type="ctrTitle"/>
          </p:nvPr>
        </p:nvSpPr>
        <p:spPr>
          <a:xfrm>
            <a:off x="1543050" y="2441575"/>
            <a:ext cx="6248400" cy="1974850"/>
          </a:xfrm>
        </p:spPr>
        <p:txBody>
          <a:bodyPr/>
          <a:lstStyle/>
          <a:p>
            <a:r>
              <a:rPr lang="en-US" b="1" dirty="0">
                <a:solidFill>
                  <a:schemeClr val="bg1"/>
                </a:solidFill>
                <a:effectLst>
                  <a:outerShdw blurRad="38100" dist="38100" dir="2700000" algn="tl">
                    <a:srgbClr val="000000">
                      <a:alpha val="43137"/>
                    </a:srgbClr>
                  </a:outerShdw>
                </a:effectLst>
              </a:rPr>
              <a:t>Thank you for the attention!</a:t>
            </a:r>
            <a:endParaRPr lang="uk-UA"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4616618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E9C5976190E96E418AD9F2659B46E022" ma:contentTypeVersion="4" ma:contentTypeDescription="Створення нового документа." ma:contentTypeScope="" ma:versionID="3a818c6b89b2e9ce8153e518b8b6c79a">
  <xsd:schema xmlns:xsd="http://www.w3.org/2001/XMLSchema" xmlns:xs="http://www.w3.org/2001/XMLSchema" xmlns:p="http://schemas.microsoft.com/office/2006/metadata/properties" xmlns:ns3="9660b776-3361-4524-ade1-3667bcfaa20f" targetNamespace="http://schemas.microsoft.com/office/2006/metadata/properties" ma:root="true" ma:fieldsID="d2622de2e3d26e7176924431cf53fe26" ns3:_="">
    <xsd:import namespace="9660b776-3361-4524-ade1-3667bcfaa20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60b776-3361-4524-ade1-3667bcfaa2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вмісту"/>
        <xsd:element ref="dc:title" minOccurs="0" maxOccurs="1" ma:index="4" ma:displayName="Заголовок"/>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1AB7AD1-3B7B-40C4-A8B5-5E79A7E141E7}">
  <ds:schemaRefs>
    <ds:schemaRef ds:uri="9660b776-3361-4524-ade1-3667bcfaa2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1F6E1F9-27BE-48D7-B087-10B300C1280F}">
  <ds:schemaRefs>
    <ds:schemaRef ds:uri="http://schemas.microsoft.com/sharepoint/v3/contenttype/forms"/>
  </ds:schemaRefs>
</ds:datastoreItem>
</file>

<file path=customXml/itemProps3.xml><?xml version="1.0" encoding="utf-8"?>
<ds:datastoreItem xmlns:ds="http://schemas.openxmlformats.org/officeDocument/2006/customXml" ds:itemID="{9C6F6DEE-BD9E-48CF-BE1F-275CEE8A9521}">
  <ds:schemaRefs>
    <ds:schemaRef ds:uri="http://purl.org/dc/dcmitype/"/>
    <ds:schemaRef ds:uri="http://purl.org/dc/terms/"/>
    <ds:schemaRef ds:uri="http://purl.org/dc/elements/1.1/"/>
    <ds:schemaRef ds:uri="http://schemas.microsoft.com/office/2006/documentManagement/types"/>
    <ds:schemaRef ds:uri="http://www.w3.org/XML/1998/namespace"/>
    <ds:schemaRef ds:uri="http://schemas.openxmlformats.org/package/2006/metadata/core-properties"/>
    <ds:schemaRef ds:uri="9660b776-3361-4524-ade1-3667bcfaa20f"/>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490</TotalTime>
  <Words>382</Words>
  <Application>Microsoft Office PowerPoint</Application>
  <PresentationFormat>Широкий екран</PresentationFormat>
  <Paragraphs>21</Paragraphs>
  <Slides>11</Slides>
  <Notes>0</Notes>
  <HiddenSlides>0</HiddenSlides>
  <MMClips>1</MMClips>
  <ScaleCrop>false</ScaleCrop>
  <HeadingPairs>
    <vt:vector size="6" baseType="variant">
      <vt:variant>
        <vt:lpstr>Використані шрифти</vt:lpstr>
      </vt:variant>
      <vt:variant>
        <vt:i4>5</vt:i4>
      </vt:variant>
      <vt:variant>
        <vt:lpstr>Тема</vt:lpstr>
      </vt:variant>
      <vt:variant>
        <vt:i4>1</vt:i4>
      </vt:variant>
      <vt:variant>
        <vt:lpstr>Заголовки слайдів</vt:lpstr>
      </vt:variant>
      <vt:variant>
        <vt:i4>11</vt:i4>
      </vt:variant>
    </vt:vector>
  </HeadingPairs>
  <TitlesOfParts>
    <vt:vector size="17" baseType="lpstr">
      <vt:lpstr>Arial</vt:lpstr>
      <vt:lpstr>Calibri</vt:lpstr>
      <vt:lpstr>Calibri Light</vt:lpstr>
      <vt:lpstr>Castellar</vt:lpstr>
      <vt:lpstr>Consolas</vt:lpstr>
      <vt:lpstr>Тема Office</vt:lpstr>
      <vt:lpstr>Plagiarism</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Thank you for the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Презентація PowerPoint</dc:title>
  <dc:creator>Ільягуєва Лія Андріївна</dc:creator>
  <cp:lastModifiedBy>Лія Андріївна Ільягуєва</cp:lastModifiedBy>
  <cp:revision>15</cp:revision>
  <dcterms:created xsi:type="dcterms:W3CDTF">2022-09-22T05:57:07Z</dcterms:created>
  <dcterms:modified xsi:type="dcterms:W3CDTF">2022-09-24T12:55:55Z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0x010100E9C5976190E96E418AD9F2659B46E022</vt:lpwstr>
  </property>
</Properties>
</file>